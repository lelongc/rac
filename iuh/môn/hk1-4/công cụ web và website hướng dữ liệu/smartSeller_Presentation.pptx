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25/01/05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25/01/05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25/01/05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25/01/05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25/01/05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25/01/05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25/01/05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25/01/05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25/01/05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25/01/05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25/01/05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25/01/05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Xây dựng ứng dụng quản lý bán hàng và website mua sắm trực tuyến – SmartSeller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813858"/>
          </a:xfrm>
        </p:spPr>
        <p:txBody>
          <a:bodyPr>
            <a:normAutofit/>
          </a:bodyPr>
          <a:lstStyle/>
          <a:p>
            <a:r>
              <a:rPr sz="2000" dirty="0"/>
              <a:t>Sinh </a:t>
            </a:r>
            <a:r>
              <a:rPr sz="2000" dirty="0" err="1"/>
              <a:t>viên</a:t>
            </a:r>
            <a:r>
              <a:rPr sz="2000" dirty="0"/>
              <a:t> </a:t>
            </a:r>
            <a:r>
              <a:rPr sz="2000" dirty="0" err="1"/>
              <a:t>thực</a:t>
            </a:r>
            <a:r>
              <a:rPr sz="2000" dirty="0"/>
              <a:t> </a:t>
            </a:r>
            <a:r>
              <a:rPr sz="2000" dirty="0" err="1"/>
              <a:t>hiện</a:t>
            </a:r>
            <a:r>
              <a:rPr sz="2000" dirty="0"/>
              <a:t>: </a:t>
            </a:r>
            <a:endParaRPr lang="en-US" sz="2000" dirty="0"/>
          </a:p>
          <a:p>
            <a:r>
              <a:rPr lang="en-US" sz="2000" dirty="0"/>
              <a:t>PD </a:t>
            </a:r>
            <a:r>
              <a:rPr sz="2000" dirty="0"/>
              <a:t>Nam, </a:t>
            </a:r>
            <a:endParaRPr lang="en-US" sz="2000" dirty="0"/>
          </a:p>
          <a:p>
            <a:r>
              <a:rPr lang="en-US" sz="2000" dirty="0"/>
              <a:t>HP </a:t>
            </a:r>
            <a:r>
              <a:rPr sz="2000" dirty="0"/>
              <a:t>Lâm</a:t>
            </a:r>
          </a:p>
          <a:p>
            <a:r>
              <a:rPr sz="2000" dirty="0" err="1"/>
              <a:t>Hướng</a:t>
            </a:r>
            <a:r>
              <a:rPr sz="2000" dirty="0"/>
              <a:t> </a:t>
            </a:r>
            <a:r>
              <a:rPr sz="2000" dirty="0" err="1"/>
              <a:t>dẫn</a:t>
            </a:r>
            <a:r>
              <a:rPr sz="2000" dirty="0"/>
              <a:t>: </a:t>
            </a:r>
            <a:r>
              <a:rPr sz="2000" dirty="0" err="1"/>
              <a:t>Ths</a:t>
            </a:r>
            <a:r>
              <a:rPr sz="2000" dirty="0"/>
              <a:t>. </a:t>
            </a:r>
            <a:r>
              <a:rPr sz="2000" dirty="0" err="1"/>
              <a:t>Trương</a:t>
            </a:r>
            <a:r>
              <a:rPr sz="2000" dirty="0"/>
              <a:t> Bá Phúc</a:t>
            </a:r>
          </a:p>
          <a:p>
            <a:r>
              <a:rPr sz="2000" dirty="0" err="1"/>
              <a:t>Thời</a:t>
            </a:r>
            <a:r>
              <a:rPr sz="2000" dirty="0"/>
              <a:t> </a:t>
            </a:r>
            <a:r>
              <a:rPr sz="2000" dirty="0" err="1"/>
              <a:t>gian</a:t>
            </a:r>
            <a:r>
              <a:rPr sz="2000" dirty="0"/>
              <a:t>: </a:t>
            </a:r>
            <a:r>
              <a:rPr sz="2000" dirty="0" err="1"/>
              <a:t>Tháng</a:t>
            </a:r>
            <a:r>
              <a:rPr sz="2000" dirty="0"/>
              <a:t> 11/2024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Số hóa quản lý bán hàng truyền thống.</a:t>
            </a:r>
          </a:p>
          <a:p>
            <a:r>
              <a:t>- Tăng hiệu quả quản lý và trải nghiệm mua sắm trực tuyến.</a:t>
            </a:r>
          </a:p>
          <a:p>
            <a:r>
              <a:t>- Cung cấp giải pháp tích hợp quản lý nội bộ và bán hàng online.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quan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Công nghệ sử dụng:</a:t>
            </a:r>
          </a:p>
          <a:p>
            <a:r>
              <a:t>  + Frontend: HTML, CSS, Bootstrap 4, Thymeleaf.</a:t>
            </a:r>
          </a:p>
          <a:p>
            <a:r>
              <a:t>  + Backend: Java Spring Boot.</a:t>
            </a:r>
          </a:p>
          <a:p>
            <a:r>
              <a:t>  + Cơ sở dữ liệu: MySQL.</a:t>
            </a:r>
          </a:p>
          <a:p>
            <a:r>
              <a:t>- Mô hình kiến trúc: MVC (Model-View-Controller).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Các chức năng chính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Phần mềm quản lý:</a:t>
            </a:r>
          </a:p>
          <a:p>
            <a:r>
              <a:t>   - Quản lý sản phẩm, nhân viên, khách hàng, đơn hàng, nhà cung cấp.</a:t>
            </a:r>
          </a:p>
          <a:p>
            <a:r>
              <a:t>   - Báo cáo thống kê.</a:t>
            </a:r>
          </a:p>
          <a:p>
            <a:r>
              <a:t>2. Website mua sắm trực tuyến:</a:t>
            </a:r>
          </a:p>
          <a:p>
            <a:r>
              <a:t>   - Tìm kiếm sản phẩm, giỏ hàng, thanh toán.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Đối tượng sử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Quản trị viên:</a:t>
            </a:r>
          </a:p>
          <a:p>
            <a:r>
              <a:t>   - Toàn quyền quản lý hệ thống.</a:t>
            </a:r>
          </a:p>
          <a:p>
            <a:r>
              <a:t>2. Nhân viên:</a:t>
            </a:r>
          </a:p>
          <a:p>
            <a:r>
              <a:t>   - Quản lý các chức năng được phân quyền.</a:t>
            </a:r>
          </a:p>
          <a:p>
            <a:r>
              <a:t>3. Khách hàng:</a:t>
            </a:r>
          </a:p>
          <a:p>
            <a:r>
              <a:t>   - Đăng ký, đăng nhập, mua sắm trực tuyến.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Thiết kế cơ sở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Công cụ: MySQL</a:t>
            </a:r>
          </a:p>
          <a:p>
            <a:r>
              <a:t>- Các bảng chính:</a:t>
            </a:r>
          </a:p>
          <a:p>
            <a:r>
              <a:t>  + Nhân viên, khách hàng, sản phẩm, đơn hàng, nhà cung cấp.</a:t>
            </a:r>
          </a:p>
          <a:p>
            <a:r>
              <a:t>- Mô hình ERD:</a:t>
            </a:r>
          </a:p>
          <a:p>
            <a:r>
              <a:t>  + Thể hiện các mối quan hệ giữa các thực thể trong hệ thống.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diện người dùng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Chức năng quản lý:</a:t>
            </a:r>
          </a:p>
          <a:p>
            <a:r>
              <a:t>  + Trang chủ, quản lý sản phẩm, khách hàng, đơn hàng.</a:t>
            </a:r>
          </a:p>
          <a:p>
            <a:r>
              <a:t>- Chức năng mua sắm:</a:t>
            </a:r>
          </a:p>
          <a:p>
            <a:r>
              <a:t>  + Tìm kiếm, giỏ hàng, thanh toán.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 và hướng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Hoàn thành:</a:t>
            </a:r>
          </a:p>
          <a:p>
            <a:r>
              <a:t>  + Hệ thống quản lý bán hàng và website mua sắm trực tuyến.</a:t>
            </a:r>
          </a:p>
          <a:p>
            <a:r>
              <a:t>- Hướng phát triển:</a:t>
            </a:r>
          </a:p>
          <a:p>
            <a:r>
              <a:t>  + Tích hợp AI gợi ý sản phẩm.</a:t>
            </a:r>
          </a:p>
          <a:p>
            <a:r>
              <a:t>  + Ứng dụng di động, thanh toán qua ví điện tử.</a:t>
            </a:r>
          </a:p>
          <a:p>
            <a:r>
              <a:t>  + Đa ngôn ngữ và hỗ trợ thiết bị ngoại vi.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410</Words>
  <Application>Microsoft Office PowerPoint</Application>
  <PresentationFormat>On-screen Show (4:3)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Xây dựng ứng dụng quản lý bán hàng và website mua sắm trực tuyến – SmartSeller</vt:lpstr>
      <vt:lpstr>Mục tiêu hệ thống</vt:lpstr>
      <vt:lpstr>Tổng quan hệ thống</vt:lpstr>
      <vt:lpstr>Các chức năng chính</vt:lpstr>
      <vt:lpstr>Đối tượng sử dụng</vt:lpstr>
      <vt:lpstr>Thiết kế cơ sở dữ liệu</vt:lpstr>
      <vt:lpstr>Giao diện người dùng</vt:lpstr>
      <vt:lpstr>Kết luận và hướng phát triển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Phúc Lâm Hồ</cp:lastModifiedBy>
  <cp:revision>2</cp:revision>
  <dcterms:created xsi:type="dcterms:W3CDTF">2013-01-27T09:14:16Z</dcterms:created>
  <dcterms:modified xsi:type="dcterms:W3CDTF">2025-01-05T00:50:10Z</dcterms:modified>
  <cp:category/>
</cp:coreProperties>
</file>