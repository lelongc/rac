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3" r:id="rId17"/>
    <p:sldId id="274" r:id="rId18"/>
    <p:sldId id="277" r:id="rId19"/>
    <p:sldId id="278" r:id="rId20"/>
    <p:sldId id="279" r:id="rId21"/>
    <p:sldId id="280" r:id="rId22"/>
  </p:sldIdLst>
  <p:sldSz cx="18288000" cy="10287000"/>
  <p:notesSz cx="6858000" cy="9144000"/>
  <p:embeddedFontLst>
    <p:embeddedFont>
      <p:font typeface="Open Sans ExtraBold" panose="020B0906030804020204" pitchFamily="34" charset="0"/>
      <p:bold r:id="rId24"/>
      <p:boldItalic r:id="rId25"/>
    </p:embeddedFont>
    <p:embeddedFont>
      <p:font typeface="Poppins" panose="00000500000000000000" pitchFamily="2" charset="0"/>
      <p:regular r:id="rId26"/>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hiB1QD/NkVoZrW6NsfpKg2lzT2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1632" y="3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24991e04e6_3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g324991e04e6_3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24991e04e6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324991e04e6_3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24991e04e6_3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24991e04e6_3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24991e04e6_3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324991e04e6_3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24991e04e6_3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3" name="Google Shape;223;g324991e04e6_3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24991e04e6_5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24991e04e6_5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24991e04e6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g324991e04e6_6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24991e04e6_6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g324991e04e6_6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24991e04e6_6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g324991e04e6_6_1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24991e04e6_2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5" name="Google Shape;535;g324991e04e6_2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24991e04e6_2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g324991e04e6_2_10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324991e04e6_2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4" name="Google Shape;564;g324991e04e6_2_1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1792288" y="612775"/>
            <a:ext cx="5486400" cy="4114800"/>
          </a:xfrm>
          <a:prstGeom prst="rect">
            <a:avLst/>
          </a:prstGeom>
          <a:noFill/>
          <a:ln>
            <a:noFill/>
          </a:ln>
        </p:spPr>
      </p:sp>
      <p:sp>
        <p:nvSpPr>
          <p:cNvPr id="64" name="Google Shape;64;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9" Type="http://schemas.openxmlformats.org/officeDocument/2006/relationships/image" Target="../media/image49.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2.png"/><Relationship Id="rId47" Type="http://schemas.openxmlformats.org/officeDocument/2006/relationships/image" Target="../media/image57.png"/><Relationship Id="rId50" Type="http://schemas.openxmlformats.org/officeDocument/2006/relationships/image" Target="../media/image60.png"/><Relationship Id="rId7" Type="http://schemas.openxmlformats.org/officeDocument/2006/relationships/image" Target="../media/image17.png"/><Relationship Id="rId2" Type="http://schemas.openxmlformats.org/officeDocument/2006/relationships/notesSlide" Target="../notesSlides/notesSlide20.xml"/><Relationship Id="rId16" Type="http://schemas.openxmlformats.org/officeDocument/2006/relationships/image" Target="../media/image26.png"/><Relationship Id="rId29" Type="http://schemas.openxmlformats.org/officeDocument/2006/relationships/image" Target="../media/image39.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png"/><Relationship Id="rId10" Type="http://schemas.openxmlformats.org/officeDocument/2006/relationships/image" Target="../media/image20.png"/><Relationship Id="rId19" Type="http://schemas.openxmlformats.org/officeDocument/2006/relationships/image" Target="../media/image29.png"/><Relationship Id="rId31" Type="http://schemas.openxmlformats.org/officeDocument/2006/relationships/image" Target="../media/image41.png"/><Relationship Id="rId44" Type="http://schemas.openxmlformats.org/officeDocument/2006/relationships/image" Target="../media/image54.png"/><Relationship Id="rId52" Type="http://schemas.openxmlformats.org/officeDocument/2006/relationships/image" Target="../media/image8.jp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8" Type="http://schemas.openxmlformats.org/officeDocument/2006/relationships/image" Target="../media/image18.png"/><Relationship Id="rId51" Type="http://schemas.openxmlformats.org/officeDocument/2006/relationships/image" Target="../media/image61.png"/><Relationship Id="rId3" Type="http://schemas.openxmlformats.org/officeDocument/2006/relationships/image" Target="../media/image13.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56.png"/><Relationship Id="rId20" Type="http://schemas.openxmlformats.org/officeDocument/2006/relationships/image" Target="../media/image30.png"/><Relationship Id="rId41"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83"/>
        <p:cNvGrpSpPr/>
        <p:nvPr/>
      </p:nvGrpSpPr>
      <p:grpSpPr>
        <a:xfrm>
          <a:off x="0" y="0"/>
          <a:ext cx="0" cy="0"/>
          <a:chOff x="0" y="0"/>
          <a:chExt cx="0" cy="0"/>
        </a:xfrm>
      </p:grpSpPr>
      <p:sp>
        <p:nvSpPr>
          <p:cNvPr id="84" name="Google Shape;84;p1"/>
          <p:cNvSpPr/>
          <p:nvPr/>
        </p:nvSpPr>
        <p:spPr>
          <a:xfrm>
            <a:off x="1391331" y="1439034"/>
            <a:ext cx="830009" cy="842101"/>
          </a:xfrm>
          <a:custGeom>
            <a:avLst/>
            <a:gdLst/>
            <a:ahLst/>
            <a:cxnLst/>
            <a:rect l="l" t="t" r="r" b="b"/>
            <a:pathLst>
              <a:path w="830009" h="842101" extrusionOk="0">
                <a:moveTo>
                  <a:pt x="0" y="0"/>
                </a:moveTo>
                <a:lnTo>
                  <a:pt x="830010" y="0"/>
                </a:lnTo>
                <a:lnTo>
                  <a:pt x="830010" y="842101"/>
                </a:lnTo>
                <a:lnTo>
                  <a:pt x="0" y="842101"/>
                </a:lnTo>
                <a:lnTo>
                  <a:pt x="0" y="0"/>
                </a:lnTo>
                <a:close/>
              </a:path>
            </a:pathLst>
          </a:custGeom>
          <a:blipFill rotWithShape="1">
            <a:blip r:embed="rId3">
              <a:alphaModFix/>
            </a:blip>
            <a:stretch>
              <a:fillRect/>
            </a:stretch>
          </a:blipFill>
          <a:ln>
            <a:noFill/>
          </a:ln>
        </p:spPr>
      </p:sp>
      <p:grpSp>
        <p:nvGrpSpPr>
          <p:cNvPr id="85" name="Google Shape;85;p1"/>
          <p:cNvGrpSpPr/>
          <p:nvPr/>
        </p:nvGrpSpPr>
        <p:grpSpPr>
          <a:xfrm>
            <a:off x="6097502" y="5590237"/>
            <a:ext cx="14099416" cy="14099416"/>
            <a:chOff x="0" y="0"/>
            <a:chExt cx="812800" cy="812800"/>
          </a:xfrm>
        </p:grpSpPr>
        <p:sp>
          <p:nvSpPr>
            <p:cNvPr id="86" name="Google Shape;86;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txBox="1"/>
          <p:nvPr/>
        </p:nvSpPr>
        <p:spPr>
          <a:xfrm>
            <a:off x="1391331" y="3298747"/>
            <a:ext cx="8015400" cy="3382500"/>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9156" b="0" i="0" u="none" strike="noStrike" cap="none">
                <a:solidFill>
                  <a:srgbClr val="051D40"/>
                </a:solidFill>
                <a:latin typeface="Open Sans ExtraBold"/>
                <a:ea typeface="Open Sans ExtraBold"/>
                <a:cs typeface="Open Sans ExtraBold"/>
                <a:sym typeface="Open Sans ExtraBold"/>
              </a:rPr>
              <a:t>T</a:t>
            </a:r>
            <a:r>
              <a:rPr lang="en-US" sz="9156">
                <a:solidFill>
                  <a:srgbClr val="051D40"/>
                </a:solidFill>
                <a:latin typeface="Open Sans ExtraBold"/>
                <a:ea typeface="Open Sans ExtraBold"/>
                <a:cs typeface="Open Sans ExtraBold"/>
                <a:sym typeface="Open Sans ExtraBold"/>
              </a:rPr>
              <a:t>ÀI LIỆU 2</a:t>
            </a:r>
            <a:endParaRPr sz="9156">
              <a:solidFill>
                <a:srgbClr val="051D40"/>
              </a:solidFill>
              <a:latin typeface="Open Sans ExtraBold"/>
              <a:ea typeface="Open Sans ExtraBold"/>
              <a:cs typeface="Open Sans ExtraBold"/>
              <a:sym typeface="Open Sans ExtraBold"/>
            </a:endParaRPr>
          </a:p>
          <a:p>
            <a:pPr marL="0" marR="0" lvl="0" indent="0" algn="l" rtl="0">
              <a:lnSpc>
                <a:spcPct val="140006"/>
              </a:lnSpc>
              <a:spcBef>
                <a:spcPts val="0"/>
              </a:spcBef>
              <a:spcAft>
                <a:spcPts val="0"/>
              </a:spcAft>
              <a:buNone/>
            </a:pPr>
            <a:r>
              <a:rPr lang="en-US" sz="9156">
                <a:solidFill>
                  <a:srgbClr val="051D40"/>
                </a:solidFill>
                <a:latin typeface="Open Sans ExtraBold"/>
                <a:ea typeface="Open Sans ExtraBold"/>
                <a:cs typeface="Open Sans ExtraBold"/>
                <a:sym typeface="Open Sans ExtraBold"/>
              </a:rPr>
              <a:t>INTERVIEWS</a:t>
            </a:r>
            <a:endParaRPr sz="9156">
              <a:solidFill>
                <a:srgbClr val="051D40"/>
              </a:solidFill>
              <a:latin typeface="Open Sans ExtraBold"/>
              <a:ea typeface="Open Sans ExtraBold"/>
              <a:cs typeface="Open Sans ExtraBold"/>
              <a:sym typeface="Open Sans ExtraBold"/>
            </a:endParaRPr>
          </a:p>
        </p:txBody>
      </p:sp>
      <p:grpSp>
        <p:nvGrpSpPr>
          <p:cNvPr id="89" name="Google Shape;89;p1"/>
          <p:cNvGrpSpPr/>
          <p:nvPr/>
        </p:nvGrpSpPr>
        <p:grpSpPr>
          <a:xfrm>
            <a:off x="16420234" y="-1717598"/>
            <a:ext cx="3735531" cy="373553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145DA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2" name="Google Shape;92;p1"/>
          <p:cNvGrpSpPr/>
          <p:nvPr/>
        </p:nvGrpSpPr>
        <p:grpSpPr>
          <a:xfrm>
            <a:off x="747857" y="-643475"/>
            <a:ext cx="1286950" cy="1286950"/>
            <a:chOff x="0" y="0"/>
            <a:chExt cx="812800" cy="812800"/>
          </a:xfrm>
        </p:grpSpPr>
        <p:sp>
          <p:nvSpPr>
            <p:cNvPr id="93" name="Google Shape;9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5" name="Google Shape;95;p1"/>
          <p:cNvGrpSpPr/>
          <p:nvPr/>
        </p:nvGrpSpPr>
        <p:grpSpPr>
          <a:xfrm>
            <a:off x="-1929195" y="8389571"/>
            <a:ext cx="3735531" cy="3735531"/>
            <a:chOff x="0" y="0"/>
            <a:chExt cx="812800" cy="812800"/>
          </a:xfrm>
        </p:grpSpPr>
        <p:sp>
          <p:nvSpPr>
            <p:cNvPr id="96" name="Google Shape;96;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145DA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8" name="Google Shape;98;p1"/>
          <p:cNvSpPr/>
          <p:nvPr/>
        </p:nvSpPr>
        <p:spPr>
          <a:xfrm>
            <a:off x="8757394" y="7522582"/>
            <a:ext cx="8779632" cy="1733977"/>
          </a:xfrm>
          <a:custGeom>
            <a:avLst/>
            <a:gdLst/>
            <a:ahLst/>
            <a:cxnLst/>
            <a:rect l="l" t="t" r="r" b="b"/>
            <a:pathLst>
              <a:path w="8779632" h="1733977" extrusionOk="0">
                <a:moveTo>
                  <a:pt x="0" y="0"/>
                </a:moveTo>
                <a:lnTo>
                  <a:pt x="8779632" y="0"/>
                </a:lnTo>
                <a:lnTo>
                  <a:pt x="8779632" y="1733977"/>
                </a:lnTo>
                <a:lnTo>
                  <a:pt x="0" y="1733977"/>
                </a:lnTo>
                <a:lnTo>
                  <a:pt x="0" y="0"/>
                </a:lnTo>
                <a:close/>
              </a:path>
            </a:pathLst>
          </a:custGeom>
          <a:blipFill rotWithShape="1">
            <a:blip r:embed="rId4">
              <a:alphaModFix/>
            </a:blip>
            <a:stretch>
              <a:fillRect/>
            </a:stretch>
          </a:blipFill>
          <a:ln>
            <a:noFill/>
          </a:ln>
        </p:spPr>
      </p:sp>
      <p:sp>
        <p:nvSpPr>
          <p:cNvPr id="99" name="Google Shape;99;p1"/>
          <p:cNvSpPr txBox="1"/>
          <p:nvPr/>
        </p:nvSpPr>
        <p:spPr>
          <a:xfrm>
            <a:off x="2356697" y="1514775"/>
            <a:ext cx="2737500" cy="690600"/>
          </a:xfrm>
          <a:prstGeom prst="rect">
            <a:avLst/>
          </a:prstGeom>
          <a:noFill/>
          <a:ln>
            <a:noFill/>
          </a:ln>
        </p:spPr>
        <p:txBody>
          <a:bodyPr spcFirstLastPara="1" wrap="square" lIns="0" tIns="0" rIns="0" bIns="0" anchor="t" anchorCtr="0">
            <a:spAutoFit/>
          </a:bodyPr>
          <a:lstStyle/>
          <a:p>
            <a:pPr marL="0" marR="0" lvl="0" indent="0" algn="l" rtl="0">
              <a:lnSpc>
                <a:spcPct val="140023"/>
              </a:lnSpc>
              <a:spcBef>
                <a:spcPts val="0"/>
              </a:spcBef>
              <a:spcAft>
                <a:spcPts val="0"/>
              </a:spcAft>
              <a:buNone/>
            </a:pPr>
            <a:r>
              <a:rPr lang="en-US" sz="2586" b="1" i="0" u="none" strike="noStrike" cap="none">
                <a:solidFill>
                  <a:srgbClr val="5B98BA"/>
                </a:solidFill>
                <a:latin typeface="Poppins"/>
                <a:ea typeface="Poppins"/>
                <a:cs typeface="Poppins"/>
                <a:sym typeface="Poppins"/>
              </a:rPr>
              <a:t> </a:t>
            </a:r>
            <a:r>
              <a:rPr lang="en-US" sz="4486" b="1">
                <a:solidFill>
                  <a:srgbClr val="5B98BA"/>
                </a:solidFill>
                <a:latin typeface="Poppins"/>
                <a:ea typeface="Poppins"/>
                <a:cs typeface="Poppins"/>
                <a:sym typeface="Poppins"/>
              </a:rPr>
              <a:t>NHÓM 6</a:t>
            </a:r>
            <a:endParaRPr sz="3300"/>
          </a:p>
        </p:txBody>
      </p:sp>
      <p:sp>
        <p:nvSpPr>
          <p:cNvPr id="100" name="Google Shape;100;p1"/>
          <p:cNvSpPr txBox="1"/>
          <p:nvPr/>
        </p:nvSpPr>
        <p:spPr>
          <a:xfrm>
            <a:off x="1391331" y="6631448"/>
            <a:ext cx="7366200" cy="215400"/>
          </a:xfrm>
          <a:prstGeom prst="rect">
            <a:avLst/>
          </a:prstGeom>
          <a:noFill/>
          <a:ln>
            <a:noFill/>
          </a:ln>
        </p:spPr>
        <p:txBody>
          <a:bodyPr spcFirstLastPara="1" wrap="square" lIns="0" tIns="0" rIns="0" bIns="0" anchor="t" anchorCtr="0">
            <a:spAutoFit/>
          </a:bodyPr>
          <a:lstStyle/>
          <a:p>
            <a:pPr marL="0" marR="0" lvl="0" indent="0" algn="l" rtl="0">
              <a:lnSpc>
                <a:spcPct val="140029"/>
              </a:lnSpc>
              <a:spcBef>
                <a:spcPts val="0"/>
              </a:spcBef>
              <a:spcAft>
                <a:spcPts val="0"/>
              </a:spcAft>
              <a:buNone/>
            </a:pPr>
            <a:endParaRPr/>
          </a:p>
        </p:txBody>
      </p:sp>
      <p:grpSp>
        <p:nvGrpSpPr>
          <p:cNvPr id="101" name="Google Shape;101;p1"/>
          <p:cNvGrpSpPr/>
          <p:nvPr/>
        </p:nvGrpSpPr>
        <p:grpSpPr>
          <a:xfrm>
            <a:off x="8573918" y="3143201"/>
            <a:ext cx="9146584" cy="5246370"/>
            <a:chOff x="0" y="0"/>
            <a:chExt cx="7981950" cy="4578350"/>
          </a:xfrm>
        </p:grpSpPr>
        <p:sp>
          <p:nvSpPr>
            <p:cNvPr id="102" name="Google Shape;102;p1"/>
            <p:cNvSpPr/>
            <p:nvPr/>
          </p:nvSpPr>
          <p:spPr>
            <a:xfrm>
              <a:off x="765810" y="21590"/>
              <a:ext cx="6451600" cy="4326890"/>
            </a:xfrm>
            <a:custGeom>
              <a:avLst/>
              <a:gdLst/>
              <a:ahLst/>
              <a:cxnLst/>
              <a:rect l="l" t="t" r="r" b="b"/>
              <a:pathLst>
                <a:path w="6451600" h="4326890" extrusionOk="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
            <p:cNvSpPr/>
            <p:nvPr/>
          </p:nvSpPr>
          <p:spPr>
            <a:xfrm>
              <a:off x="0" y="0"/>
              <a:ext cx="7981950" cy="4542790"/>
            </a:xfrm>
            <a:custGeom>
              <a:avLst/>
              <a:gdLst/>
              <a:ahLst/>
              <a:cxnLst/>
              <a:rect l="l" t="t" r="r" b="b"/>
              <a:pathLst>
                <a:path w="7981950" h="4542790" extrusionOk="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p:nvPr/>
          </p:nvSpPr>
          <p:spPr>
            <a:xfrm>
              <a:off x="3460750" y="4349750"/>
              <a:ext cx="1059180" cy="96520"/>
            </a:xfrm>
            <a:custGeom>
              <a:avLst/>
              <a:gdLst/>
              <a:ahLst/>
              <a:cxnLst/>
              <a:rect l="l" t="t" r="r" b="b"/>
              <a:pathLst>
                <a:path w="1059180" h="96520" extrusionOk="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
            <p:cNvSpPr/>
            <p:nvPr/>
          </p:nvSpPr>
          <p:spPr>
            <a:xfrm>
              <a:off x="163830" y="4542790"/>
              <a:ext cx="7654290" cy="35560"/>
            </a:xfrm>
            <a:custGeom>
              <a:avLst/>
              <a:gdLst/>
              <a:ahLst/>
              <a:cxnLst/>
              <a:rect l="l" t="t" r="r" b="b"/>
              <a:pathLst>
                <a:path w="7654290" h="35560" extrusionOk="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
            <p:cNvSpPr/>
            <p:nvPr/>
          </p:nvSpPr>
          <p:spPr>
            <a:xfrm>
              <a:off x="962660" y="276860"/>
              <a:ext cx="6055360" cy="3789680"/>
            </a:xfrm>
            <a:custGeom>
              <a:avLst/>
              <a:gdLst/>
              <a:ahLst/>
              <a:cxnLst/>
              <a:rect l="l" t="t" r="r" b="b"/>
              <a:pathLst>
                <a:path w="6055360" h="3789680" extrusionOk="0">
                  <a:moveTo>
                    <a:pt x="0" y="0"/>
                  </a:moveTo>
                  <a:lnTo>
                    <a:pt x="6055360" y="0"/>
                  </a:lnTo>
                  <a:lnTo>
                    <a:pt x="6055360" y="3789680"/>
                  </a:lnTo>
                  <a:lnTo>
                    <a:pt x="0" y="3789680"/>
                  </a:lnTo>
                  <a:close/>
                </a:path>
              </a:pathLst>
            </a:custGeom>
            <a:blipFill rotWithShape="1">
              <a:blip r:embed="rId5">
                <a:alphaModFix/>
              </a:blip>
              <a:stretch>
                <a:fillRect t="-3260" b="-3260"/>
              </a:stretch>
            </a:blipFill>
            <a:ln>
              <a:noFill/>
            </a:ln>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10"/>
        <p:cNvGrpSpPr/>
        <p:nvPr/>
      </p:nvGrpSpPr>
      <p:grpSpPr>
        <a:xfrm>
          <a:off x="0" y="0"/>
          <a:ext cx="0" cy="0"/>
          <a:chOff x="0" y="0"/>
          <a:chExt cx="0" cy="0"/>
        </a:xfrm>
      </p:grpSpPr>
      <p:grpSp>
        <p:nvGrpSpPr>
          <p:cNvPr id="111" name="Google Shape;111;p2"/>
          <p:cNvGrpSpPr/>
          <p:nvPr/>
        </p:nvGrpSpPr>
        <p:grpSpPr>
          <a:xfrm>
            <a:off x="14517814" y="-460065"/>
            <a:ext cx="3964281" cy="11062470"/>
            <a:chOff x="0" y="-38100"/>
            <a:chExt cx="1044090" cy="2913572"/>
          </a:xfrm>
        </p:grpSpPr>
        <p:sp>
          <p:nvSpPr>
            <p:cNvPr id="112" name="Google Shape;112;p2"/>
            <p:cNvSpPr/>
            <p:nvPr/>
          </p:nvSpPr>
          <p:spPr>
            <a:xfrm>
              <a:off x="0" y="0"/>
              <a:ext cx="1044090" cy="2875472"/>
            </a:xfrm>
            <a:custGeom>
              <a:avLst/>
              <a:gdLst/>
              <a:ahLst/>
              <a:cxnLst/>
              <a:rect l="l" t="t" r="r" b="b"/>
              <a:pathLst>
                <a:path w="1044090" h="2875472" extrusionOk="0">
                  <a:moveTo>
                    <a:pt x="0" y="0"/>
                  </a:moveTo>
                  <a:lnTo>
                    <a:pt x="1044090" y="0"/>
                  </a:lnTo>
                  <a:lnTo>
                    <a:pt x="1044090" y="2875472"/>
                  </a:lnTo>
                  <a:lnTo>
                    <a:pt x="0" y="2875472"/>
                  </a:lnTo>
                  <a:close/>
                </a:path>
              </a:pathLst>
            </a:custGeom>
            <a:solidFill>
              <a:srgbClr val="145DA0"/>
            </a:solidFill>
            <a:ln>
              <a:noFill/>
            </a:ln>
          </p:spPr>
        </p:sp>
        <p:sp>
          <p:nvSpPr>
            <p:cNvPr id="113" name="Google Shape;113;p2"/>
            <p:cNvSpPr txBox="1"/>
            <p:nvPr/>
          </p:nvSpPr>
          <p:spPr>
            <a:xfrm>
              <a:off x="0" y="-38100"/>
              <a:ext cx="1044090" cy="291357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4" name="Google Shape;114;p2"/>
          <p:cNvSpPr txBox="1"/>
          <p:nvPr/>
        </p:nvSpPr>
        <p:spPr>
          <a:xfrm>
            <a:off x="4633404" y="1625725"/>
            <a:ext cx="4397700" cy="495600"/>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None/>
            </a:pPr>
            <a:r>
              <a:rPr lang="en-US" sz="3220">
                <a:solidFill>
                  <a:srgbClr val="051D40"/>
                </a:solidFill>
                <a:latin typeface="Open Sans ExtraBold"/>
                <a:ea typeface="Open Sans ExtraBold"/>
                <a:cs typeface="Open Sans ExtraBold"/>
                <a:sym typeface="Open Sans ExtraBold"/>
              </a:rPr>
              <a:t>THÀNH VIÊN NHÓM</a:t>
            </a:r>
            <a:endParaRPr sz="100"/>
          </a:p>
        </p:txBody>
      </p:sp>
      <p:grpSp>
        <p:nvGrpSpPr>
          <p:cNvPr id="115" name="Google Shape;115;p2"/>
          <p:cNvGrpSpPr/>
          <p:nvPr/>
        </p:nvGrpSpPr>
        <p:grpSpPr>
          <a:xfrm>
            <a:off x="-1867766" y="-1614217"/>
            <a:ext cx="3735531" cy="3735531"/>
            <a:chOff x="0" y="0"/>
            <a:chExt cx="812800" cy="812800"/>
          </a:xfrm>
        </p:grpSpPr>
        <p:sp>
          <p:nvSpPr>
            <p:cNvPr id="116" name="Google Shape;116;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145DA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8" name="Google Shape;118;p2"/>
          <p:cNvSpPr/>
          <p:nvPr/>
        </p:nvSpPr>
        <p:spPr>
          <a:xfrm rot="5400000">
            <a:off x="2912435" y="3472452"/>
            <a:ext cx="510937" cy="453341"/>
          </a:xfrm>
          <a:custGeom>
            <a:avLst/>
            <a:gdLst/>
            <a:ahLst/>
            <a:cxnLst/>
            <a:rect l="l" t="t" r="r" b="b"/>
            <a:pathLst>
              <a:path w="510937" h="453341" extrusionOk="0">
                <a:moveTo>
                  <a:pt x="0" y="0"/>
                </a:moveTo>
                <a:lnTo>
                  <a:pt x="510937" y="0"/>
                </a:lnTo>
                <a:lnTo>
                  <a:pt x="510937" y="453341"/>
                </a:lnTo>
                <a:lnTo>
                  <a:pt x="0" y="453341"/>
                </a:lnTo>
                <a:lnTo>
                  <a:pt x="0" y="0"/>
                </a:lnTo>
                <a:close/>
              </a:path>
            </a:pathLst>
          </a:custGeom>
          <a:blipFill rotWithShape="1">
            <a:blip r:embed="rId3">
              <a:alphaModFix/>
            </a:blip>
            <a:stretch>
              <a:fillRect/>
            </a:stretch>
          </a:blipFill>
          <a:ln>
            <a:noFill/>
          </a:ln>
        </p:spPr>
      </p:sp>
      <p:sp>
        <p:nvSpPr>
          <p:cNvPr id="119" name="Google Shape;119;p2"/>
          <p:cNvSpPr/>
          <p:nvPr/>
        </p:nvSpPr>
        <p:spPr>
          <a:xfrm>
            <a:off x="11796731" y="447246"/>
            <a:ext cx="5972616" cy="9392508"/>
          </a:xfrm>
          <a:custGeom>
            <a:avLst/>
            <a:gdLst/>
            <a:ahLst/>
            <a:cxnLst/>
            <a:rect l="l" t="t" r="r" b="b"/>
            <a:pathLst>
              <a:path w="5972616" h="9392508" extrusionOk="0">
                <a:moveTo>
                  <a:pt x="0" y="0"/>
                </a:moveTo>
                <a:lnTo>
                  <a:pt x="5972616" y="0"/>
                </a:lnTo>
                <a:lnTo>
                  <a:pt x="5972616" y="9392508"/>
                </a:lnTo>
                <a:lnTo>
                  <a:pt x="0" y="9392508"/>
                </a:lnTo>
                <a:lnTo>
                  <a:pt x="0" y="0"/>
                </a:lnTo>
                <a:close/>
              </a:path>
            </a:pathLst>
          </a:custGeom>
          <a:blipFill rotWithShape="1">
            <a:blip r:embed="rId4">
              <a:alphaModFix/>
            </a:blip>
            <a:stretch>
              <a:fillRect l="-2386" r="-2386"/>
            </a:stretch>
          </a:blipFill>
          <a:ln>
            <a:noFill/>
          </a:ln>
        </p:spPr>
      </p:sp>
      <p:sp>
        <p:nvSpPr>
          <p:cNvPr id="120" name="Google Shape;120;p2"/>
          <p:cNvSpPr txBox="1"/>
          <p:nvPr/>
        </p:nvSpPr>
        <p:spPr>
          <a:xfrm>
            <a:off x="3663160" y="3397227"/>
            <a:ext cx="3773100" cy="4392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2853">
                <a:solidFill>
                  <a:srgbClr val="051D40"/>
                </a:solidFill>
                <a:latin typeface="Poppins"/>
                <a:ea typeface="Poppins"/>
                <a:cs typeface="Poppins"/>
                <a:sym typeface="Poppins"/>
              </a:rPr>
              <a:t>TRẦN QUANG ĐẠT </a:t>
            </a:r>
            <a:endParaRPr/>
          </a:p>
        </p:txBody>
      </p:sp>
      <p:sp>
        <p:nvSpPr>
          <p:cNvPr id="121" name="Google Shape;121;p2"/>
          <p:cNvSpPr txBox="1"/>
          <p:nvPr/>
        </p:nvSpPr>
        <p:spPr>
          <a:xfrm>
            <a:off x="8483149" y="3397227"/>
            <a:ext cx="660900" cy="439200"/>
          </a:xfrm>
          <a:prstGeom prst="rect">
            <a:avLst/>
          </a:prstGeom>
          <a:noFill/>
          <a:ln>
            <a:noFill/>
          </a:ln>
        </p:spPr>
        <p:txBody>
          <a:bodyPr spcFirstLastPara="1" wrap="square" lIns="0" tIns="0" rIns="0" bIns="0" anchor="t" anchorCtr="0">
            <a:spAutoFit/>
          </a:bodyPr>
          <a:lstStyle/>
          <a:p>
            <a:pPr marL="0" marR="0" lvl="0" indent="0" algn="r" rtl="0">
              <a:lnSpc>
                <a:spcPct val="140028"/>
              </a:lnSpc>
              <a:spcBef>
                <a:spcPts val="0"/>
              </a:spcBef>
              <a:spcAft>
                <a:spcPts val="0"/>
              </a:spcAft>
              <a:buNone/>
            </a:pPr>
            <a:r>
              <a:rPr lang="en-US" sz="2853">
                <a:solidFill>
                  <a:srgbClr val="051D40"/>
                </a:solidFill>
                <a:latin typeface="Poppins"/>
                <a:ea typeface="Poppins"/>
                <a:cs typeface="Poppins"/>
                <a:sym typeface="Poppins"/>
              </a:rPr>
              <a:t>09</a:t>
            </a:r>
            <a:endParaRPr/>
          </a:p>
        </p:txBody>
      </p:sp>
      <p:sp>
        <p:nvSpPr>
          <p:cNvPr id="122" name="Google Shape;122;p2"/>
          <p:cNvSpPr/>
          <p:nvPr/>
        </p:nvSpPr>
        <p:spPr>
          <a:xfrm rot="5400000">
            <a:off x="2912435" y="4097959"/>
            <a:ext cx="510937" cy="453341"/>
          </a:xfrm>
          <a:custGeom>
            <a:avLst/>
            <a:gdLst/>
            <a:ahLst/>
            <a:cxnLst/>
            <a:rect l="l" t="t" r="r" b="b"/>
            <a:pathLst>
              <a:path w="510937" h="453341" extrusionOk="0">
                <a:moveTo>
                  <a:pt x="0" y="0"/>
                </a:moveTo>
                <a:lnTo>
                  <a:pt x="510937" y="0"/>
                </a:lnTo>
                <a:lnTo>
                  <a:pt x="510937" y="453341"/>
                </a:lnTo>
                <a:lnTo>
                  <a:pt x="0" y="453341"/>
                </a:lnTo>
                <a:lnTo>
                  <a:pt x="0" y="0"/>
                </a:lnTo>
                <a:close/>
              </a:path>
            </a:pathLst>
          </a:custGeom>
          <a:blipFill rotWithShape="1">
            <a:blip r:embed="rId3">
              <a:alphaModFix/>
            </a:blip>
            <a:stretch>
              <a:fillRect/>
            </a:stretch>
          </a:blipFill>
          <a:ln>
            <a:noFill/>
          </a:ln>
        </p:spPr>
      </p:sp>
      <p:sp>
        <p:nvSpPr>
          <p:cNvPr id="123" name="Google Shape;123;p2"/>
          <p:cNvSpPr txBox="1"/>
          <p:nvPr/>
        </p:nvSpPr>
        <p:spPr>
          <a:xfrm>
            <a:off x="3663160" y="4022734"/>
            <a:ext cx="4143000" cy="4392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2853">
                <a:solidFill>
                  <a:srgbClr val="051D40"/>
                </a:solidFill>
                <a:latin typeface="Poppins"/>
                <a:ea typeface="Poppins"/>
                <a:cs typeface="Poppins"/>
                <a:sym typeface="Poppins"/>
              </a:rPr>
              <a:t>TRẦN VĂN SANG</a:t>
            </a:r>
            <a:endParaRPr/>
          </a:p>
        </p:txBody>
      </p:sp>
      <p:sp>
        <p:nvSpPr>
          <p:cNvPr id="124" name="Google Shape;124;p2"/>
          <p:cNvSpPr txBox="1"/>
          <p:nvPr/>
        </p:nvSpPr>
        <p:spPr>
          <a:xfrm>
            <a:off x="8483149" y="4022734"/>
            <a:ext cx="660900" cy="439200"/>
          </a:xfrm>
          <a:prstGeom prst="rect">
            <a:avLst/>
          </a:prstGeom>
          <a:noFill/>
          <a:ln>
            <a:noFill/>
          </a:ln>
        </p:spPr>
        <p:txBody>
          <a:bodyPr spcFirstLastPara="1" wrap="square" lIns="0" tIns="0" rIns="0" bIns="0" anchor="t" anchorCtr="0">
            <a:spAutoFit/>
          </a:bodyPr>
          <a:lstStyle/>
          <a:p>
            <a:pPr marL="0" marR="0" lvl="0" indent="0" algn="r" rtl="0">
              <a:lnSpc>
                <a:spcPct val="140028"/>
              </a:lnSpc>
              <a:spcBef>
                <a:spcPts val="0"/>
              </a:spcBef>
              <a:spcAft>
                <a:spcPts val="0"/>
              </a:spcAft>
              <a:buNone/>
            </a:pPr>
            <a:r>
              <a:rPr lang="en-US" sz="2853">
                <a:solidFill>
                  <a:srgbClr val="051D40"/>
                </a:solidFill>
                <a:latin typeface="Poppins"/>
                <a:ea typeface="Poppins"/>
                <a:cs typeface="Poppins"/>
                <a:sym typeface="Poppins"/>
              </a:rPr>
              <a:t>49</a:t>
            </a:r>
            <a:endParaRPr/>
          </a:p>
        </p:txBody>
      </p:sp>
      <p:sp>
        <p:nvSpPr>
          <p:cNvPr id="125" name="Google Shape;125;p2"/>
          <p:cNvSpPr/>
          <p:nvPr/>
        </p:nvSpPr>
        <p:spPr>
          <a:xfrm rot="5400000">
            <a:off x="2912435" y="4723196"/>
            <a:ext cx="510937" cy="453341"/>
          </a:xfrm>
          <a:custGeom>
            <a:avLst/>
            <a:gdLst/>
            <a:ahLst/>
            <a:cxnLst/>
            <a:rect l="l" t="t" r="r" b="b"/>
            <a:pathLst>
              <a:path w="510937" h="453341" extrusionOk="0">
                <a:moveTo>
                  <a:pt x="0" y="0"/>
                </a:moveTo>
                <a:lnTo>
                  <a:pt x="510937" y="0"/>
                </a:lnTo>
                <a:lnTo>
                  <a:pt x="510937" y="453341"/>
                </a:lnTo>
                <a:lnTo>
                  <a:pt x="0" y="453341"/>
                </a:lnTo>
                <a:lnTo>
                  <a:pt x="0" y="0"/>
                </a:lnTo>
                <a:close/>
              </a:path>
            </a:pathLst>
          </a:custGeom>
          <a:blipFill rotWithShape="1">
            <a:blip r:embed="rId3">
              <a:alphaModFix/>
            </a:blip>
            <a:stretch>
              <a:fillRect/>
            </a:stretch>
          </a:blipFill>
          <a:ln>
            <a:noFill/>
          </a:ln>
        </p:spPr>
      </p:sp>
      <p:sp>
        <p:nvSpPr>
          <p:cNvPr id="126" name="Google Shape;126;p2"/>
          <p:cNvSpPr txBox="1"/>
          <p:nvPr/>
        </p:nvSpPr>
        <p:spPr>
          <a:xfrm>
            <a:off x="3663160" y="4647971"/>
            <a:ext cx="4652400" cy="4392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2853">
                <a:solidFill>
                  <a:srgbClr val="051D40"/>
                </a:solidFill>
                <a:latin typeface="Poppins"/>
                <a:ea typeface="Poppins"/>
                <a:cs typeface="Poppins"/>
                <a:sym typeface="Poppins"/>
              </a:rPr>
              <a:t>ĐỖ PHÚ THỊNH</a:t>
            </a:r>
            <a:endParaRPr/>
          </a:p>
        </p:txBody>
      </p:sp>
      <p:sp>
        <p:nvSpPr>
          <p:cNvPr id="127" name="Google Shape;127;p2"/>
          <p:cNvSpPr txBox="1"/>
          <p:nvPr/>
        </p:nvSpPr>
        <p:spPr>
          <a:xfrm>
            <a:off x="8483149" y="4647971"/>
            <a:ext cx="660900" cy="439200"/>
          </a:xfrm>
          <a:prstGeom prst="rect">
            <a:avLst/>
          </a:prstGeom>
          <a:noFill/>
          <a:ln>
            <a:noFill/>
          </a:ln>
        </p:spPr>
        <p:txBody>
          <a:bodyPr spcFirstLastPara="1" wrap="square" lIns="0" tIns="0" rIns="0" bIns="0" anchor="t" anchorCtr="0">
            <a:spAutoFit/>
          </a:bodyPr>
          <a:lstStyle/>
          <a:p>
            <a:pPr marL="0" marR="0" lvl="0" indent="0" algn="r" rtl="0">
              <a:lnSpc>
                <a:spcPct val="140028"/>
              </a:lnSpc>
              <a:spcBef>
                <a:spcPts val="0"/>
              </a:spcBef>
              <a:spcAft>
                <a:spcPts val="0"/>
              </a:spcAft>
              <a:buNone/>
            </a:pPr>
            <a:r>
              <a:rPr lang="en-US" sz="2853">
                <a:solidFill>
                  <a:srgbClr val="051D40"/>
                </a:solidFill>
                <a:latin typeface="Poppins"/>
                <a:ea typeface="Poppins"/>
                <a:cs typeface="Poppins"/>
                <a:sym typeface="Poppins"/>
              </a:rPr>
              <a:t>57</a:t>
            </a:r>
            <a:endParaRPr/>
          </a:p>
        </p:txBody>
      </p:sp>
      <p:sp>
        <p:nvSpPr>
          <p:cNvPr id="128" name="Google Shape;128;p2"/>
          <p:cNvSpPr/>
          <p:nvPr/>
        </p:nvSpPr>
        <p:spPr>
          <a:xfrm rot="5400000">
            <a:off x="2912435" y="5348703"/>
            <a:ext cx="510937" cy="453341"/>
          </a:xfrm>
          <a:custGeom>
            <a:avLst/>
            <a:gdLst/>
            <a:ahLst/>
            <a:cxnLst/>
            <a:rect l="l" t="t" r="r" b="b"/>
            <a:pathLst>
              <a:path w="510937" h="453341" extrusionOk="0">
                <a:moveTo>
                  <a:pt x="0" y="0"/>
                </a:moveTo>
                <a:lnTo>
                  <a:pt x="510937" y="0"/>
                </a:lnTo>
                <a:lnTo>
                  <a:pt x="510937" y="453340"/>
                </a:lnTo>
                <a:lnTo>
                  <a:pt x="0" y="453340"/>
                </a:lnTo>
                <a:lnTo>
                  <a:pt x="0" y="0"/>
                </a:lnTo>
                <a:close/>
              </a:path>
            </a:pathLst>
          </a:custGeom>
          <a:blipFill rotWithShape="1">
            <a:blip r:embed="rId3">
              <a:alphaModFix/>
            </a:blip>
            <a:stretch>
              <a:fillRect/>
            </a:stretch>
          </a:blipFill>
          <a:ln>
            <a:noFill/>
          </a:ln>
        </p:spPr>
      </p:sp>
      <p:sp>
        <p:nvSpPr>
          <p:cNvPr id="129" name="Google Shape;129;p2"/>
          <p:cNvSpPr txBox="1"/>
          <p:nvPr/>
        </p:nvSpPr>
        <p:spPr>
          <a:xfrm>
            <a:off x="3663160" y="5273478"/>
            <a:ext cx="4397700" cy="4392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2853">
                <a:solidFill>
                  <a:srgbClr val="051D40"/>
                </a:solidFill>
                <a:latin typeface="Poppins"/>
                <a:ea typeface="Poppins"/>
                <a:cs typeface="Poppins"/>
                <a:sym typeface="Poppins"/>
              </a:rPr>
              <a:t>TRẦN THANH TOÀN</a:t>
            </a:r>
            <a:endParaRPr/>
          </a:p>
        </p:txBody>
      </p:sp>
      <p:sp>
        <p:nvSpPr>
          <p:cNvPr id="130" name="Google Shape;130;p2"/>
          <p:cNvSpPr txBox="1"/>
          <p:nvPr/>
        </p:nvSpPr>
        <p:spPr>
          <a:xfrm>
            <a:off x="8483149" y="5273478"/>
            <a:ext cx="660900" cy="439200"/>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853">
                <a:solidFill>
                  <a:srgbClr val="051D40"/>
                </a:solidFill>
                <a:latin typeface="Poppins"/>
                <a:ea typeface="Poppins"/>
                <a:cs typeface="Poppins"/>
                <a:sym typeface="Poppins"/>
              </a:rPr>
              <a:t>  65</a:t>
            </a:r>
            <a:endParaRPr/>
          </a:p>
        </p:txBody>
      </p:sp>
      <p:sp>
        <p:nvSpPr>
          <p:cNvPr id="131" name="Google Shape;131;p2"/>
          <p:cNvSpPr/>
          <p:nvPr/>
        </p:nvSpPr>
        <p:spPr>
          <a:xfrm rot="5400000">
            <a:off x="2912435" y="5973940"/>
            <a:ext cx="510937" cy="453341"/>
          </a:xfrm>
          <a:custGeom>
            <a:avLst/>
            <a:gdLst/>
            <a:ahLst/>
            <a:cxnLst/>
            <a:rect l="l" t="t" r="r" b="b"/>
            <a:pathLst>
              <a:path w="510937" h="453341" extrusionOk="0">
                <a:moveTo>
                  <a:pt x="0" y="0"/>
                </a:moveTo>
                <a:lnTo>
                  <a:pt x="510937" y="0"/>
                </a:lnTo>
                <a:lnTo>
                  <a:pt x="510937" y="453341"/>
                </a:lnTo>
                <a:lnTo>
                  <a:pt x="0" y="453341"/>
                </a:lnTo>
                <a:lnTo>
                  <a:pt x="0" y="0"/>
                </a:lnTo>
                <a:close/>
              </a:path>
            </a:pathLst>
          </a:custGeom>
          <a:blipFill rotWithShape="1">
            <a:blip r:embed="rId3">
              <a:alphaModFix/>
            </a:blip>
            <a:stretch>
              <a:fillRect/>
            </a:stretch>
          </a:blipFill>
          <a:ln>
            <a:noFill/>
          </a:ln>
        </p:spPr>
      </p:sp>
      <p:sp>
        <p:nvSpPr>
          <p:cNvPr id="132" name="Google Shape;132;p2"/>
          <p:cNvSpPr txBox="1"/>
          <p:nvPr/>
        </p:nvSpPr>
        <p:spPr>
          <a:xfrm>
            <a:off x="3663160" y="5898715"/>
            <a:ext cx="4579800" cy="4392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2853">
                <a:solidFill>
                  <a:srgbClr val="051D40"/>
                </a:solidFill>
                <a:latin typeface="Poppins"/>
                <a:ea typeface="Poppins"/>
                <a:cs typeface="Poppins"/>
                <a:sym typeface="Poppins"/>
              </a:rPr>
              <a:t>VÕ QUỐC TRUNG</a:t>
            </a:r>
            <a:endParaRPr/>
          </a:p>
        </p:txBody>
      </p:sp>
      <p:sp>
        <p:nvSpPr>
          <p:cNvPr id="133" name="Google Shape;133;p2"/>
          <p:cNvSpPr txBox="1"/>
          <p:nvPr/>
        </p:nvSpPr>
        <p:spPr>
          <a:xfrm>
            <a:off x="2941225" y="2562888"/>
            <a:ext cx="3735600" cy="439200"/>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853">
                <a:solidFill>
                  <a:srgbClr val="051D40"/>
                </a:solidFill>
                <a:latin typeface="Poppins"/>
                <a:ea typeface="Poppins"/>
                <a:cs typeface="Poppins"/>
                <a:sym typeface="Poppins"/>
              </a:rPr>
              <a:t>TÊN</a:t>
            </a:r>
            <a:endParaRPr/>
          </a:p>
        </p:txBody>
      </p:sp>
      <p:sp>
        <p:nvSpPr>
          <p:cNvPr id="134" name="Google Shape;134;p2"/>
          <p:cNvSpPr txBox="1"/>
          <p:nvPr/>
        </p:nvSpPr>
        <p:spPr>
          <a:xfrm>
            <a:off x="8625749" y="5898721"/>
            <a:ext cx="660900" cy="439200"/>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853">
                <a:solidFill>
                  <a:srgbClr val="051D40"/>
                </a:solidFill>
                <a:latin typeface="Poppins"/>
                <a:ea typeface="Poppins"/>
                <a:cs typeface="Poppins"/>
                <a:sym typeface="Poppins"/>
              </a:rPr>
              <a:t>70</a:t>
            </a:r>
            <a:endParaRPr/>
          </a:p>
        </p:txBody>
      </p:sp>
      <p:sp>
        <p:nvSpPr>
          <p:cNvPr id="135" name="Google Shape;135;p2"/>
          <p:cNvSpPr txBox="1"/>
          <p:nvPr/>
        </p:nvSpPr>
        <p:spPr>
          <a:xfrm>
            <a:off x="7502704" y="2562900"/>
            <a:ext cx="2907000" cy="439200"/>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853">
                <a:solidFill>
                  <a:srgbClr val="051D40"/>
                </a:solidFill>
                <a:latin typeface="Poppins"/>
                <a:ea typeface="Poppins"/>
                <a:cs typeface="Poppins"/>
                <a:sym typeface="Poppins"/>
              </a:rPr>
              <a:t>STT</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39"/>
        <p:cNvGrpSpPr/>
        <p:nvPr/>
      </p:nvGrpSpPr>
      <p:grpSpPr>
        <a:xfrm>
          <a:off x="0" y="0"/>
          <a:ext cx="0" cy="0"/>
          <a:chOff x="0" y="0"/>
          <a:chExt cx="0" cy="0"/>
        </a:xfrm>
      </p:grpSpPr>
      <p:sp>
        <p:nvSpPr>
          <p:cNvPr id="140" name="Google Shape;140;p3"/>
          <p:cNvSpPr/>
          <p:nvPr/>
        </p:nvSpPr>
        <p:spPr>
          <a:xfrm>
            <a:off x="0" y="0"/>
            <a:ext cx="18288000" cy="5143500"/>
          </a:xfrm>
          <a:custGeom>
            <a:avLst/>
            <a:gdLst/>
            <a:ahLst/>
            <a:cxnLst/>
            <a:rect l="l" t="t" r="r" b="b"/>
            <a:pathLst>
              <a:path w="18288000" h="5143500" extrusionOk="0">
                <a:moveTo>
                  <a:pt x="0" y="0"/>
                </a:moveTo>
                <a:lnTo>
                  <a:pt x="18288000" y="0"/>
                </a:lnTo>
                <a:lnTo>
                  <a:pt x="18288000" y="5143500"/>
                </a:lnTo>
                <a:lnTo>
                  <a:pt x="0" y="5143500"/>
                </a:lnTo>
                <a:lnTo>
                  <a:pt x="0" y="0"/>
                </a:lnTo>
                <a:close/>
              </a:path>
            </a:pathLst>
          </a:custGeom>
          <a:blipFill rotWithShape="1">
            <a:blip r:embed="rId3">
              <a:alphaModFix/>
            </a:blip>
            <a:stretch>
              <a:fillRect t="-72399" b="-64477"/>
            </a:stretch>
          </a:blipFill>
          <a:ln>
            <a:noFill/>
          </a:ln>
        </p:spPr>
      </p:sp>
      <p:grpSp>
        <p:nvGrpSpPr>
          <p:cNvPr id="141" name="Google Shape;141;p3"/>
          <p:cNvGrpSpPr/>
          <p:nvPr/>
        </p:nvGrpSpPr>
        <p:grpSpPr>
          <a:xfrm>
            <a:off x="-188217" y="9113639"/>
            <a:ext cx="18476217" cy="1173361"/>
            <a:chOff x="0" y="-38100"/>
            <a:chExt cx="4866164" cy="309033"/>
          </a:xfrm>
        </p:grpSpPr>
        <p:sp>
          <p:nvSpPr>
            <p:cNvPr id="142" name="Google Shape;142;p3"/>
            <p:cNvSpPr/>
            <p:nvPr/>
          </p:nvSpPr>
          <p:spPr>
            <a:xfrm>
              <a:off x="0" y="0"/>
              <a:ext cx="4866164" cy="270933"/>
            </a:xfrm>
            <a:custGeom>
              <a:avLst/>
              <a:gdLst/>
              <a:ahLst/>
              <a:cxnLst/>
              <a:rect l="l" t="t" r="r" b="b"/>
              <a:pathLst>
                <a:path w="4866164" h="270933" extrusionOk="0">
                  <a:moveTo>
                    <a:pt x="0" y="0"/>
                  </a:moveTo>
                  <a:lnTo>
                    <a:pt x="4866164" y="0"/>
                  </a:lnTo>
                  <a:lnTo>
                    <a:pt x="4866164" y="270933"/>
                  </a:lnTo>
                  <a:lnTo>
                    <a:pt x="0" y="270933"/>
                  </a:lnTo>
                  <a:close/>
                </a:path>
              </a:pathLst>
            </a:custGeom>
            <a:solidFill>
              <a:srgbClr val="5B98BA"/>
            </a:solidFill>
            <a:ln>
              <a:noFill/>
            </a:ln>
          </p:spPr>
        </p:sp>
        <p:sp>
          <p:nvSpPr>
            <p:cNvPr id="143" name="Google Shape;143;p3"/>
            <p:cNvSpPr txBox="1"/>
            <p:nvPr/>
          </p:nvSpPr>
          <p:spPr>
            <a:xfrm>
              <a:off x="0" y="-38100"/>
              <a:ext cx="4866164" cy="3090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4" name="Google Shape;144;p3"/>
          <p:cNvGrpSpPr/>
          <p:nvPr/>
        </p:nvGrpSpPr>
        <p:grpSpPr>
          <a:xfrm>
            <a:off x="3273471" y="2860407"/>
            <a:ext cx="11552961" cy="5250581"/>
            <a:chOff x="0" y="-38100"/>
            <a:chExt cx="3042735" cy="1382860"/>
          </a:xfrm>
        </p:grpSpPr>
        <p:sp>
          <p:nvSpPr>
            <p:cNvPr id="145" name="Google Shape;145;p3"/>
            <p:cNvSpPr/>
            <p:nvPr/>
          </p:nvSpPr>
          <p:spPr>
            <a:xfrm>
              <a:off x="0" y="0"/>
              <a:ext cx="3042735" cy="1344760"/>
            </a:xfrm>
            <a:custGeom>
              <a:avLst/>
              <a:gdLst/>
              <a:ahLst/>
              <a:cxnLst/>
              <a:rect l="l" t="t" r="r" b="b"/>
              <a:pathLst>
                <a:path w="3042735" h="1344760" extrusionOk="0">
                  <a:moveTo>
                    <a:pt x="0" y="0"/>
                  </a:moveTo>
                  <a:lnTo>
                    <a:pt x="3042735" y="0"/>
                  </a:lnTo>
                  <a:lnTo>
                    <a:pt x="3042735" y="1344760"/>
                  </a:lnTo>
                  <a:lnTo>
                    <a:pt x="0" y="1344760"/>
                  </a:lnTo>
                  <a:close/>
                </a:path>
              </a:pathLst>
            </a:custGeom>
            <a:solidFill>
              <a:srgbClr val="145DA0"/>
            </a:solidFill>
            <a:ln>
              <a:noFill/>
            </a:ln>
          </p:spPr>
        </p:sp>
        <p:sp>
          <p:nvSpPr>
            <p:cNvPr id="146" name="Google Shape;146;p3"/>
            <p:cNvSpPr txBox="1"/>
            <p:nvPr/>
          </p:nvSpPr>
          <p:spPr>
            <a:xfrm>
              <a:off x="0" y="-38100"/>
              <a:ext cx="3042735" cy="138286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7" name="Google Shape;147;p3"/>
          <p:cNvSpPr txBox="1"/>
          <p:nvPr/>
        </p:nvSpPr>
        <p:spPr>
          <a:xfrm>
            <a:off x="4112724" y="3288475"/>
            <a:ext cx="9532200" cy="577800"/>
          </a:xfrm>
          <a:prstGeom prst="rect">
            <a:avLst/>
          </a:prstGeom>
          <a:noFill/>
          <a:ln>
            <a:noFill/>
          </a:ln>
        </p:spPr>
        <p:txBody>
          <a:bodyPr spcFirstLastPara="1" wrap="square" lIns="0" tIns="0" rIns="0" bIns="0" anchor="t" anchorCtr="0">
            <a:spAutoFit/>
          </a:bodyPr>
          <a:lstStyle/>
          <a:p>
            <a:pPr marL="0" marR="0" lvl="0" indent="0" algn="ctr" rtl="0">
              <a:lnSpc>
                <a:spcPct val="139989"/>
              </a:lnSpc>
              <a:spcBef>
                <a:spcPts val="0"/>
              </a:spcBef>
              <a:spcAft>
                <a:spcPts val="0"/>
              </a:spcAft>
              <a:buNone/>
            </a:pPr>
            <a:r>
              <a:rPr lang="en-US" sz="3754">
                <a:solidFill>
                  <a:srgbClr val="FDFDFD"/>
                </a:solidFill>
                <a:latin typeface="Open Sans ExtraBold"/>
                <a:ea typeface="Open Sans ExtraBold"/>
                <a:cs typeface="Open Sans ExtraBold"/>
                <a:sym typeface="Open Sans ExtraBold"/>
              </a:rPr>
              <a:t>BƯỚC 1: XÁC ĐỊNH NGƯỜI PHỎNG VẤN</a:t>
            </a:r>
            <a:endParaRPr sz="100"/>
          </a:p>
        </p:txBody>
      </p:sp>
      <p:sp>
        <p:nvSpPr>
          <p:cNvPr id="148" name="Google Shape;148;p3"/>
          <p:cNvSpPr txBox="1"/>
          <p:nvPr/>
        </p:nvSpPr>
        <p:spPr>
          <a:xfrm>
            <a:off x="3802591" y="4343316"/>
            <a:ext cx="10494600" cy="2603020"/>
          </a:xfrm>
          <a:prstGeom prst="rect">
            <a:avLst/>
          </a:prstGeom>
          <a:noFill/>
          <a:ln>
            <a:noFill/>
          </a:ln>
        </p:spPr>
        <p:txBody>
          <a:bodyPr spcFirstLastPara="1" wrap="square" lIns="0" tIns="0" rIns="0" bIns="0" anchor="t" anchorCtr="0">
            <a:spAutoFit/>
          </a:bodyPr>
          <a:lstStyle/>
          <a:p>
            <a:pPr marL="457200" lvl="0" indent="-387350" algn="l" rtl="0">
              <a:lnSpc>
                <a:spcPct val="115000"/>
              </a:lnSpc>
              <a:spcBef>
                <a:spcPts val="0"/>
              </a:spcBef>
              <a:spcAft>
                <a:spcPts val="0"/>
              </a:spcAft>
              <a:buClr>
                <a:schemeClr val="dk1"/>
              </a:buClr>
              <a:buSzPts val="2500"/>
              <a:buChar char="●"/>
            </a:pPr>
            <a:r>
              <a:rPr lang="en-US" sz="2500" b="1" dirty="0" err="1">
                <a:solidFill>
                  <a:schemeClr val="dk1"/>
                </a:solidFill>
                <a:latin typeface="+mn-lt"/>
                <a:ea typeface="Poppins"/>
                <a:cs typeface="Poppins"/>
                <a:sym typeface="Poppins"/>
              </a:rPr>
              <a:t>Đặc</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trưng</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của</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kỹ</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thuật</a:t>
            </a:r>
            <a:r>
              <a:rPr lang="en-US" sz="2500" b="1" dirty="0">
                <a:solidFill>
                  <a:schemeClr val="dk1"/>
                </a:solidFill>
                <a:latin typeface="+mn-lt"/>
                <a:ea typeface="Poppins"/>
                <a:cs typeface="Poppins"/>
                <a:sym typeface="Poppins"/>
              </a:rPr>
              <a: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Kỹ</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thuật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này</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giúp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chọn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người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phù</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hợp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để</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phỏng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vấn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nhờ</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đó</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hiểu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rõ</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hơn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về</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thống</a:t>
            </a:r>
            <a:endParaRPr sz="2500" dirty="0">
              <a:solidFill>
                <a:schemeClr val="dk1"/>
              </a:solidFill>
              <a:latin typeface="+mn-lt"/>
              <a:ea typeface="Poppins"/>
              <a:cs typeface="Poppins"/>
              <a:sym typeface="Poppins"/>
            </a:endParaRPr>
          </a:p>
          <a:p>
            <a:pPr marL="457200" lvl="0" indent="-387350" algn="l" rtl="0">
              <a:lnSpc>
                <a:spcPct val="115000"/>
              </a:lnSpc>
              <a:spcBef>
                <a:spcPts val="0"/>
              </a:spcBef>
              <a:spcAft>
                <a:spcPts val="0"/>
              </a:spcAft>
              <a:buClr>
                <a:schemeClr val="dk1"/>
              </a:buClr>
              <a:buSzPts val="2500"/>
              <a:buChar char="●"/>
            </a:pPr>
            <a:r>
              <a:rPr lang="en-US" sz="2500" b="1" dirty="0" err="1">
                <a:solidFill>
                  <a:schemeClr val="dk1"/>
                </a:solidFill>
                <a:latin typeface="+mn-lt"/>
                <a:ea typeface="Poppins"/>
                <a:cs typeface="Poppins"/>
                <a:sym typeface="Poppins"/>
              </a:rPr>
              <a:t>Dùng</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cho</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trường</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hợp</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nào</a:t>
            </a:r>
            <a:r>
              <a:rPr lang="en-US" sz="2500" b="1" dirty="0">
                <a:solidFill>
                  <a:schemeClr val="dk1"/>
                </a:solidFill>
                <a:latin typeface="+mn-lt"/>
                <a:ea typeface="Poppins"/>
                <a:cs typeface="Poppins"/>
                <a:sym typeface="Poppins"/>
              </a:rPr>
              <a: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Dùng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khi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cần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tìm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hiểu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thông</a:t>
            </a:r>
            <a:r>
              <a:rPr lang="en-US" sz="2500" dirty="0">
                <a:solidFill>
                  <a:schemeClr val="dk1"/>
                </a:solidFill>
                <a:latin typeface="+mn-lt"/>
                <a:ea typeface="Poppins"/>
                <a:cs typeface="Poppins"/>
                <a:sym typeface="Poppins"/>
              </a:rPr>
              <a:t> tin chi </a:t>
            </a:r>
            <a:r>
              <a:rPr lang="en-US" sz="2500" dirty="0" err="1">
                <a:solidFill>
                  <a:schemeClr val="dk1"/>
                </a:solidFill>
                <a:latin typeface="+mn-lt"/>
                <a:ea typeface="Poppins"/>
                <a:cs typeface="Poppins"/>
                <a:sym typeface="Poppins"/>
              </a:rPr>
              <a:t>tiết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từ</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những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người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có</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kiến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về</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thống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hoặc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quy</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trình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của</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tổ</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từ</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cấp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quản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lý</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đến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nhân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viên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trực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tiếp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làm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việc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với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thống</a:t>
            </a:r>
            <a:r>
              <a:rPr lang="en-US" sz="2500" dirty="0">
                <a:solidFill>
                  <a:schemeClr val="dk1"/>
                </a:solidFill>
                <a:latin typeface="+mn-lt"/>
                <a:ea typeface="Poppins"/>
                <a:cs typeface="Poppins"/>
                <a:sym typeface="Poppins"/>
              </a:rPr>
              <a:t>.</a:t>
            </a:r>
            <a:endParaRPr sz="2500" dirty="0">
              <a:solidFill>
                <a:schemeClr val="dk1"/>
              </a:solidFill>
              <a:latin typeface="+mn-lt"/>
              <a:ea typeface="Poppins"/>
              <a:cs typeface="Poppins"/>
              <a:sym typeface="Poppins"/>
            </a:endParaRPr>
          </a:p>
          <a:p>
            <a:pPr marL="0" marR="0" lvl="0" indent="0" algn="ctr" rtl="0">
              <a:lnSpc>
                <a:spcPct val="140034"/>
              </a:lnSpc>
              <a:spcBef>
                <a:spcPts val="1200"/>
              </a:spcBef>
              <a:spcAft>
                <a:spcPts val="0"/>
              </a:spcAft>
              <a:buNone/>
            </a:pPr>
            <a:endParaRPr sz="1100" b="1"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52"/>
        <p:cNvGrpSpPr/>
        <p:nvPr/>
      </p:nvGrpSpPr>
      <p:grpSpPr>
        <a:xfrm>
          <a:off x="0" y="0"/>
          <a:ext cx="0" cy="0"/>
          <a:chOff x="0" y="0"/>
          <a:chExt cx="0" cy="0"/>
        </a:xfrm>
      </p:grpSpPr>
      <p:sp>
        <p:nvSpPr>
          <p:cNvPr id="153" name="Google Shape;153;g324991e04e6_3_21"/>
          <p:cNvSpPr/>
          <p:nvPr/>
        </p:nvSpPr>
        <p:spPr>
          <a:xfrm>
            <a:off x="0" y="0"/>
            <a:ext cx="18288000" cy="5143500"/>
          </a:xfrm>
          <a:custGeom>
            <a:avLst/>
            <a:gdLst/>
            <a:ahLst/>
            <a:cxnLst/>
            <a:rect l="l" t="t" r="r" b="b"/>
            <a:pathLst>
              <a:path w="18288000" h="5143500" extrusionOk="0">
                <a:moveTo>
                  <a:pt x="0" y="0"/>
                </a:moveTo>
                <a:lnTo>
                  <a:pt x="18288000" y="0"/>
                </a:lnTo>
                <a:lnTo>
                  <a:pt x="18288000" y="5143500"/>
                </a:lnTo>
                <a:lnTo>
                  <a:pt x="0" y="5143500"/>
                </a:lnTo>
                <a:lnTo>
                  <a:pt x="0" y="0"/>
                </a:lnTo>
                <a:close/>
              </a:path>
            </a:pathLst>
          </a:custGeom>
          <a:blipFill rotWithShape="1">
            <a:blip r:embed="rId3">
              <a:alphaModFix/>
            </a:blip>
            <a:stretch>
              <a:fillRect t="-72399" b="-64477"/>
            </a:stretch>
          </a:blipFill>
          <a:ln>
            <a:noFill/>
          </a:ln>
        </p:spPr>
      </p:sp>
      <p:grpSp>
        <p:nvGrpSpPr>
          <p:cNvPr id="154" name="Google Shape;154;g324991e04e6_3_21"/>
          <p:cNvGrpSpPr/>
          <p:nvPr/>
        </p:nvGrpSpPr>
        <p:grpSpPr>
          <a:xfrm>
            <a:off x="-188217" y="9113638"/>
            <a:ext cx="18476854" cy="1173367"/>
            <a:chOff x="0" y="-38100"/>
            <a:chExt cx="4866300" cy="309033"/>
          </a:xfrm>
        </p:grpSpPr>
        <p:sp>
          <p:nvSpPr>
            <p:cNvPr id="155" name="Google Shape;155;g324991e04e6_3_21"/>
            <p:cNvSpPr/>
            <p:nvPr/>
          </p:nvSpPr>
          <p:spPr>
            <a:xfrm>
              <a:off x="0" y="0"/>
              <a:ext cx="4866164" cy="270933"/>
            </a:xfrm>
            <a:custGeom>
              <a:avLst/>
              <a:gdLst/>
              <a:ahLst/>
              <a:cxnLst/>
              <a:rect l="l" t="t" r="r" b="b"/>
              <a:pathLst>
                <a:path w="4866164" h="270933" extrusionOk="0">
                  <a:moveTo>
                    <a:pt x="0" y="0"/>
                  </a:moveTo>
                  <a:lnTo>
                    <a:pt x="4866164" y="0"/>
                  </a:lnTo>
                  <a:lnTo>
                    <a:pt x="4866164" y="270933"/>
                  </a:lnTo>
                  <a:lnTo>
                    <a:pt x="0" y="270933"/>
                  </a:lnTo>
                  <a:close/>
                </a:path>
              </a:pathLst>
            </a:custGeom>
            <a:solidFill>
              <a:srgbClr val="5B98BA"/>
            </a:solidFill>
            <a:ln>
              <a:noFill/>
            </a:ln>
          </p:spPr>
        </p:sp>
        <p:sp>
          <p:nvSpPr>
            <p:cNvPr id="156" name="Google Shape;156;g324991e04e6_3_21"/>
            <p:cNvSpPr txBox="1"/>
            <p:nvPr/>
          </p:nvSpPr>
          <p:spPr>
            <a:xfrm>
              <a:off x="0" y="-38100"/>
              <a:ext cx="4866300" cy="309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7" name="Google Shape;157;g324991e04e6_3_21"/>
          <p:cNvGrpSpPr/>
          <p:nvPr/>
        </p:nvGrpSpPr>
        <p:grpSpPr>
          <a:xfrm>
            <a:off x="3273471" y="2860407"/>
            <a:ext cx="11552961" cy="5637394"/>
            <a:chOff x="0" y="-38100"/>
            <a:chExt cx="3042735" cy="1383000"/>
          </a:xfrm>
        </p:grpSpPr>
        <p:sp>
          <p:nvSpPr>
            <p:cNvPr id="158" name="Google Shape;158;g324991e04e6_3_21"/>
            <p:cNvSpPr/>
            <p:nvPr/>
          </p:nvSpPr>
          <p:spPr>
            <a:xfrm>
              <a:off x="0" y="0"/>
              <a:ext cx="3042735" cy="1344760"/>
            </a:xfrm>
            <a:custGeom>
              <a:avLst/>
              <a:gdLst/>
              <a:ahLst/>
              <a:cxnLst/>
              <a:rect l="l" t="t" r="r" b="b"/>
              <a:pathLst>
                <a:path w="3042735" h="1344760" extrusionOk="0">
                  <a:moveTo>
                    <a:pt x="0" y="0"/>
                  </a:moveTo>
                  <a:lnTo>
                    <a:pt x="3042735" y="0"/>
                  </a:lnTo>
                  <a:lnTo>
                    <a:pt x="3042735" y="1344760"/>
                  </a:lnTo>
                  <a:lnTo>
                    <a:pt x="0" y="1344760"/>
                  </a:lnTo>
                  <a:close/>
                </a:path>
              </a:pathLst>
            </a:custGeom>
            <a:solidFill>
              <a:srgbClr val="145DA0"/>
            </a:solidFill>
            <a:ln>
              <a:noFill/>
            </a:ln>
          </p:spPr>
        </p:sp>
        <p:sp>
          <p:nvSpPr>
            <p:cNvPr id="159" name="Google Shape;159;g324991e04e6_3_21"/>
            <p:cNvSpPr txBox="1"/>
            <p:nvPr/>
          </p:nvSpPr>
          <p:spPr>
            <a:xfrm>
              <a:off x="0" y="-38100"/>
              <a:ext cx="3042600" cy="1383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0" name="Google Shape;160;g324991e04e6_3_21"/>
          <p:cNvSpPr txBox="1"/>
          <p:nvPr/>
        </p:nvSpPr>
        <p:spPr>
          <a:xfrm>
            <a:off x="4112724" y="3288475"/>
            <a:ext cx="9532200" cy="577800"/>
          </a:xfrm>
          <a:prstGeom prst="rect">
            <a:avLst/>
          </a:prstGeom>
          <a:noFill/>
          <a:ln>
            <a:noFill/>
          </a:ln>
        </p:spPr>
        <p:txBody>
          <a:bodyPr spcFirstLastPara="1" wrap="square" lIns="0" tIns="0" rIns="0" bIns="0" anchor="t" anchorCtr="0">
            <a:spAutoFit/>
          </a:bodyPr>
          <a:lstStyle/>
          <a:p>
            <a:pPr marL="0" marR="0" lvl="0" indent="0" algn="ctr" rtl="0">
              <a:lnSpc>
                <a:spcPct val="139989"/>
              </a:lnSpc>
              <a:spcBef>
                <a:spcPts val="0"/>
              </a:spcBef>
              <a:spcAft>
                <a:spcPts val="0"/>
              </a:spcAft>
              <a:buNone/>
            </a:pPr>
            <a:r>
              <a:rPr lang="en-US" sz="3754">
                <a:solidFill>
                  <a:srgbClr val="FDFDFD"/>
                </a:solidFill>
                <a:latin typeface="Open Sans ExtraBold"/>
                <a:ea typeface="Open Sans ExtraBold"/>
                <a:cs typeface="Open Sans ExtraBold"/>
                <a:sym typeface="Open Sans ExtraBold"/>
              </a:rPr>
              <a:t>BƯỚC 1: XÁC ĐỊNH NGƯỜI PHỎNG VẤN</a:t>
            </a:r>
            <a:endParaRPr sz="100"/>
          </a:p>
        </p:txBody>
      </p:sp>
      <p:sp>
        <p:nvSpPr>
          <p:cNvPr id="161" name="Google Shape;161;g324991e04e6_3_21"/>
          <p:cNvSpPr txBox="1"/>
          <p:nvPr/>
        </p:nvSpPr>
        <p:spPr>
          <a:xfrm>
            <a:off x="3631525" y="4018501"/>
            <a:ext cx="10494600" cy="425731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US" sz="2500" b="1" dirty="0" err="1">
                <a:solidFill>
                  <a:schemeClr val="dk1"/>
                </a:solidFill>
                <a:latin typeface="+mn-lt"/>
                <a:ea typeface="Poppins"/>
                <a:cs typeface="Poppins"/>
                <a:sym typeface="Poppins"/>
              </a:rPr>
              <a:t>Cách</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tiến</a:t>
            </a:r>
            <a:r>
              <a:rPr lang="en-US" sz="2500" b="1" dirty="0">
                <a:solidFill>
                  <a:schemeClr val="dk1"/>
                </a:solidFill>
                <a:latin typeface="+mn-lt"/>
                <a:ea typeface="Poppins"/>
                <a:cs typeface="Poppins"/>
                <a:sym typeface="Poppins"/>
              </a:rPr>
              <a:t> </a:t>
            </a:r>
            <a:r>
              <a:rPr lang="en-US" sz="2500" b="1" dirty="0" err="1">
                <a:solidFill>
                  <a:schemeClr val="dk1"/>
                </a:solidFill>
                <a:latin typeface="+mn-lt"/>
                <a:ea typeface="Poppins"/>
                <a:cs typeface="Poppins"/>
                <a:sym typeface="Poppins"/>
              </a:rPr>
              <a:t>hành</a:t>
            </a:r>
            <a:r>
              <a:rPr lang="en-US" sz="2500" b="1" dirty="0">
                <a:solidFill>
                  <a:schemeClr val="dk1"/>
                </a:solidFill>
                <a:latin typeface="+mn-lt"/>
                <a:ea typeface="Poppins"/>
                <a:cs typeface="Poppins"/>
                <a:sym typeface="Poppins"/>
              </a:rPr>
              <a:t>: </a:t>
            </a:r>
            <a:endParaRPr sz="2500" b="1" dirty="0">
              <a:solidFill>
                <a:schemeClr val="dk1"/>
              </a:solidFill>
              <a:latin typeface="+mn-lt"/>
              <a:ea typeface="Poppins"/>
              <a:cs typeface="Poppins"/>
              <a:sym typeface="Poppins"/>
            </a:endParaRPr>
          </a:p>
          <a:p>
            <a:pPr marL="0" lvl="0" indent="0" algn="l" rtl="0">
              <a:lnSpc>
                <a:spcPct val="115000"/>
              </a:lnSpc>
              <a:spcBef>
                <a:spcPts val="1200"/>
              </a:spcBef>
              <a:spcAft>
                <a:spcPts val="0"/>
              </a:spcAft>
              <a:buNone/>
            </a:pPr>
            <a:r>
              <a:rPr lang="en-US" sz="2500" dirty="0">
                <a:solidFill>
                  <a:schemeClr val="dk1"/>
                </a:solidFill>
                <a:latin typeface="+mn-lt"/>
                <a:ea typeface="Poppins"/>
                <a:cs typeface="Poppins"/>
                <a:sym typeface="Poppins"/>
              </a:rPr>
              <a:t>1. </a:t>
            </a:r>
            <a:r>
              <a:rPr lang="en-US" sz="2500" dirty="0" err="1">
                <a:solidFill>
                  <a:schemeClr val="dk1"/>
                </a:solidFill>
                <a:latin typeface="+mn-lt"/>
                <a:ea typeface="Poppins"/>
                <a:cs typeface="Poppins"/>
                <a:sym typeface="Poppins"/>
              </a:rPr>
              <a:t>Nghiên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cứu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sơ</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đồ</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tổ</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chính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endParaRPr sz="2500" dirty="0">
              <a:solidFill>
                <a:schemeClr val="dk1"/>
              </a:solidFill>
              <a:latin typeface="+mn-lt"/>
              <a:ea typeface="Poppins"/>
              <a:cs typeface="Poppins"/>
              <a:sym typeface="Poppins"/>
            </a:endParaRPr>
          </a:p>
          <a:p>
            <a:pPr marL="0" lvl="0" indent="457200" algn="l" rtl="0">
              <a:lnSpc>
                <a:spcPct val="115000"/>
              </a:lnSpc>
              <a:spcBef>
                <a:spcPts val="1200"/>
              </a:spcBef>
              <a:spcAft>
                <a:spcPts val="0"/>
              </a:spcAft>
              <a:buNone/>
            </a:pP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Xem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xét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phòng</a:t>
            </a:r>
            <a:r>
              <a:rPr lang="en-US" sz="2500" dirty="0">
                <a:solidFill>
                  <a:schemeClr val="dk1"/>
                </a:solidFill>
                <a:latin typeface="+mn-lt"/>
                <a:ea typeface="Poppins"/>
                <a:cs typeface="Poppins"/>
                <a:sym typeface="Poppins"/>
              </a:rPr>
              <a:t> ban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vai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trò</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Xác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định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phòng</a:t>
            </a:r>
            <a:r>
              <a:rPr lang="en-US" sz="2500" dirty="0">
                <a:solidFill>
                  <a:schemeClr val="dk1"/>
                </a:solidFill>
                <a:latin typeface="+mn-lt"/>
                <a:ea typeface="Poppins"/>
                <a:cs typeface="Poppins"/>
                <a:sym typeface="Poppins"/>
              </a:rPr>
              <a:t> ban </a:t>
            </a:r>
            <a:r>
              <a:rPr lang="en-US" sz="2500" dirty="0" err="1">
                <a:solidFill>
                  <a:schemeClr val="dk1"/>
                </a:solidFill>
                <a:latin typeface="+mn-lt"/>
                <a:ea typeface="Poppins"/>
                <a:cs typeface="Poppins"/>
                <a:sym typeface="Poppins"/>
              </a:rPr>
              <a:t>liên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quan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vai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trò</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danh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công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việc</a:t>
            </a:r>
            <a:r>
              <a:rPr lang="en-US" sz="2500" dirty="0">
                <a:solidFill>
                  <a:schemeClr val="dk1"/>
                </a:solidFill>
                <a:latin typeface="+mn-lt"/>
                <a:ea typeface="Poppins"/>
                <a:cs typeface="Poppins"/>
                <a:sym typeface="Poppins"/>
              </a:rPr>
              <a:t>.</a:t>
            </a:r>
            <a:endParaRPr sz="2500" dirty="0">
              <a:solidFill>
                <a:schemeClr val="dk1"/>
              </a:solidFill>
              <a:latin typeface="+mn-lt"/>
              <a:ea typeface="Poppins"/>
              <a:cs typeface="Poppins"/>
              <a:sym typeface="Poppins"/>
            </a:endParaRPr>
          </a:p>
          <a:p>
            <a:pPr marL="457200" lvl="0" indent="0" algn="just" rtl="0">
              <a:lnSpc>
                <a:spcPct val="115000"/>
              </a:lnSpc>
              <a:spcBef>
                <a:spcPts val="1200"/>
              </a:spcBef>
              <a:spcAft>
                <a:spcPts val="0"/>
              </a:spcAft>
              <a:buNone/>
            </a:pP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Phân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tích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cấp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bậc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Xác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định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cấp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bậc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quản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lý</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nhân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viên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phỏng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vấn</a:t>
            </a:r>
            <a:r>
              <a:rPr lang="en-US" sz="2500" dirty="0">
                <a:solidFill>
                  <a:schemeClr val="dk1"/>
                </a:solidFill>
                <a:latin typeface="+mn-lt"/>
                <a:ea typeface="Poppins"/>
                <a:cs typeface="Poppins"/>
                <a:sym typeface="Poppins"/>
              </a:rPr>
              <a:t> ở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cấp</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bậc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khác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nhau</a:t>
            </a:r>
            <a:r>
              <a:rPr lang="en-US" sz="2500" dirty="0">
                <a:solidFill>
                  <a:schemeClr val="dk1"/>
                </a:solidFill>
                <a:latin typeface="+mn-lt"/>
                <a:ea typeface="Poppins"/>
                <a:cs typeface="Poppins"/>
                <a:sym typeface="Poppins"/>
              </a:rPr>
              <a:t>.</a:t>
            </a:r>
            <a:endParaRPr sz="2500" dirty="0">
              <a:solidFill>
                <a:schemeClr val="dk1"/>
              </a:solidFill>
              <a:latin typeface="+mn-lt"/>
              <a:ea typeface="Poppins"/>
              <a:cs typeface="Poppins"/>
              <a:sym typeface="Poppins"/>
            </a:endParaRPr>
          </a:p>
          <a:p>
            <a:pPr marL="0" lvl="0" indent="457200" algn="just" rtl="0">
              <a:lnSpc>
                <a:spcPct val="115000"/>
              </a:lnSpc>
              <a:spcBef>
                <a:spcPts val="1200"/>
              </a:spcBef>
              <a:spcAft>
                <a:spcPts val="0"/>
              </a:spcAft>
              <a:buNone/>
            </a:pP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Ghi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chú</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mối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quan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Lưu</a:t>
            </a:r>
            <a:r>
              <a:rPr lang="en-US" sz="2500" dirty="0">
                <a:solidFill>
                  <a:schemeClr val="dk1"/>
                </a:solidFill>
                <a:latin typeface="+mn-lt"/>
                <a:ea typeface="Poppins"/>
                <a:cs typeface="Poppins"/>
                <a:sym typeface="Poppins"/>
              </a:rPr>
              <a:t> ý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mối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quan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báo</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cáo</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chính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r>
              <a:rPr lang="en-US" sz="2500" dirty="0">
                <a:solidFill>
                  <a:schemeClr val="dk1"/>
                </a:solidFill>
                <a:latin typeface="+mn-lt"/>
                <a:ea typeface="Poppins"/>
                <a:cs typeface="Poppins"/>
                <a:sym typeface="Poppins"/>
              </a:rPr>
              <a:t>.</a:t>
            </a:r>
            <a:endParaRPr sz="2500" b="1" dirty="0">
              <a:solidFill>
                <a:schemeClr val="dk1"/>
              </a:solidFill>
              <a:latin typeface="+mn-lt"/>
              <a:ea typeface="Poppins"/>
              <a:cs typeface="Poppins"/>
              <a:sym typeface="Poppins"/>
            </a:endParaRPr>
          </a:p>
          <a:p>
            <a:pPr marL="0" marR="0" lvl="0" indent="0" algn="ctr" rtl="0">
              <a:lnSpc>
                <a:spcPct val="140034"/>
              </a:lnSpc>
              <a:spcBef>
                <a:spcPts val="1200"/>
              </a:spcBef>
              <a:spcAft>
                <a:spcPts val="0"/>
              </a:spcAft>
              <a:buNone/>
            </a:pPr>
            <a:endParaRPr sz="1100" b="1"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65"/>
        <p:cNvGrpSpPr/>
        <p:nvPr/>
      </p:nvGrpSpPr>
      <p:grpSpPr>
        <a:xfrm>
          <a:off x="0" y="0"/>
          <a:ext cx="0" cy="0"/>
          <a:chOff x="0" y="0"/>
          <a:chExt cx="0" cy="0"/>
        </a:xfrm>
      </p:grpSpPr>
      <p:sp>
        <p:nvSpPr>
          <p:cNvPr id="166" name="Google Shape;166;g324991e04e6_3_9"/>
          <p:cNvSpPr/>
          <p:nvPr/>
        </p:nvSpPr>
        <p:spPr>
          <a:xfrm>
            <a:off x="0" y="0"/>
            <a:ext cx="18288000" cy="5143500"/>
          </a:xfrm>
          <a:custGeom>
            <a:avLst/>
            <a:gdLst/>
            <a:ahLst/>
            <a:cxnLst/>
            <a:rect l="l" t="t" r="r" b="b"/>
            <a:pathLst>
              <a:path w="18288000" h="5143500" extrusionOk="0">
                <a:moveTo>
                  <a:pt x="0" y="0"/>
                </a:moveTo>
                <a:lnTo>
                  <a:pt x="18288000" y="0"/>
                </a:lnTo>
                <a:lnTo>
                  <a:pt x="18288000" y="5143500"/>
                </a:lnTo>
                <a:lnTo>
                  <a:pt x="0" y="5143500"/>
                </a:lnTo>
                <a:lnTo>
                  <a:pt x="0" y="0"/>
                </a:lnTo>
                <a:close/>
              </a:path>
            </a:pathLst>
          </a:custGeom>
          <a:blipFill rotWithShape="1">
            <a:blip r:embed="rId3">
              <a:alphaModFix/>
            </a:blip>
            <a:stretch>
              <a:fillRect t="-72399" b="-64477"/>
            </a:stretch>
          </a:blipFill>
          <a:ln>
            <a:noFill/>
          </a:ln>
        </p:spPr>
      </p:sp>
      <p:grpSp>
        <p:nvGrpSpPr>
          <p:cNvPr id="167" name="Google Shape;167;g324991e04e6_3_9"/>
          <p:cNvGrpSpPr/>
          <p:nvPr/>
        </p:nvGrpSpPr>
        <p:grpSpPr>
          <a:xfrm>
            <a:off x="-188217" y="9113638"/>
            <a:ext cx="18476854" cy="1173367"/>
            <a:chOff x="0" y="-38100"/>
            <a:chExt cx="4866300" cy="309033"/>
          </a:xfrm>
        </p:grpSpPr>
        <p:sp>
          <p:nvSpPr>
            <p:cNvPr id="168" name="Google Shape;168;g324991e04e6_3_9"/>
            <p:cNvSpPr/>
            <p:nvPr/>
          </p:nvSpPr>
          <p:spPr>
            <a:xfrm>
              <a:off x="0" y="0"/>
              <a:ext cx="4866164" cy="270933"/>
            </a:xfrm>
            <a:custGeom>
              <a:avLst/>
              <a:gdLst/>
              <a:ahLst/>
              <a:cxnLst/>
              <a:rect l="l" t="t" r="r" b="b"/>
              <a:pathLst>
                <a:path w="4866164" h="270933" extrusionOk="0">
                  <a:moveTo>
                    <a:pt x="0" y="0"/>
                  </a:moveTo>
                  <a:lnTo>
                    <a:pt x="4866164" y="0"/>
                  </a:lnTo>
                  <a:lnTo>
                    <a:pt x="4866164" y="270933"/>
                  </a:lnTo>
                  <a:lnTo>
                    <a:pt x="0" y="270933"/>
                  </a:lnTo>
                  <a:close/>
                </a:path>
              </a:pathLst>
            </a:custGeom>
            <a:solidFill>
              <a:srgbClr val="5B98BA"/>
            </a:solidFill>
            <a:ln>
              <a:noFill/>
            </a:ln>
          </p:spPr>
        </p:sp>
        <p:sp>
          <p:nvSpPr>
            <p:cNvPr id="169" name="Google Shape;169;g324991e04e6_3_9"/>
            <p:cNvSpPr txBox="1"/>
            <p:nvPr/>
          </p:nvSpPr>
          <p:spPr>
            <a:xfrm>
              <a:off x="0" y="-38100"/>
              <a:ext cx="4866300" cy="309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 name="Google Shape;170;g324991e04e6_3_9"/>
          <p:cNvGrpSpPr/>
          <p:nvPr/>
        </p:nvGrpSpPr>
        <p:grpSpPr>
          <a:xfrm>
            <a:off x="3273471" y="2860407"/>
            <a:ext cx="11552961" cy="5251113"/>
            <a:chOff x="0" y="-38100"/>
            <a:chExt cx="3042735" cy="1383000"/>
          </a:xfrm>
        </p:grpSpPr>
        <p:sp>
          <p:nvSpPr>
            <p:cNvPr id="171" name="Google Shape;171;g324991e04e6_3_9"/>
            <p:cNvSpPr/>
            <p:nvPr/>
          </p:nvSpPr>
          <p:spPr>
            <a:xfrm>
              <a:off x="0" y="0"/>
              <a:ext cx="3042735" cy="1344760"/>
            </a:xfrm>
            <a:custGeom>
              <a:avLst/>
              <a:gdLst/>
              <a:ahLst/>
              <a:cxnLst/>
              <a:rect l="l" t="t" r="r" b="b"/>
              <a:pathLst>
                <a:path w="3042735" h="1344760" extrusionOk="0">
                  <a:moveTo>
                    <a:pt x="0" y="0"/>
                  </a:moveTo>
                  <a:lnTo>
                    <a:pt x="3042735" y="0"/>
                  </a:lnTo>
                  <a:lnTo>
                    <a:pt x="3042735" y="1344760"/>
                  </a:lnTo>
                  <a:lnTo>
                    <a:pt x="0" y="1344760"/>
                  </a:lnTo>
                  <a:close/>
                </a:path>
              </a:pathLst>
            </a:custGeom>
            <a:solidFill>
              <a:srgbClr val="145DA0"/>
            </a:solidFill>
            <a:ln>
              <a:noFill/>
            </a:ln>
          </p:spPr>
        </p:sp>
        <p:sp>
          <p:nvSpPr>
            <p:cNvPr id="172" name="Google Shape;172;g324991e04e6_3_9"/>
            <p:cNvSpPr txBox="1"/>
            <p:nvPr/>
          </p:nvSpPr>
          <p:spPr>
            <a:xfrm>
              <a:off x="0" y="-38100"/>
              <a:ext cx="3042600" cy="1383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3" name="Google Shape;173;g324991e04e6_3_9"/>
          <p:cNvSpPr txBox="1"/>
          <p:nvPr/>
        </p:nvSpPr>
        <p:spPr>
          <a:xfrm>
            <a:off x="4112724" y="3288475"/>
            <a:ext cx="9532200" cy="577800"/>
          </a:xfrm>
          <a:prstGeom prst="rect">
            <a:avLst/>
          </a:prstGeom>
          <a:noFill/>
          <a:ln>
            <a:noFill/>
          </a:ln>
        </p:spPr>
        <p:txBody>
          <a:bodyPr spcFirstLastPara="1" wrap="square" lIns="0" tIns="0" rIns="0" bIns="0" anchor="t" anchorCtr="0">
            <a:spAutoFit/>
          </a:bodyPr>
          <a:lstStyle/>
          <a:p>
            <a:pPr marL="0" marR="0" lvl="0" indent="0" algn="ctr" rtl="0">
              <a:lnSpc>
                <a:spcPct val="139989"/>
              </a:lnSpc>
              <a:spcBef>
                <a:spcPts val="0"/>
              </a:spcBef>
              <a:spcAft>
                <a:spcPts val="0"/>
              </a:spcAft>
              <a:buNone/>
            </a:pPr>
            <a:r>
              <a:rPr lang="en-US" sz="3754">
                <a:solidFill>
                  <a:srgbClr val="FDFDFD"/>
                </a:solidFill>
                <a:latin typeface="Open Sans ExtraBold"/>
                <a:ea typeface="Open Sans ExtraBold"/>
                <a:cs typeface="Open Sans ExtraBold"/>
                <a:sym typeface="Open Sans ExtraBold"/>
              </a:rPr>
              <a:t>BƯỚC 1: XÁC ĐỊNH NGƯỜI PHỎNG VẤN</a:t>
            </a:r>
            <a:endParaRPr sz="100"/>
          </a:p>
        </p:txBody>
      </p:sp>
      <p:sp>
        <p:nvSpPr>
          <p:cNvPr id="174" name="Google Shape;174;g324991e04e6_3_9"/>
          <p:cNvSpPr txBox="1"/>
          <p:nvPr/>
        </p:nvSpPr>
        <p:spPr>
          <a:xfrm>
            <a:off x="3896700" y="4156526"/>
            <a:ext cx="10494600" cy="4103431"/>
          </a:xfrm>
          <a:prstGeom prst="rect">
            <a:avLst/>
          </a:prstGeom>
          <a:noFill/>
          <a:ln>
            <a:noFill/>
          </a:ln>
        </p:spPr>
        <p:txBody>
          <a:bodyPr spcFirstLastPara="1" wrap="square" lIns="0" tIns="0" rIns="0" bIns="0" anchor="t" anchorCtr="0">
            <a:spAutoFit/>
          </a:bodyPr>
          <a:lstStyle/>
          <a:p>
            <a:pPr marL="457200" lvl="0" indent="0" algn="just" rtl="0">
              <a:lnSpc>
                <a:spcPct val="115000"/>
              </a:lnSpc>
              <a:spcBef>
                <a:spcPts val="1200"/>
              </a:spcBef>
              <a:spcAft>
                <a:spcPts val="0"/>
              </a:spcAft>
              <a:buNone/>
            </a:pPr>
            <a:r>
              <a:rPr lang="en-US" sz="2500" dirty="0">
                <a:solidFill>
                  <a:schemeClr val="dk1"/>
                </a:solidFill>
                <a:latin typeface="+mn-lt"/>
                <a:ea typeface="Poppins"/>
                <a:cs typeface="Poppins"/>
                <a:sym typeface="Poppins"/>
              </a:rPr>
              <a:t>2. </a:t>
            </a:r>
            <a:r>
              <a:rPr lang="en-US" sz="2500" dirty="0" err="1">
                <a:solidFill>
                  <a:schemeClr val="dk1"/>
                </a:solidFill>
                <a:latin typeface="+mn-lt"/>
                <a:ea typeface="Poppins"/>
                <a:cs typeface="Poppins"/>
                <a:sym typeface="Poppins"/>
              </a:rPr>
              <a:t>Khám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phá</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cấu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trúc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không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chính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endParaRPr sz="2500" dirty="0">
              <a:solidFill>
                <a:schemeClr val="dk1"/>
              </a:solidFill>
              <a:latin typeface="+mn-lt"/>
              <a:ea typeface="Poppins"/>
              <a:cs typeface="Poppins"/>
              <a:sym typeface="Poppins"/>
            </a:endParaRPr>
          </a:p>
          <a:p>
            <a:pPr marL="457200" lvl="0" indent="0" algn="just" rtl="0">
              <a:lnSpc>
                <a:spcPct val="115000"/>
              </a:lnSpc>
              <a:spcBef>
                <a:spcPts val="1200"/>
              </a:spcBef>
              <a:spcAft>
                <a:spcPts val="0"/>
              </a:spcAft>
              <a:buNone/>
            </a:pPr>
            <a:r>
              <a:rPr lang="en-US" sz="2500" dirty="0">
                <a:solidFill>
                  <a:schemeClr val="dk1"/>
                </a:solidFill>
                <a:latin typeface="+mn-lt"/>
                <a:ea typeface="Poppins"/>
                <a:cs typeface="Poppins"/>
                <a:sym typeface="Poppins"/>
              </a:rPr>
              <a:t>- Quan </a:t>
            </a:r>
            <a:r>
              <a:rPr lang="en-US" sz="2500" dirty="0" err="1">
                <a:solidFill>
                  <a:schemeClr val="dk1"/>
                </a:solidFill>
                <a:latin typeface="+mn-lt"/>
                <a:ea typeface="Poppins"/>
                <a:cs typeface="Poppins"/>
                <a:sym typeface="Poppins"/>
              </a:rPr>
              <a:t>sát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trao</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đổi</a:t>
            </a:r>
            <a:r>
              <a:rPr lang="en-US" sz="2500" dirty="0">
                <a:solidFill>
                  <a:schemeClr val="dk1"/>
                </a:solidFill>
                <a:latin typeface="+mn-lt"/>
                <a:ea typeface="Poppins"/>
                <a:cs typeface="Poppins"/>
                <a:sym typeface="Poppins"/>
              </a:rPr>
              <a:t>: Quan </a:t>
            </a:r>
            <a:r>
              <a:rPr lang="en-US" sz="2500" dirty="0" err="1">
                <a:solidFill>
                  <a:schemeClr val="dk1"/>
                </a:solidFill>
                <a:latin typeface="+mn-lt"/>
                <a:ea typeface="Poppins"/>
                <a:cs typeface="Poppins"/>
                <a:sym typeface="Poppins"/>
              </a:rPr>
              <a:t>sát</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tương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trao</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đổi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với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nhân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viên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để</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hiểu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mối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quan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không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chính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r>
              <a:rPr lang="en-US" sz="2500" dirty="0">
                <a:solidFill>
                  <a:schemeClr val="dk1"/>
                </a:solidFill>
                <a:latin typeface="+mn-lt"/>
                <a:ea typeface="Poppins"/>
                <a:cs typeface="Poppins"/>
                <a:sym typeface="Poppins"/>
              </a:rPr>
              <a:t>.</a:t>
            </a:r>
            <a:endParaRPr sz="2500" dirty="0">
              <a:solidFill>
                <a:schemeClr val="dk1"/>
              </a:solidFill>
              <a:latin typeface="+mn-lt"/>
              <a:ea typeface="Poppins"/>
              <a:cs typeface="Poppins"/>
              <a:sym typeface="Poppins"/>
            </a:endParaRPr>
          </a:p>
          <a:p>
            <a:pPr marL="457200" lvl="0" indent="0" algn="just" rtl="0">
              <a:lnSpc>
                <a:spcPct val="115000"/>
              </a:lnSpc>
              <a:spcBef>
                <a:spcPts val="1200"/>
              </a:spcBef>
              <a:spcAft>
                <a:spcPts val="0"/>
              </a:spcAft>
              <a:buNone/>
            </a:pP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Tìm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hiểu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về</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lịch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sử</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văn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hóa</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Nghiên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cứu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lịch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sử</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tổ</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và</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văn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hóa</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làm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việc</a:t>
            </a:r>
            <a:r>
              <a:rPr lang="en-US" sz="2500" dirty="0">
                <a:solidFill>
                  <a:schemeClr val="dk1"/>
                </a:solidFill>
                <a:latin typeface="+mn-lt"/>
                <a:ea typeface="Poppins"/>
                <a:cs typeface="Poppins"/>
                <a:sym typeface="Poppins"/>
              </a:rPr>
              <a:t>.</a:t>
            </a:r>
            <a:endParaRPr sz="2500" dirty="0">
              <a:solidFill>
                <a:schemeClr val="dk1"/>
              </a:solidFill>
              <a:latin typeface="+mn-lt"/>
              <a:ea typeface="Poppins"/>
              <a:cs typeface="Poppins"/>
              <a:sym typeface="Poppins"/>
            </a:endParaRPr>
          </a:p>
          <a:p>
            <a:pPr marL="457200" lvl="0" indent="0" algn="just" rtl="0">
              <a:lnSpc>
                <a:spcPct val="115000"/>
              </a:lnSpc>
              <a:spcBef>
                <a:spcPts val="1200"/>
              </a:spcBef>
              <a:spcAft>
                <a:spcPts val="0"/>
              </a:spcAft>
              <a:buNone/>
            </a:pP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Xác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định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các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chuyên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gia</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không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chính</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Tìm</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những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người</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có</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kiến</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thức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sâu</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về</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hệ</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thống</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hoặc</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quy</a:t>
            </a:r>
            <a:r>
              <a:rPr lang="en-US" sz="2500" dirty="0">
                <a:solidFill>
                  <a:schemeClr val="dk1"/>
                </a:solidFill>
                <a:latin typeface="+mn-lt"/>
                <a:ea typeface="Poppins"/>
                <a:cs typeface="Poppins"/>
                <a:sym typeface="Poppins"/>
              </a:rPr>
              <a:t> </a:t>
            </a:r>
            <a:r>
              <a:rPr lang="en-US" sz="2500" dirty="0" err="1">
                <a:solidFill>
                  <a:schemeClr val="dk1"/>
                </a:solidFill>
                <a:latin typeface="+mn-lt"/>
                <a:ea typeface="Poppins"/>
                <a:cs typeface="Poppins"/>
                <a:sym typeface="Poppins"/>
              </a:rPr>
              <a:t>trình</a:t>
            </a:r>
            <a:r>
              <a:rPr lang="en-US" sz="2500" dirty="0">
                <a:solidFill>
                  <a:schemeClr val="dk1"/>
                </a:solidFill>
                <a:latin typeface="+mn-lt"/>
                <a:ea typeface="Poppins"/>
                <a:cs typeface="Poppins"/>
                <a:sym typeface="Poppins"/>
              </a:rPr>
              <a:t>.</a:t>
            </a:r>
            <a:endParaRPr sz="2500" b="1" dirty="0">
              <a:solidFill>
                <a:schemeClr val="dk1"/>
              </a:solidFill>
              <a:latin typeface="+mn-lt"/>
              <a:ea typeface="Poppins"/>
              <a:cs typeface="Poppins"/>
              <a:sym typeface="Poppins"/>
            </a:endParaRPr>
          </a:p>
          <a:p>
            <a:pPr marL="0" marR="0" lvl="0" indent="0" algn="ctr" rtl="0">
              <a:lnSpc>
                <a:spcPct val="140034"/>
              </a:lnSpc>
              <a:spcBef>
                <a:spcPts val="1200"/>
              </a:spcBef>
              <a:spcAft>
                <a:spcPts val="0"/>
              </a:spcAft>
              <a:buNone/>
            </a:pPr>
            <a:endParaRPr sz="1100" b="1"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8"/>
        <p:cNvGrpSpPr/>
        <p:nvPr/>
      </p:nvGrpSpPr>
      <p:grpSpPr>
        <a:xfrm>
          <a:off x="0" y="0"/>
          <a:ext cx="0" cy="0"/>
          <a:chOff x="0" y="0"/>
          <a:chExt cx="0" cy="0"/>
        </a:xfrm>
      </p:grpSpPr>
      <p:grpSp>
        <p:nvGrpSpPr>
          <p:cNvPr id="179" name="Google Shape;179;p4"/>
          <p:cNvGrpSpPr/>
          <p:nvPr/>
        </p:nvGrpSpPr>
        <p:grpSpPr>
          <a:xfrm>
            <a:off x="-2123887" y="-2346523"/>
            <a:ext cx="4693046" cy="4693046"/>
            <a:chOff x="0" y="0"/>
            <a:chExt cx="812800" cy="812800"/>
          </a:xfrm>
        </p:grpSpPr>
        <p:sp>
          <p:nvSpPr>
            <p:cNvPr id="180" name="Google Shape;180;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145DA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4"/>
          <p:cNvGrpSpPr/>
          <p:nvPr/>
        </p:nvGrpSpPr>
        <p:grpSpPr>
          <a:xfrm>
            <a:off x="10239603" y="1122782"/>
            <a:ext cx="7019697" cy="10556306"/>
            <a:chOff x="0" y="0"/>
            <a:chExt cx="660400" cy="993118"/>
          </a:xfrm>
        </p:grpSpPr>
        <p:sp>
          <p:nvSpPr>
            <p:cNvPr id="183" name="Google Shape;183;p4"/>
            <p:cNvSpPr/>
            <p:nvPr/>
          </p:nvSpPr>
          <p:spPr>
            <a:xfrm>
              <a:off x="0" y="0"/>
              <a:ext cx="660400" cy="993118"/>
            </a:xfrm>
            <a:custGeom>
              <a:avLst/>
              <a:gdLst/>
              <a:ahLst/>
              <a:cxnLst/>
              <a:rect l="l" t="t" r="r" b="b"/>
              <a:pathLst>
                <a:path w="660400" h="993118"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4"/>
            <p:cNvSpPr txBox="1"/>
            <p:nvPr/>
          </p:nvSpPr>
          <p:spPr>
            <a:xfrm>
              <a:off x="0" y="88900"/>
              <a:ext cx="660400" cy="90421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4"/>
          <p:cNvGrpSpPr/>
          <p:nvPr/>
        </p:nvGrpSpPr>
        <p:grpSpPr>
          <a:xfrm>
            <a:off x="10618778" y="1464283"/>
            <a:ext cx="6261345" cy="6261345"/>
            <a:chOff x="6350" y="6350"/>
            <a:chExt cx="8903970" cy="8903970"/>
          </a:xfrm>
        </p:grpSpPr>
        <p:sp>
          <p:nvSpPr>
            <p:cNvPr id="186" name="Google Shape;186;p4"/>
            <p:cNvSpPr/>
            <p:nvPr/>
          </p:nvSpPr>
          <p:spPr>
            <a:xfrm>
              <a:off x="6350" y="6350"/>
              <a:ext cx="8903970" cy="8903970"/>
            </a:xfrm>
            <a:custGeom>
              <a:avLst/>
              <a:gdLst/>
              <a:ahLst/>
              <a:cxnLst/>
              <a:rect l="l" t="t" r="r" b="b"/>
              <a:pathLst>
                <a:path w="8903970" h="8903970" extrusionOk="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4"/>
            <p:cNvSpPr/>
            <p:nvPr/>
          </p:nvSpPr>
          <p:spPr>
            <a:xfrm>
              <a:off x="154940" y="154940"/>
              <a:ext cx="8605520" cy="8605520"/>
            </a:xfrm>
            <a:custGeom>
              <a:avLst/>
              <a:gdLst/>
              <a:ahLst/>
              <a:cxnLst/>
              <a:rect l="l" t="t" r="r" b="b"/>
              <a:pathLst>
                <a:path w="8605520" h="8605520" extrusionOk="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rotWithShape="1">
              <a:blip r:embed="rId3">
                <a:alphaModFix/>
              </a:blip>
              <a:stretch>
                <a:fillRect l="-25045" r="-25045"/>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4"/>
          <p:cNvSpPr txBox="1"/>
          <p:nvPr/>
        </p:nvSpPr>
        <p:spPr>
          <a:xfrm>
            <a:off x="1620045" y="3207764"/>
            <a:ext cx="8414700" cy="3317831"/>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3. </a:t>
            </a:r>
            <a:r>
              <a:rPr lang="en-US" sz="2400" dirty="0" err="1">
                <a:solidFill>
                  <a:schemeClr val="dk1"/>
                </a:solidFill>
                <a:latin typeface="+mn-lt"/>
                <a:ea typeface="Poppins"/>
                <a:cs typeface="Poppins"/>
                <a:sym typeface="Poppins"/>
              </a:rPr>
              <a:t>Lựa</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chọn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phương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pháp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cá</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nhân</a:t>
            </a:r>
            <a:r>
              <a:rPr lang="en-US" sz="2400" dirty="0">
                <a:solidFill>
                  <a:schemeClr val="dk1"/>
                </a:solidFill>
                <a:latin typeface="+mn-lt"/>
                <a:ea typeface="Poppins"/>
                <a:cs typeface="Poppins"/>
                <a:sym typeface="Poppins"/>
              </a:rPr>
              <a:t>: Thu </a:t>
            </a:r>
            <a:r>
              <a:rPr lang="en-US" sz="2400" dirty="0" err="1">
                <a:solidFill>
                  <a:schemeClr val="dk1"/>
                </a:solidFill>
                <a:latin typeface="+mn-lt"/>
                <a:ea typeface="Poppins"/>
                <a:cs typeface="Poppins"/>
                <a:sym typeface="Poppins"/>
              </a:rPr>
              <a:t>thập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thông</a:t>
            </a:r>
            <a:r>
              <a:rPr lang="en-US" sz="2400" dirty="0">
                <a:solidFill>
                  <a:schemeClr val="dk1"/>
                </a:solidFill>
                <a:latin typeface="+mn-lt"/>
                <a:ea typeface="Poppins"/>
                <a:cs typeface="Poppins"/>
                <a:sym typeface="Poppins"/>
              </a:rPr>
              <a:t> tin chi </a:t>
            </a:r>
            <a:r>
              <a:rPr lang="en-US" sz="2400" dirty="0" err="1">
                <a:solidFill>
                  <a:schemeClr val="dk1"/>
                </a:solidFill>
                <a:latin typeface="+mn-lt"/>
                <a:ea typeface="Poppins"/>
                <a:cs typeface="Poppins"/>
                <a:sym typeface="Poppins"/>
              </a:rPr>
              <a:t>tiết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nhạy</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cảm</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 Thu </a:t>
            </a:r>
            <a:r>
              <a:rPr lang="en-US" sz="2400" dirty="0" err="1">
                <a:solidFill>
                  <a:schemeClr val="dk1"/>
                </a:solidFill>
                <a:latin typeface="+mn-lt"/>
                <a:ea typeface="Poppins"/>
                <a:cs typeface="Poppins"/>
                <a:sym typeface="Poppins"/>
              </a:rPr>
              <a:t>thập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thông</a:t>
            </a:r>
            <a:r>
              <a:rPr lang="en-US" sz="2400" dirty="0">
                <a:solidFill>
                  <a:schemeClr val="dk1"/>
                </a:solidFill>
                <a:latin typeface="+mn-lt"/>
                <a:ea typeface="Poppins"/>
                <a:cs typeface="Poppins"/>
                <a:sym typeface="Poppins"/>
              </a:rPr>
              <a:t> tin </a:t>
            </a:r>
            <a:r>
              <a:rPr lang="en-US" sz="2400" dirty="0" err="1">
                <a:solidFill>
                  <a:schemeClr val="dk1"/>
                </a:solidFill>
                <a:latin typeface="+mn-lt"/>
                <a:ea typeface="Poppins"/>
                <a:cs typeface="Poppins"/>
                <a:sym typeface="Poppins"/>
              </a:rPr>
              <a:t>từ</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nhiều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người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cần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quản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lý</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hiệu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quả</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1200"/>
              </a:spcAft>
              <a:buSzPts val="1100"/>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Kết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hợp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cả</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hai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Bắt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đầu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bằng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sau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đó</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cá</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nhân</a:t>
            </a:r>
            <a:r>
              <a:rPr lang="en-US" sz="2400" dirty="0">
                <a:solidFill>
                  <a:schemeClr val="dk1"/>
                </a:solidFill>
                <a:latin typeface="+mn-lt"/>
                <a:ea typeface="Poppins"/>
                <a:cs typeface="Poppins"/>
                <a:sym typeface="Poppins"/>
              </a:rPr>
              <a:t>.</a:t>
            </a:r>
            <a:endParaRPr sz="2400" dirty="0">
              <a:solidFill>
                <a:srgbClr val="051D40"/>
              </a:solidFill>
              <a:latin typeface="+mn-lt"/>
              <a:ea typeface="Poppins"/>
              <a:cs typeface="Poppins"/>
              <a:sym typeface="Poppins"/>
            </a:endParaRPr>
          </a:p>
        </p:txBody>
      </p:sp>
      <p:sp>
        <p:nvSpPr>
          <p:cNvPr id="189" name="Google Shape;189;p4"/>
          <p:cNvSpPr txBox="1"/>
          <p:nvPr/>
        </p:nvSpPr>
        <p:spPr>
          <a:xfrm>
            <a:off x="1518350" y="2273750"/>
            <a:ext cx="8516400" cy="485400"/>
          </a:xfrm>
          <a:prstGeom prst="rect">
            <a:avLst/>
          </a:prstGeom>
          <a:noFill/>
          <a:ln>
            <a:noFill/>
          </a:ln>
        </p:spPr>
        <p:txBody>
          <a:bodyPr spcFirstLastPara="1" wrap="square" lIns="0" tIns="0" rIns="0" bIns="0" anchor="t" anchorCtr="0">
            <a:spAutoFit/>
          </a:bodyPr>
          <a:lstStyle/>
          <a:p>
            <a:pPr marL="0" lvl="0" indent="0" algn="ctr" rtl="0">
              <a:lnSpc>
                <a:spcPct val="139989"/>
              </a:lnSpc>
              <a:spcBef>
                <a:spcPts val="0"/>
              </a:spcBef>
              <a:spcAft>
                <a:spcPts val="0"/>
              </a:spcAft>
              <a:buClr>
                <a:schemeClr val="dk1"/>
              </a:buClr>
              <a:buFont typeface="Arial"/>
              <a:buNone/>
            </a:pPr>
            <a:r>
              <a:rPr lang="en-US" sz="3154">
                <a:solidFill>
                  <a:schemeClr val="dk1"/>
                </a:solidFill>
                <a:latin typeface="Open Sans ExtraBold"/>
                <a:ea typeface="Open Sans ExtraBold"/>
                <a:cs typeface="Open Sans ExtraBold"/>
                <a:sym typeface="Open Sans ExtraBold"/>
              </a:rPr>
              <a:t>BƯỚC 1: XÁC ĐỊNH NGƯỜI PHỎNG VẤN</a:t>
            </a:r>
            <a:endParaRPr sz="854">
              <a:solidFill>
                <a:schemeClr val="dk1"/>
              </a:solidFill>
              <a:highlight>
                <a:schemeClr val="dk1"/>
              </a:highlight>
            </a:endParaRPr>
          </a:p>
        </p:txBody>
      </p:sp>
      <p:sp>
        <p:nvSpPr>
          <p:cNvPr id="190" name="Google Shape;190;p4"/>
          <p:cNvSpPr txBox="1"/>
          <p:nvPr/>
        </p:nvSpPr>
        <p:spPr>
          <a:xfrm>
            <a:off x="1518345" y="6300006"/>
            <a:ext cx="8414700" cy="3317831"/>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4. </a:t>
            </a:r>
            <a:r>
              <a:rPr lang="en-US" sz="2400" dirty="0" err="1">
                <a:solidFill>
                  <a:schemeClr val="dk1"/>
                </a:solidFill>
                <a:latin typeface="+mn-lt"/>
                <a:ea typeface="Poppins"/>
                <a:cs typeface="Poppins"/>
                <a:sym typeface="Poppins"/>
              </a:rPr>
              <a:t>Chuẩn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bị</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cho</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Lên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lịch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hẹn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Sắp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xếp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thời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gian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địa</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điểm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với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người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được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Chuẩn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bị</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câu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hỏi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Xây</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dựng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danh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sách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câu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hỏi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rõ</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ràng</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1200"/>
              </a:spcAft>
              <a:buSzPts val="1100"/>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Thử</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nghiệm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câu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hỏi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Kiểm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tra</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câu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hỏi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với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một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số</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người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để</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đảm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bảo</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tính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dễ</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hiểu</a:t>
            </a:r>
            <a:r>
              <a:rPr lang="en-US" sz="2400" dirty="0">
                <a:solidFill>
                  <a:schemeClr val="dk1"/>
                </a:solidFill>
                <a:latin typeface="+mn-lt"/>
                <a:ea typeface="Poppins"/>
                <a:cs typeface="Poppins"/>
                <a:sym typeface="Poppins"/>
              </a:rPr>
              <a:t>.</a:t>
            </a:r>
            <a:endParaRPr sz="2400" dirty="0">
              <a:solidFill>
                <a:srgbClr val="051D40"/>
              </a:solidFill>
              <a:latin typeface="+mn-lt"/>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94"/>
        <p:cNvGrpSpPr/>
        <p:nvPr/>
      </p:nvGrpSpPr>
      <p:grpSpPr>
        <a:xfrm>
          <a:off x="0" y="0"/>
          <a:ext cx="0" cy="0"/>
          <a:chOff x="0" y="0"/>
          <a:chExt cx="0" cy="0"/>
        </a:xfrm>
      </p:grpSpPr>
      <p:grpSp>
        <p:nvGrpSpPr>
          <p:cNvPr id="195" name="Google Shape;195;g324991e04e6_3_42"/>
          <p:cNvGrpSpPr/>
          <p:nvPr/>
        </p:nvGrpSpPr>
        <p:grpSpPr>
          <a:xfrm>
            <a:off x="-2123887" y="-2346523"/>
            <a:ext cx="4693026" cy="4693026"/>
            <a:chOff x="0" y="0"/>
            <a:chExt cx="812800" cy="812800"/>
          </a:xfrm>
        </p:grpSpPr>
        <p:sp>
          <p:nvSpPr>
            <p:cNvPr id="196" name="Google Shape;196;g324991e04e6_3_4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145DA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g324991e04e6_3_4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8" name="Google Shape;198;g324991e04e6_3_42"/>
          <p:cNvGrpSpPr/>
          <p:nvPr/>
        </p:nvGrpSpPr>
        <p:grpSpPr>
          <a:xfrm>
            <a:off x="10239603" y="1122782"/>
            <a:ext cx="7019722" cy="10556348"/>
            <a:chOff x="0" y="0"/>
            <a:chExt cx="660400" cy="993118"/>
          </a:xfrm>
        </p:grpSpPr>
        <p:sp>
          <p:nvSpPr>
            <p:cNvPr id="199" name="Google Shape;199;g324991e04e6_3_42"/>
            <p:cNvSpPr/>
            <p:nvPr/>
          </p:nvSpPr>
          <p:spPr>
            <a:xfrm>
              <a:off x="0" y="0"/>
              <a:ext cx="660400" cy="993118"/>
            </a:xfrm>
            <a:custGeom>
              <a:avLst/>
              <a:gdLst/>
              <a:ahLst/>
              <a:cxnLst/>
              <a:rect l="l" t="t" r="r" b="b"/>
              <a:pathLst>
                <a:path w="660400" h="993118"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g324991e04e6_3_42"/>
            <p:cNvSpPr txBox="1"/>
            <p:nvPr/>
          </p:nvSpPr>
          <p:spPr>
            <a:xfrm>
              <a:off x="0" y="88900"/>
              <a:ext cx="660300" cy="9042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1" name="Google Shape;201;g324991e04e6_3_42"/>
          <p:cNvGrpSpPr/>
          <p:nvPr/>
        </p:nvGrpSpPr>
        <p:grpSpPr>
          <a:xfrm>
            <a:off x="10618778" y="1464283"/>
            <a:ext cx="6261272" cy="6261272"/>
            <a:chOff x="6350" y="6350"/>
            <a:chExt cx="8903970" cy="8903970"/>
          </a:xfrm>
        </p:grpSpPr>
        <p:sp>
          <p:nvSpPr>
            <p:cNvPr id="202" name="Google Shape;202;g324991e04e6_3_42"/>
            <p:cNvSpPr/>
            <p:nvPr/>
          </p:nvSpPr>
          <p:spPr>
            <a:xfrm>
              <a:off x="6350" y="6350"/>
              <a:ext cx="8903970" cy="8903970"/>
            </a:xfrm>
            <a:custGeom>
              <a:avLst/>
              <a:gdLst/>
              <a:ahLst/>
              <a:cxnLst/>
              <a:rect l="l" t="t" r="r" b="b"/>
              <a:pathLst>
                <a:path w="8903970" h="8903970" extrusionOk="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g324991e04e6_3_42"/>
            <p:cNvSpPr/>
            <p:nvPr/>
          </p:nvSpPr>
          <p:spPr>
            <a:xfrm>
              <a:off x="154940" y="154940"/>
              <a:ext cx="8605520" cy="8605520"/>
            </a:xfrm>
            <a:custGeom>
              <a:avLst/>
              <a:gdLst/>
              <a:ahLst/>
              <a:cxnLst/>
              <a:rect l="l" t="t" r="r" b="b"/>
              <a:pathLst>
                <a:path w="8605520" h="8605520" extrusionOk="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rotWithShape="1">
              <a:blip r:embed="rId3">
                <a:alphaModFix/>
              </a:blip>
              <a:stretch>
                <a:fillRect l="-25048" r="-2503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g324991e04e6_3_42"/>
          <p:cNvSpPr txBox="1"/>
          <p:nvPr/>
        </p:nvSpPr>
        <p:spPr>
          <a:xfrm>
            <a:off x="1518345" y="2972464"/>
            <a:ext cx="8414700" cy="7886774"/>
          </a:xfrm>
          <a:prstGeom prst="rect">
            <a:avLst/>
          </a:prstGeom>
          <a:noFill/>
          <a:ln>
            <a:noFill/>
          </a:ln>
        </p:spPr>
        <p:txBody>
          <a:bodyPr spcFirstLastPara="1" wrap="square" lIns="0" tIns="0" rIns="0" bIns="0" anchor="t" anchorCtr="0">
            <a:spAutoFit/>
          </a:bodyPr>
          <a:lstStyle/>
          <a:p>
            <a:pPr marL="228600" lvl="0" indent="0" algn="l" rtl="0">
              <a:lnSpc>
                <a:spcPct val="115000"/>
              </a:lnSpc>
              <a:spcBef>
                <a:spcPts val="1200"/>
              </a:spcBef>
              <a:spcAft>
                <a:spcPts val="0"/>
              </a:spcAft>
              <a:buSzPts val="1100"/>
              <a:buNone/>
            </a:pPr>
            <a:r>
              <a:rPr lang="en-US" sz="2200" b="1" dirty="0" err="1">
                <a:solidFill>
                  <a:schemeClr val="dk1"/>
                </a:solidFill>
                <a:latin typeface="+mn-lt"/>
                <a:ea typeface="Poppins"/>
                <a:cs typeface="Poppins"/>
                <a:sym typeface="Poppins"/>
              </a:rPr>
              <a:t>Đánh</a:t>
            </a:r>
            <a:r>
              <a:rPr lang="en-US" sz="2200" b="1" dirty="0">
                <a:solidFill>
                  <a:schemeClr val="dk1"/>
                </a:solidFill>
                <a:latin typeface="+mn-lt"/>
                <a:ea typeface="Poppins"/>
                <a:cs typeface="Poppins"/>
                <a:sym typeface="Poppins"/>
              </a:rPr>
              <a:t> </a:t>
            </a:r>
            <a:r>
              <a:rPr lang="en-US" sz="2200" b="1" dirty="0" err="1">
                <a:solidFill>
                  <a:schemeClr val="dk1"/>
                </a:solidFill>
                <a:latin typeface="+mn-lt"/>
                <a:ea typeface="Poppins"/>
                <a:cs typeface="Poppins"/>
                <a:sym typeface="Poppins"/>
              </a:rPr>
              <a:t>giá</a:t>
            </a:r>
            <a:r>
              <a:rPr lang="en-US" sz="2200" b="1" dirty="0">
                <a:solidFill>
                  <a:schemeClr val="dk1"/>
                </a:solidFill>
                <a:latin typeface="+mn-lt"/>
                <a:ea typeface="Poppins"/>
                <a:cs typeface="Poppins"/>
                <a:sym typeface="Poppins"/>
              </a:rPr>
              <a:t> </a:t>
            </a:r>
            <a:r>
              <a:rPr lang="en-US" sz="2200" b="1" dirty="0" err="1">
                <a:solidFill>
                  <a:schemeClr val="dk1"/>
                </a:solidFill>
                <a:latin typeface="+mn-lt"/>
                <a:ea typeface="Poppins"/>
                <a:cs typeface="Poppins"/>
                <a:sym typeface="Poppins"/>
              </a:rPr>
              <a:t>ưu</a:t>
            </a:r>
            <a:r>
              <a:rPr lang="en-US" sz="2200" b="1" dirty="0">
                <a:solidFill>
                  <a:schemeClr val="dk1"/>
                </a:solidFill>
                <a:latin typeface="+mn-lt"/>
                <a:ea typeface="Poppins"/>
                <a:cs typeface="Poppins"/>
                <a:sym typeface="Poppins"/>
              </a:rPr>
              <a:t> </a:t>
            </a:r>
            <a:r>
              <a:rPr lang="en-US" sz="2200" b="1" dirty="0" err="1">
                <a:solidFill>
                  <a:schemeClr val="dk1"/>
                </a:solidFill>
                <a:latin typeface="+mn-lt"/>
                <a:ea typeface="Poppins"/>
                <a:cs typeface="Poppins"/>
                <a:sym typeface="Poppins"/>
              </a:rPr>
              <a:t>điểm</a:t>
            </a:r>
            <a:r>
              <a:rPr lang="en-US" sz="2200" b="1" dirty="0">
                <a:solidFill>
                  <a:schemeClr val="dk1"/>
                </a:solidFill>
                <a:latin typeface="+mn-lt"/>
                <a:ea typeface="Poppins"/>
                <a:cs typeface="Poppins"/>
                <a:sym typeface="Poppins"/>
              </a:rPr>
              <a:t> </a:t>
            </a:r>
            <a:r>
              <a:rPr lang="en-US" sz="2200" b="1" dirty="0" err="1">
                <a:solidFill>
                  <a:schemeClr val="dk1"/>
                </a:solidFill>
                <a:latin typeface="+mn-lt"/>
                <a:ea typeface="Poppins"/>
                <a:cs typeface="Poppins"/>
                <a:sym typeface="Poppins"/>
              </a:rPr>
              <a:t>và</a:t>
            </a:r>
            <a:r>
              <a:rPr lang="en-US" sz="2200" b="1" dirty="0">
                <a:solidFill>
                  <a:schemeClr val="dk1"/>
                </a:solidFill>
                <a:latin typeface="+mn-lt"/>
                <a:ea typeface="Poppins"/>
                <a:cs typeface="Poppins"/>
                <a:sym typeface="Poppins"/>
              </a:rPr>
              <a:t> </a:t>
            </a:r>
            <a:r>
              <a:rPr lang="en-US" sz="2200" b="1" dirty="0" err="1">
                <a:solidFill>
                  <a:schemeClr val="dk1"/>
                </a:solidFill>
                <a:latin typeface="+mn-lt"/>
                <a:ea typeface="Poppins"/>
                <a:cs typeface="Poppins"/>
                <a:sym typeface="Poppins"/>
              </a:rPr>
              <a:t>nhược</a:t>
            </a:r>
            <a:r>
              <a:rPr lang="en-US" sz="2200" b="1" dirty="0">
                <a:solidFill>
                  <a:schemeClr val="dk1"/>
                </a:solidFill>
                <a:latin typeface="+mn-lt"/>
                <a:ea typeface="Poppins"/>
                <a:cs typeface="Poppins"/>
                <a:sym typeface="Poppins"/>
              </a:rPr>
              <a:t> </a:t>
            </a:r>
            <a:r>
              <a:rPr lang="en-US" sz="2200" b="1" dirty="0" err="1">
                <a:solidFill>
                  <a:schemeClr val="dk1"/>
                </a:solidFill>
                <a:latin typeface="+mn-lt"/>
                <a:ea typeface="Poppins"/>
                <a:cs typeface="Poppins"/>
                <a:sym typeface="Poppins"/>
              </a:rPr>
              <a:t>điểm</a:t>
            </a:r>
            <a:r>
              <a:rPr lang="en-US" sz="2200" b="1"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228600" lvl="0" indent="0" algn="l" rtl="0">
              <a:lnSpc>
                <a:spcPct val="115000"/>
              </a:lnSpc>
              <a:spcBef>
                <a:spcPts val="1200"/>
              </a:spcBef>
              <a:spcAft>
                <a:spcPts val="0"/>
              </a:spcAft>
              <a:buSzPts val="1100"/>
              <a:buNone/>
            </a:pPr>
            <a:r>
              <a:rPr lang="en-US" sz="2200" dirty="0" err="1">
                <a:solidFill>
                  <a:schemeClr val="dk1"/>
                </a:solidFill>
                <a:latin typeface="+mn-lt"/>
                <a:ea typeface="Poppins"/>
                <a:cs typeface="Poppins"/>
                <a:sym typeface="Poppins"/>
              </a:rPr>
              <a:t>Ưu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điểm</a:t>
            </a:r>
            <a:endParaRPr sz="2200" dirty="0">
              <a:solidFill>
                <a:schemeClr val="dk1"/>
              </a:solidFill>
              <a:latin typeface="+mn-lt"/>
              <a:ea typeface="Poppins"/>
              <a:cs typeface="Poppins"/>
              <a:sym typeface="Poppins"/>
            </a:endParaRPr>
          </a:p>
          <a:p>
            <a:pPr marL="228600" lvl="0" indent="0" algn="l"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Hiểu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biết</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toàn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diện</a:t>
            </a:r>
            <a:r>
              <a:rPr lang="en-US" sz="2200"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Phỏng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vấn</a:t>
            </a:r>
            <a:r>
              <a:rPr lang="en-US" sz="2200" dirty="0">
                <a:solidFill>
                  <a:schemeClr val="dk1"/>
                </a:solidFill>
                <a:latin typeface="+mn-lt"/>
                <a:ea typeface="Poppins"/>
                <a:cs typeface="Poppins"/>
                <a:sym typeface="Poppins"/>
              </a:rPr>
              <a:t> ở </a:t>
            </a:r>
            <a:r>
              <a:rPr lang="en-US" sz="2200" dirty="0" err="1">
                <a:solidFill>
                  <a:schemeClr val="dk1"/>
                </a:solidFill>
                <a:latin typeface="+mn-lt"/>
                <a:ea typeface="Poppins"/>
                <a:cs typeface="Poppins"/>
                <a:sym typeface="Poppins"/>
              </a:rPr>
              <a:t>tất</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cả</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cấp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độ</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giúp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có</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cái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nhìn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tổng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thể</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về</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hệ</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thống</a:t>
            </a:r>
            <a:r>
              <a:rPr lang="en-US" sz="2200" dirty="0">
                <a:solidFill>
                  <a:schemeClr val="dk1"/>
                </a:solidFill>
                <a:latin typeface="+mn-lt"/>
                <a:ea typeface="Poppins"/>
                <a:cs typeface="Poppins"/>
                <a:sym typeface="Poppins"/>
              </a:rPr>
              <a:t>, bao </a:t>
            </a:r>
            <a:r>
              <a:rPr lang="en-US" sz="2200" dirty="0" err="1">
                <a:solidFill>
                  <a:schemeClr val="dk1"/>
                </a:solidFill>
                <a:latin typeface="+mn-lt"/>
                <a:ea typeface="Poppins"/>
                <a:cs typeface="Poppins"/>
                <a:sym typeface="Poppins"/>
              </a:rPr>
              <a:t>gồm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điểm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mạnh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điểm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yếu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lĩnh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vực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cần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cải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thiện</a:t>
            </a:r>
            <a:r>
              <a:rPr lang="en-US" sz="2200"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Khám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phá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vấn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đề</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tiềm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ẩn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xác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định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bên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liên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quan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không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rõ</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ràng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trong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sơ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đồ</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tổ</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chức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chính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thức</a:t>
            </a:r>
            <a:r>
              <a:rPr lang="en-US" sz="2200"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Xác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định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những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người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chủ</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chốt</a:t>
            </a:r>
            <a:r>
              <a:rPr lang="en-US" sz="2200" dirty="0">
                <a:solidFill>
                  <a:schemeClr val="dk1"/>
                </a:solidFill>
                <a:latin typeface="+mn-lt"/>
                <a:ea typeface="Poppins"/>
                <a:cs typeface="Poppins"/>
                <a:sym typeface="Poppins"/>
              </a:rPr>
              <a:t>: </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Hiểu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cả</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cấu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trúc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chính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thức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không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chính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thức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giúp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xác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định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nhân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có</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ảnh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hưởng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kiến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thức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quan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trọng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cung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cấp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những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hiểu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biết</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trị</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cho</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dự</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án</a:t>
            </a:r>
            <a:r>
              <a:rPr lang="en-US" sz="2200"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Thu </a:t>
            </a:r>
            <a:r>
              <a:rPr lang="en-US" sz="2200" dirty="0" err="1">
                <a:solidFill>
                  <a:schemeClr val="dk1"/>
                </a:solidFill>
                <a:latin typeface="+mn-lt"/>
                <a:ea typeface="Poppins"/>
                <a:cs typeface="Poppins"/>
                <a:sym typeface="Poppins"/>
              </a:rPr>
              <a:t>thập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thông</a:t>
            </a:r>
            <a:r>
              <a:rPr lang="en-US" sz="2200" dirty="0">
                <a:solidFill>
                  <a:schemeClr val="dk1"/>
                </a:solidFill>
                <a:latin typeface="+mn-lt"/>
                <a:ea typeface="Poppins"/>
                <a:cs typeface="Poppins"/>
                <a:sym typeface="Poppins"/>
              </a:rPr>
              <a:t> tin </a:t>
            </a:r>
            <a:r>
              <a:rPr lang="en-US" sz="2200" dirty="0" err="1">
                <a:solidFill>
                  <a:schemeClr val="dk1"/>
                </a:solidFill>
                <a:latin typeface="+mn-lt"/>
                <a:ea typeface="Poppins"/>
                <a:cs typeface="Poppins"/>
                <a:sym typeface="Poppins"/>
              </a:rPr>
              <a:t>hiệu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quả</a:t>
            </a:r>
            <a:r>
              <a:rPr lang="en-US" sz="2200" dirty="0">
                <a:solidFill>
                  <a:schemeClr val="dk1"/>
                </a:solidFill>
                <a:latin typeface="+mn-lt"/>
                <a:ea typeface="Poppins"/>
                <a:cs typeface="Poppins"/>
                <a:sym typeface="Poppins"/>
              </a:rPr>
              <a:t>: </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Phỏng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vấn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nhóm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tiết</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kiệm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thời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gian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tài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nguyên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đồng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thời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quan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sát</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tương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nhóm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có</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thể</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tiết</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lộ</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thông</a:t>
            </a:r>
            <a:r>
              <a:rPr lang="en-US" sz="2200" dirty="0">
                <a:solidFill>
                  <a:schemeClr val="dk1"/>
                </a:solidFill>
                <a:latin typeface="+mn-lt"/>
                <a:ea typeface="Poppins"/>
                <a:cs typeface="Poppins"/>
                <a:sym typeface="Poppins"/>
              </a:rPr>
              <a:t> tin </a:t>
            </a:r>
            <a:r>
              <a:rPr lang="en-US" sz="2200" dirty="0" err="1">
                <a:solidFill>
                  <a:schemeClr val="dk1"/>
                </a:solidFill>
                <a:latin typeface="+mn-lt"/>
                <a:ea typeface="Poppins"/>
                <a:cs typeface="Poppins"/>
                <a:sym typeface="Poppins"/>
              </a:rPr>
              <a:t>quý</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về</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động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lực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kiểu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giao</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tiếp</a:t>
            </a:r>
            <a:r>
              <a:rPr lang="en-US" sz="2200"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0" lvl="0" indent="0" algn="just" rtl="0">
              <a:lnSpc>
                <a:spcPct val="115000"/>
              </a:lnSpc>
              <a:spcBef>
                <a:spcPts val="1200"/>
              </a:spcBef>
              <a:spcAft>
                <a:spcPts val="1200"/>
              </a:spcAft>
              <a:buSzPts val="1100"/>
              <a:buNone/>
            </a:pPr>
            <a:endParaRPr sz="2000" dirty="0">
              <a:solidFill>
                <a:schemeClr val="dk1"/>
              </a:solidFill>
              <a:latin typeface="Poppins"/>
              <a:ea typeface="Poppins"/>
              <a:cs typeface="Poppins"/>
              <a:sym typeface="Poppins"/>
            </a:endParaRPr>
          </a:p>
        </p:txBody>
      </p:sp>
      <p:sp>
        <p:nvSpPr>
          <p:cNvPr id="205" name="Google Shape;205;g324991e04e6_3_42"/>
          <p:cNvSpPr txBox="1"/>
          <p:nvPr/>
        </p:nvSpPr>
        <p:spPr>
          <a:xfrm>
            <a:off x="1518350" y="2273750"/>
            <a:ext cx="8516400" cy="485400"/>
          </a:xfrm>
          <a:prstGeom prst="rect">
            <a:avLst/>
          </a:prstGeom>
          <a:noFill/>
          <a:ln>
            <a:noFill/>
          </a:ln>
        </p:spPr>
        <p:txBody>
          <a:bodyPr spcFirstLastPara="1" wrap="square" lIns="0" tIns="0" rIns="0" bIns="0" anchor="t" anchorCtr="0">
            <a:spAutoFit/>
          </a:bodyPr>
          <a:lstStyle/>
          <a:p>
            <a:pPr marL="0" lvl="0" indent="0" algn="ctr" rtl="0">
              <a:lnSpc>
                <a:spcPct val="139989"/>
              </a:lnSpc>
              <a:spcBef>
                <a:spcPts val="0"/>
              </a:spcBef>
              <a:spcAft>
                <a:spcPts val="0"/>
              </a:spcAft>
              <a:buNone/>
            </a:pPr>
            <a:r>
              <a:rPr lang="en-US" sz="3154">
                <a:solidFill>
                  <a:schemeClr val="dk1"/>
                </a:solidFill>
                <a:latin typeface="Open Sans ExtraBold"/>
                <a:ea typeface="Open Sans ExtraBold"/>
                <a:cs typeface="Open Sans ExtraBold"/>
                <a:sym typeface="Open Sans ExtraBold"/>
              </a:rPr>
              <a:t>BƯỚC 1: XÁC ĐỊNH NGƯỜI PHỎNG VẤN</a:t>
            </a:r>
            <a:endParaRPr sz="854">
              <a:solidFill>
                <a:schemeClr val="dk1"/>
              </a:solidFill>
              <a:highlight>
                <a:schemeClr val="dk1"/>
              </a:high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09"/>
        <p:cNvGrpSpPr/>
        <p:nvPr/>
      </p:nvGrpSpPr>
      <p:grpSpPr>
        <a:xfrm>
          <a:off x="0" y="0"/>
          <a:ext cx="0" cy="0"/>
          <a:chOff x="0" y="0"/>
          <a:chExt cx="0" cy="0"/>
        </a:xfrm>
      </p:grpSpPr>
      <p:grpSp>
        <p:nvGrpSpPr>
          <p:cNvPr id="210" name="Google Shape;210;g324991e04e6_3_59"/>
          <p:cNvGrpSpPr/>
          <p:nvPr/>
        </p:nvGrpSpPr>
        <p:grpSpPr>
          <a:xfrm>
            <a:off x="-2123887" y="-2346523"/>
            <a:ext cx="4693026" cy="4693026"/>
            <a:chOff x="0" y="0"/>
            <a:chExt cx="812800" cy="812800"/>
          </a:xfrm>
        </p:grpSpPr>
        <p:sp>
          <p:nvSpPr>
            <p:cNvPr id="211" name="Google Shape;211;g324991e04e6_3_5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145DA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g324991e04e6_3_5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3" name="Google Shape;213;g324991e04e6_3_59"/>
          <p:cNvGrpSpPr/>
          <p:nvPr/>
        </p:nvGrpSpPr>
        <p:grpSpPr>
          <a:xfrm>
            <a:off x="10239603" y="1122782"/>
            <a:ext cx="7019722" cy="10556348"/>
            <a:chOff x="0" y="0"/>
            <a:chExt cx="660400" cy="993118"/>
          </a:xfrm>
        </p:grpSpPr>
        <p:sp>
          <p:nvSpPr>
            <p:cNvPr id="214" name="Google Shape;214;g324991e04e6_3_59"/>
            <p:cNvSpPr/>
            <p:nvPr/>
          </p:nvSpPr>
          <p:spPr>
            <a:xfrm>
              <a:off x="0" y="0"/>
              <a:ext cx="660400" cy="993118"/>
            </a:xfrm>
            <a:custGeom>
              <a:avLst/>
              <a:gdLst/>
              <a:ahLst/>
              <a:cxnLst/>
              <a:rect l="l" t="t" r="r" b="b"/>
              <a:pathLst>
                <a:path w="660400" h="993118"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g324991e04e6_3_59"/>
            <p:cNvSpPr txBox="1"/>
            <p:nvPr/>
          </p:nvSpPr>
          <p:spPr>
            <a:xfrm>
              <a:off x="0" y="88900"/>
              <a:ext cx="660300" cy="9042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6" name="Google Shape;216;g324991e04e6_3_59"/>
          <p:cNvGrpSpPr/>
          <p:nvPr/>
        </p:nvGrpSpPr>
        <p:grpSpPr>
          <a:xfrm>
            <a:off x="10618778" y="1464283"/>
            <a:ext cx="6261272" cy="6261272"/>
            <a:chOff x="6350" y="6350"/>
            <a:chExt cx="8903970" cy="8903970"/>
          </a:xfrm>
        </p:grpSpPr>
        <p:sp>
          <p:nvSpPr>
            <p:cNvPr id="217" name="Google Shape;217;g324991e04e6_3_59"/>
            <p:cNvSpPr/>
            <p:nvPr/>
          </p:nvSpPr>
          <p:spPr>
            <a:xfrm>
              <a:off x="6350" y="6350"/>
              <a:ext cx="8903970" cy="8903970"/>
            </a:xfrm>
            <a:custGeom>
              <a:avLst/>
              <a:gdLst/>
              <a:ahLst/>
              <a:cxnLst/>
              <a:rect l="l" t="t" r="r" b="b"/>
              <a:pathLst>
                <a:path w="8903970" h="8903970" extrusionOk="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g324991e04e6_3_59"/>
            <p:cNvSpPr/>
            <p:nvPr/>
          </p:nvSpPr>
          <p:spPr>
            <a:xfrm>
              <a:off x="154940" y="154940"/>
              <a:ext cx="8605520" cy="8605520"/>
            </a:xfrm>
            <a:custGeom>
              <a:avLst/>
              <a:gdLst/>
              <a:ahLst/>
              <a:cxnLst/>
              <a:rect l="l" t="t" r="r" b="b"/>
              <a:pathLst>
                <a:path w="8605520" h="8605520" extrusionOk="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rotWithShape="1">
              <a:blip r:embed="rId3">
                <a:alphaModFix/>
              </a:blip>
              <a:stretch>
                <a:fillRect l="-25048" r="-2503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g324991e04e6_3_59"/>
          <p:cNvSpPr txBox="1"/>
          <p:nvPr/>
        </p:nvSpPr>
        <p:spPr>
          <a:xfrm>
            <a:off x="1518345" y="2972464"/>
            <a:ext cx="8414700" cy="7922169"/>
          </a:xfrm>
          <a:prstGeom prst="rect">
            <a:avLst/>
          </a:prstGeom>
          <a:noFill/>
          <a:ln>
            <a:noFill/>
          </a:ln>
        </p:spPr>
        <p:txBody>
          <a:bodyPr spcFirstLastPara="1" wrap="square" lIns="0" tIns="0" rIns="0" bIns="0" anchor="t" anchorCtr="0">
            <a:spAutoFit/>
          </a:bodyPr>
          <a:lstStyle/>
          <a:p>
            <a:pPr marL="228600" lvl="0" indent="0" algn="l" rtl="0">
              <a:lnSpc>
                <a:spcPct val="115000"/>
              </a:lnSpc>
              <a:spcBef>
                <a:spcPts val="1200"/>
              </a:spcBef>
              <a:spcAft>
                <a:spcPts val="0"/>
              </a:spcAft>
              <a:buSzPts val="1100"/>
              <a:buNone/>
            </a:pPr>
            <a:r>
              <a:rPr lang="en-US" sz="2400" b="1" dirty="0" err="1">
                <a:solidFill>
                  <a:schemeClr val="dk1"/>
                </a:solidFill>
                <a:latin typeface="+mn-lt"/>
                <a:ea typeface="Poppins"/>
                <a:cs typeface="Poppins"/>
                <a:sym typeface="Poppins"/>
              </a:rPr>
              <a:t>Đánh</a:t>
            </a:r>
            <a:r>
              <a:rPr lang="en-US" sz="2400" b="1" dirty="0">
                <a:solidFill>
                  <a:schemeClr val="dk1"/>
                </a:solidFill>
                <a:latin typeface="+mn-lt"/>
                <a:ea typeface="Poppins"/>
                <a:cs typeface="Poppins"/>
                <a:sym typeface="Poppins"/>
              </a:rPr>
              <a:t> </a:t>
            </a:r>
            <a:r>
              <a:rPr lang="en-US" sz="2400" b="1" dirty="0" err="1">
                <a:solidFill>
                  <a:schemeClr val="dk1"/>
                </a:solidFill>
                <a:latin typeface="+mn-lt"/>
                <a:ea typeface="Poppins"/>
                <a:cs typeface="Poppins"/>
                <a:sym typeface="Poppins"/>
              </a:rPr>
              <a:t>giá</a:t>
            </a:r>
            <a:r>
              <a:rPr lang="en-US" sz="2400" b="1" dirty="0">
                <a:solidFill>
                  <a:schemeClr val="dk1"/>
                </a:solidFill>
                <a:latin typeface="+mn-lt"/>
                <a:ea typeface="Poppins"/>
                <a:cs typeface="Poppins"/>
                <a:sym typeface="Poppins"/>
              </a:rPr>
              <a:t> </a:t>
            </a:r>
            <a:r>
              <a:rPr lang="en-US" sz="2400" b="1" dirty="0" err="1">
                <a:solidFill>
                  <a:schemeClr val="dk1"/>
                </a:solidFill>
                <a:latin typeface="+mn-lt"/>
                <a:ea typeface="Poppins"/>
                <a:cs typeface="Poppins"/>
                <a:sym typeface="Poppins"/>
              </a:rPr>
              <a:t>ưu</a:t>
            </a:r>
            <a:r>
              <a:rPr lang="en-US" sz="2400" b="1" dirty="0">
                <a:solidFill>
                  <a:schemeClr val="dk1"/>
                </a:solidFill>
                <a:latin typeface="+mn-lt"/>
                <a:ea typeface="Poppins"/>
                <a:cs typeface="Poppins"/>
                <a:sym typeface="Poppins"/>
              </a:rPr>
              <a:t> </a:t>
            </a:r>
            <a:r>
              <a:rPr lang="en-US" sz="2400" b="1" dirty="0" err="1">
                <a:solidFill>
                  <a:schemeClr val="dk1"/>
                </a:solidFill>
                <a:latin typeface="+mn-lt"/>
                <a:ea typeface="Poppins"/>
                <a:cs typeface="Poppins"/>
                <a:sym typeface="Poppins"/>
              </a:rPr>
              <a:t>điểm</a:t>
            </a:r>
            <a:r>
              <a:rPr lang="en-US" sz="2400" b="1" dirty="0">
                <a:solidFill>
                  <a:schemeClr val="dk1"/>
                </a:solidFill>
                <a:latin typeface="+mn-lt"/>
                <a:ea typeface="Poppins"/>
                <a:cs typeface="Poppins"/>
                <a:sym typeface="Poppins"/>
              </a:rPr>
              <a:t> </a:t>
            </a:r>
            <a:r>
              <a:rPr lang="en-US" sz="2400" b="1" dirty="0" err="1">
                <a:solidFill>
                  <a:schemeClr val="dk1"/>
                </a:solidFill>
                <a:latin typeface="+mn-lt"/>
                <a:ea typeface="Poppins"/>
                <a:cs typeface="Poppins"/>
                <a:sym typeface="Poppins"/>
              </a:rPr>
              <a:t>và</a:t>
            </a:r>
            <a:r>
              <a:rPr lang="en-US" sz="2400" b="1" dirty="0">
                <a:solidFill>
                  <a:schemeClr val="dk1"/>
                </a:solidFill>
                <a:latin typeface="+mn-lt"/>
                <a:ea typeface="Poppins"/>
                <a:cs typeface="Poppins"/>
                <a:sym typeface="Poppins"/>
              </a:rPr>
              <a:t> </a:t>
            </a:r>
            <a:r>
              <a:rPr lang="en-US" sz="2400" b="1" dirty="0" err="1">
                <a:solidFill>
                  <a:schemeClr val="dk1"/>
                </a:solidFill>
                <a:latin typeface="+mn-lt"/>
                <a:ea typeface="Poppins"/>
                <a:cs typeface="Poppins"/>
                <a:sym typeface="Poppins"/>
              </a:rPr>
              <a:t>nhược</a:t>
            </a:r>
            <a:r>
              <a:rPr lang="en-US" sz="2400" b="1" dirty="0">
                <a:solidFill>
                  <a:schemeClr val="dk1"/>
                </a:solidFill>
                <a:latin typeface="+mn-lt"/>
                <a:ea typeface="Poppins"/>
                <a:cs typeface="Poppins"/>
                <a:sym typeface="Poppins"/>
              </a:rPr>
              <a:t> </a:t>
            </a:r>
            <a:r>
              <a:rPr lang="en-US" sz="2400" b="1" dirty="0" err="1">
                <a:solidFill>
                  <a:schemeClr val="dk1"/>
                </a:solidFill>
                <a:latin typeface="+mn-lt"/>
                <a:ea typeface="Poppins"/>
                <a:cs typeface="Poppins"/>
                <a:sym typeface="Poppins"/>
              </a:rPr>
              <a:t>điểm</a:t>
            </a:r>
            <a:r>
              <a:rPr lang="en-US" sz="2400" b="1"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228600" lvl="0" indent="0" algn="l" rtl="0">
              <a:lnSpc>
                <a:spcPct val="115000"/>
              </a:lnSpc>
              <a:spcBef>
                <a:spcPts val="1200"/>
              </a:spcBef>
              <a:spcAft>
                <a:spcPts val="0"/>
              </a:spcAft>
              <a:buSzPts val="1100"/>
              <a:buNone/>
            </a:pPr>
            <a:r>
              <a:rPr lang="en-US" sz="2400" dirty="0" err="1">
                <a:solidFill>
                  <a:schemeClr val="dk1"/>
                </a:solidFill>
                <a:latin typeface="+mn-lt"/>
                <a:ea typeface="Poppins"/>
                <a:cs typeface="Poppins"/>
                <a:sym typeface="Poppins"/>
              </a:rPr>
              <a:t>Nhược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điểm</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Khả</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năng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sai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lệch</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Dựa</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vào</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sơ</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đồ</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tổ</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chức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chính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thức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có</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thể</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bỏ</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sót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cá</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nhân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hoặc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quan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trọng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trong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cấu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trúc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không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chính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thức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dẫn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đến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hiểu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biết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không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đầy</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đủ</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 </a:t>
            </a:r>
            <a:r>
              <a:rPr lang="en-US" sz="2400" dirty="0" err="1">
                <a:solidFill>
                  <a:schemeClr val="dk1"/>
                </a:solidFill>
                <a:latin typeface="+mn-lt"/>
                <a:ea typeface="Poppins"/>
                <a:cs typeface="Poppins"/>
                <a:sym typeface="Poppins"/>
              </a:rPr>
              <a:t>Thống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trị</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ức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chế</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trong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 </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Một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cá</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nhân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có</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thể</a:t>
            </a:r>
            <a:r>
              <a:rPr lang="en-US" sz="2400" dirty="0">
                <a:solidFill>
                  <a:schemeClr val="dk1"/>
                </a:solidFill>
                <a:latin typeface="+mn-lt"/>
                <a:ea typeface="Poppins"/>
                <a:cs typeface="Poppins"/>
                <a:sym typeface="Poppins"/>
              </a:rPr>
              <a:t> chi </a:t>
            </a:r>
            <a:r>
              <a:rPr lang="en-US" sz="2400" dirty="0" err="1">
                <a:solidFill>
                  <a:schemeClr val="dk1"/>
                </a:solidFill>
                <a:latin typeface="+mn-lt"/>
                <a:ea typeface="Poppins"/>
                <a:cs typeface="Poppins"/>
                <a:sym typeface="Poppins"/>
              </a:rPr>
              <a:t>phối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cuộc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trò</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chuyện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cản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trở</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sự</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đóng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góp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của</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người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khác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Sự</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hiện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diện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của</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quản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lý</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có</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thể</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khiến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nhân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viên</a:t>
            </a:r>
            <a:r>
              <a:rPr lang="en-US" sz="2400" dirty="0">
                <a:solidFill>
                  <a:schemeClr val="dk1"/>
                </a:solidFill>
                <a:latin typeface="+mn-lt"/>
                <a:ea typeface="Poppins"/>
                <a:cs typeface="Poppins"/>
                <a:sym typeface="Poppins"/>
              </a:rPr>
              <a:t> e </a:t>
            </a:r>
            <a:r>
              <a:rPr lang="en-US" sz="2400" dirty="0" err="1">
                <a:solidFill>
                  <a:schemeClr val="dk1"/>
                </a:solidFill>
                <a:latin typeface="+mn-lt"/>
                <a:ea typeface="Poppins"/>
                <a:cs typeface="Poppins"/>
                <a:sym typeface="Poppins"/>
              </a:rPr>
              <a:t>ngại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không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dám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bày</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tỏ</a:t>
            </a:r>
            <a:r>
              <a:rPr lang="en-US" sz="2400" dirty="0">
                <a:solidFill>
                  <a:schemeClr val="dk1"/>
                </a:solidFill>
                <a:latin typeface="+mn-lt"/>
                <a:ea typeface="Poppins"/>
                <a:cs typeface="Poppins"/>
                <a:sym typeface="Poppins"/>
              </a:rPr>
              <a:t> ý </a:t>
            </a:r>
            <a:r>
              <a:rPr lang="en-US" sz="2400" dirty="0" err="1">
                <a:solidFill>
                  <a:schemeClr val="dk1"/>
                </a:solidFill>
                <a:latin typeface="+mn-lt"/>
                <a:ea typeface="Poppins"/>
                <a:cs typeface="Poppins"/>
                <a:sym typeface="Poppins"/>
              </a:rPr>
              <a:t>kiến</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 </a:t>
            </a:r>
            <a:r>
              <a:rPr lang="en-US" sz="2400" dirty="0" err="1">
                <a:solidFill>
                  <a:schemeClr val="dk1"/>
                </a:solidFill>
                <a:latin typeface="+mn-lt"/>
                <a:ea typeface="Poppins"/>
                <a:cs typeface="Poppins"/>
                <a:sym typeface="Poppins"/>
              </a:rPr>
              <a:t>Khó</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khăn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trong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việc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lên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lịch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quản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lý</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phỏng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vấn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Clr>
                <a:schemeClr val="dk1"/>
              </a:buClr>
              <a:buSzPts val="1100"/>
              <a:buFont typeface="Arial"/>
              <a:buNone/>
            </a:pPr>
            <a:r>
              <a:rPr lang="en-US" sz="2400" dirty="0">
                <a:solidFill>
                  <a:schemeClr val="dk1"/>
                </a:solidFill>
                <a:latin typeface="+mn-lt"/>
                <a:ea typeface="Poppins"/>
                <a:cs typeface="Poppins"/>
                <a:sym typeface="Poppins"/>
              </a:rPr>
              <a:t>  + </a:t>
            </a:r>
            <a:r>
              <a:rPr lang="en-US" sz="2400" dirty="0" err="1">
                <a:solidFill>
                  <a:schemeClr val="dk1"/>
                </a:solidFill>
                <a:latin typeface="+mn-lt"/>
                <a:ea typeface="Poppins"/>
                <a:cs typeface="Poppins"/>
                <a:sym typeface="Poppins"/>
              </a:rPr>
              <a:t>Điều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phối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lịch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trình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quản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lý</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động</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lực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nhóm</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có</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thể</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gặp</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nhiều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thách</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thức</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về</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mặt</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hậu</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cần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và</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tốn</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thời</a:t>
            </a:r>
            <a:r>
              <a:rPr lang="en-US" sz="2400" dirty="0">
                <a:solidFill>
                  <a:schemeClr val="dk1"/>
                </a:solidFill>
                <a:latin typeface="+mn-lt"/>
                <a:ea typeface="Poppins"/>
                <a:cs typeface="Poppins"/>
                <a:sym typeface="Poppins"/>
              </a:rPr>
              <a:t> </a:t>
            </a:r>
            <a:r>
              <a:rPr lang="en-US" sz="2400" dirty="0" err="1">
                <a:solidFill>
                  <a:schemeClr val="dk1"/>
                </a:solidFill>
                <a:latin typeface="+mn-lt"/>
                <a:ea typeface="Poppins"/>
                <a:cs typeface="Poppins"/>
                <a:sym typeface="Poppins"/>
              </a:rPr>
              <a:t>gian</a:t>
            </a:r>
            <a:r>
              <a:rPr lang="en-US" sz="2400" dirty="0">
                <a:solidFill>
                  <a:schemeClr val="dk1"/>
                </a:solidFill>
                <a:latin typeface="+mn-lt"/>
                <a:ea typeface="Poppins"/>
                <a:cs typeface="Poppins"/>
                <a:sym typeface="Poppins"/>
              </a:rPr>
              <a:t>.</a:t>
            </a:r>
            <a:endParaRPr sz="2400" dirty="0">
              <a:solidFill>
                <a:schemeClr val="dk1"/>
              </a:solidFill>
              <a:latin typeface="+mn-lt"/>
              <a:ea typeface="Poppins"/>
              <a:cs typeface="Poppins"/>
              <a:sym typeface="Poppins"/>
            </a:endParaRPr>
          </a:p>
          <a:p>
            <a:pPr marL="0" lvl="0" indent="0" algn="just" rtl="0">
              <a:lnSpc>
                <a:spcPct val="115000"/>
              </a:lnSpc>
              <a:spcBef>
                <a:spcPts val="1200"/>
              </a:spcBef>
              <a:spcAft>
                <a:spcPts val="0"/>
              </a:spcAft>
              <a:buSzPts val="1100"/>
              <a:buNone/>
            </a:pPr>
            <a:endParaRPr sz="2000" dirty="0">
              <a:solidFill>
                <a:schemeClr val="dk1"/>
              </a:solidFill>
              <a:latin typeface="Poppins"/>
              <a:ea typeface="Poppins"/>
              <a:cs typeface="Poppins"/>
              <a:sym typeface="Poppins"/>
            </a:endParaRPr>
          </a:p>
          <a:p>
            <a:pPr marL="0" lvl="0" indent="0" algn="just" rtl="0">
              <a:lnSpc>
                <a:spcPct val="115000"/>
              </a:lnSpc>
              <a:spcBef>
                <a:spcPts val="1200"/>
              </a:spcBef>
              <a:spcAft>
                <a:spcPts val="1200"/>
              </a:spcAft>
              <a:buSzPts val="1100"/>
              <a:buNone/>
            </a:pPr>
            <a:endParaRPr sz="2000" dirty="0">
              <a:solidFill>
                <a:schemeClr val="dk1"/>
              </a:solidFill>
              <a:latin typeface="Poppins"/>
              <a:ea typeface="Poppins"/>
              <a:cs typeface="Poppins"/>
              <a:sym typeface="Poppins"/>
            </a:endParaRPr>
          </a:p>
        </p:txBody>
      </p:sp>
      <p:sp>
        <p:nvSpPr>
          <p:cNvPr id="220" name="Google Shape;220;g324991e04e6_3_59"/>
          <p:cNvSpPr txBox="1"/>
          <p:nvPr/>
        </p:nvSpPr>
        <p:spPr>
          <a:xfrm>
            <a:off x="1518350" y="2273750"/>
            <a:ext cx="8516400" cy="485400"/>
          </a:xfrm>
          <a:prstGeom prst="rect">
            <a:avLst/>
          </a:prstGeom>
          <a:noFill/>
          <a:ln>
            <a:noFill/>
          </a:ln>
        </p:spPr>
        <p:txBody>
          <a:bodyPr spcFirstLastPara="1" wrap="square" lIns="0" tIns="0" rIns="0" bIns="0" anchor="t" anchorCtr="0">
            <a:spAutoFit/>
          </a:bodyPr>
          <a:lstStyle/>
          <a:p>
            <a:pPr marL="0" lvl="0" indent="0" algn="ctr" rtl="0">
              <a:lnSpc>
                <a:spcPct val="139989"/>
              </a:lnSpc>
              <a:spcBef>
                <a:spcPts val="0"/>
              </a:spcBef>
              <a:spcAft>
                <a:spcPts val="0"/>
              </a:spcAft>
              <a:buNone/>
            </a:pPr>
            <a:r>
              <a:rPr lang="en-US" sz="3154">
                <a:solidFill>
                  <a:schemeClr val="dk1"/>
                </a:solidFill>
                <a:latin typeface="Open Sans ExtraBold"/>
                <a:ea typeface="Open Sans ExtraBold"/>
                <a:cs typeface="Open Sans ExtraBold"/>
                <a:sym typeface="Open Sans ExtraBold"/>
              </a:rPr>
              <a:t>BƯỚC 1: XÁC ĐỊNH NGƯỜI PHỎNG VẤN</a:t>
            </a:r>
            <a:endParaRPr sz="854">
              <a:solidFill>
                <a:schemeClr val="dk1"/>
              </a:solidFill>
              <a:highlight>
                <a:schemeClr val="dk1"/>
              </a:high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24"/>
        <p:cNvGrpSpPr/>
        <p:nvPr/>
      </p:nvGrpSpPr>
      <p:grpSpPr>
        <a:xfrm>
          <a:off x="0" y="0"/>
          <a:ext cx="0" cy="0"/>
          <a:chOff x="0" y="0"/>
          <a:chExt cx="0" cy="0"/>
        </a:xfrm>
      </p:grpSpPr>
      <p:grpSp>
        <p:nvGrpSpPr>
          <p:cNvPr id="225" name="Google Shape;225;g324991e04e6_3_75"/>
          <p:cNvGrpSpPr/>
          <p:nvPr/>
        </p:nvGrpSpPr>
        <p:grpSpPr>
          <a:xfrm>
            <a:off x="13266830" y="-144662"/>
            <a:ext cx="5021203" cy="10431728"/>
            <a:chOff x="0" y="-38100"/>
            <a:chExt cx="1322448" cy="2747433"/>
          </a:xfrm>
        </p:grpSpPr>
        <p:sp>
          <p:nvSpPr>
            <p:cNvPr id="226" name="Google Shape;226;g324991e04e6_3_75"/>
            <p:cNvSpPr/>
            <p:nvPr/>
          </p:nvSpPr>
          <p:spPr>
            <a:xfrm>
              <a:off x="0" y="0"/>
              <a:ext cx="1322448" cy="2709333"/>
            </a:xfrm>
            <a:custGeom>
              <a:avLst/>
              <a:gdLst/>
              <a:ahLst/>
              <a:cxnLst/>
              <a:rect l="l" t="t" r="r" b="b"/>
              <a:pathLst>
                <a:path w="1322448" h="2709333" extrusionOk="0">
                  <a:moveTo>
                    <a:pt x="0" y="0"/>
                  </a:moveTo>
                  <a:lnTo>
                    <a:pt x="1322448" y="0"/>
                  </a:lnTo>
                  <a:lnTo>
                    <a:pt x="1322448" y="2709333"/>
                  </a:lnTo>
                  <a:lnTo>
                    <a:pt x="0" y="2709333"/>
                  </a:lnTo>
                  <a:close/>
                </a:path>
              </a:pathLst>
            </a:custGeom>
            <a:solidFill>
              <a:srgbClr val="051D40"/>
            </a:solidFill>
            <a:ln>
              <a:noFill/>
            </a:ln>
          </p:spPr>
        </p:sp>
        <p:sp>
          <p:nvSpPr>
            <p:cNvPr id="227" name="Google Shape;227;g324991e04e6_3_75"/>
            <p:cNvSpPr txBox="1"/>
            <p:nvPr/>
          </p:nvSpPr>
          <p:spPr>
            <a:xfrm>
              <a:off x="0" y="-38100"/>
              <a:ext cx="1322400" cy="2747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g324991e04e6_3_75"/>
          <p:cNvSpPr txBox="1"/>
          <p:nvPr/>
        </p:nvSpPr>
        <p:spPr>
          <a:xfrm>
            <a:off x="486697" y="38326"/>
            <a:ext cx="13431858" cy="193899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500" b="1" dirty="0" err="1">
                <a:solidFill>
                  <a:srgbClr val="051D40"/>
                </a:solidFill>
                <a:latin typeface="Open Sans ExtraBold"/>
                <a:ea typeface="Open Sans ExtraBold"/>
                <a:cs typeface="Open Sans ExtraBold"/>
                <a:sym typeface="Open Sans ExtraBold"/>
              </a:rPr>
              <a:t>Bước</a:t>
            </a:r>
            <a:r>
              <a:rPr lang="en-US" sz="4500" b="1" dirty="0">
                <a:solidFill>
                  <a:srgbClr val="051D40"/>
                </a:solidFill>
                <a:latin typeface="Open Sans ExtraBold"/>
                <a:ea typeface="Open Sans ExtraBold"/>
                <a:cs typeface="Open Sans ExtraBold"/>
                <a:sym typeface="Open Sans ExtraBold"/>
              </a:rPr>
              <a:t> 2: </a:t>
            </a:r>
            <a:r>
              <a:rPr lang="en-US" sz="4500" b="1" dirty="0" err="1">
                <a:solidFill>
                  <a:srgbClr val="051D40"/>
                </a:solidFill>
                <a:latin typeface="Open Sans ExtraBold"/>
                <a:ea typeface="Open Sans ExtraBold"/>
                <a:cs typeface="Open Sans ExtraBold"/>
                <a:sym typeface="Open Sans ExtraBold"/>
              </a:rPr>
              <a:t>Xác</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định</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mục</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tiêu</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cho</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buổi</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phỏng</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vấn</a:t>
            </a:r>
            <a:endParaRPr dirty="0"/>
          </a:p>
        </p:txBody>
      </p:sp>
      <p:grpSp>
        <p:nvGrpSpPr>
          <p:cNvPr id="229" name="Google Shape;229;g324991e04e6_3_75"/>
          <p:cNvGrpSpPr/>
          <p:nvPr/>
        </p:nvGrpSpPr>
        <p:grpSpPr>
          <a:xfrm>
            <a:off x="-1595820" y="-1782102"/>
            <a:ext cx="3564209" cy="3564209"/>
            <a:chOff x="0" y="0"/>
            <a:chExt cx="812800" cy="812800"/>
          </a:xfrm>
        </p:grpSpPr>
        <p:sp>
          <p:nvSpPr>
            <p:cNvPr id="230" name="Google Shape;230;g324991e04e6_3_7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051D40">
                  <a:alpha val="15290"/>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g324991e04e6_3_7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2" name="Google Shape;232;g324991e04e6_3_75"/>
          <p:cNvSpPr txBox="1"/>
          <p:nvPr/>
        </p:nvSpPr>
        <p:spPr>
          <a:xfrm>
            <a:off x="1609125" y="1613225"/>
            <a:ext cx="9006300" cy="3791807"/>
          </a:xfrm>
          <a:prstGeom prst="rect">
            <a:avLst/>
          </a:prstGeom>
          <a:noFill/>
          <a:ln>
            <a:noFill/>
          </a:ln>
        </p:spPr>
        <p:txBody>
          <a:bodyPr spcFirstLastPara="1" wrap="square" lIns="0" tIns="0" rIns="0" bIns="0" anchor="t" anchorCtr="0">
            <a:spAutoFit/>
          </a:bodyPr>
          <a:lstStyle/>
          <a:p>
            <a:pPr marL="0" marR="0" lvl="0" indent="0" algn="l" rtl="0">
              <a:lnSpc>
                <a:spcPct val="140118"/>
              </a:lnSpc>
              <a:spcBef>
                <a:spcPts val="0"/>
              </a:spcBef>
              <a:spcAft>
                <a:spcPts val="0"/>
              </a:spcAft>
              <a:buNone/>
            </a:pPr>
            <a:r>
              <a:rPr lang="en-US" sz="2200" dirty="0">
                <a:solidFill>
                  <a:srgbClr val="051D40"/>
                </a:solidFill>
                <a:latin typeface="+mn-lt"/>
                <a:ea typeface="Poppins"/>
                <a:cs typeface="Poppins"/>
                <a:sym typeface="Poppins"/>
              </a:rPr>
              <a:t>-</a:t>
            </a:r>
            <a:r>
              <a:rPr lang="en-US" sz="2200" dirty="0" err="1">
                <a:solidFill>
                  <a:srgbClr val="051D40"/>
                </a:solidFill>
                <a:latin typeface="+mn-lt"/>
                <a:ea typeface="Poppins"/>
                <a:cs typeface="Poppins"/>
                <a:sym typeface="Poppins"/>
              </a:rPr>
              <a:t>Đặc</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trưng</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của</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kỹ</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thuật</a:t>
            </a:r>
            <a:r>
              <a:rPr lang="en-US" sz="2200" dirty="0">
                <a:solidFill>
                  <a:srgbClr val="051D40"/>
                </a:solidFill>
                <a:latin typeface="+mn-lt"/>
                <a:ea typeface="Poppins"/>
                <a:cs typeface="Poppins"/>
                <a:sym typeface="Poppins"/>
              </a:rPr>
              <a:t>: </a:t>
            </a:r>
            <a:endParaRPr sz="2200" dirty="0">
              <a:solidFill>
                <a:srgbClr val="051D40"/>
              </a:solidFill>
              <a:latin typeface="+mn-lt"/>
              <a:ea typeface="Poppins"/>
              <a:cs typeface="Poppins"/>
              <a:sym typeface="Poppins"/>
            </a:endParaRPr>
          </a:p>
          <a:p>
            <a:pPr marL="0" marR="0" lvl="0" indent="0" algn="l" rtl="0">
              <a:lnSpc>
                <a:spcPct val="140118"/>
              </a:lnSpc>
              <a:spcBef>
                <a:spcPts val="0"/>
              </a:spcBef>
              <a:spcAft>
                <a:spcPts val="0"/>
              </a:spcAft>
              <a:buNone/>
            </a:pPr>
            <a:r>
              <a:rPr lang="en-US" sz="2200" dirty="0">
                <a:solidFill>
                  <a:schemeClr val="dk1"/>
                </a:solidFill>
                <a:latin typeface="+mn-lt"/>
                <a:ea typeface="Poppins"/>
                <a:cs typeface="Poppins"/>
                <a:sym typeface="Poppins"/>
              </a:rPr>
              <a:t>+</a:t>
            </a:r>
            <a:r>
              <a:rPr lang="en-US" sz="2200" dirty="0" err="1">
                <a:solidFill>
                  <a:schemeClr val="dk1"/>
                </a:solidFill>
                <a:latin typeface="+mn-lt"/>
                <a:ea typeface="Poppins"/>
                <a:cs typeface="Poppins"/>
                <a:sym typeface="Poppins"/>
              </a:rPr>
              <a:t>Mục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tiêu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cần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được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cụ</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thể</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hóa</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trước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buổi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phỏng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vấn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để</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hướng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dẫn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quá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trình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phỏng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vấn</a:t>
            </a:r>
            <a:endParaRPr sz="2200" dirty="0">
              <a:solidFill>
                <a:schemeClr val="dk1"/>
              </a:solidFill>
              <a:latin typeface="+mn-lt"/>
              <a:ea typeface="Poppins"/>
              <a:cs typeface="Poppins"/>
              <a:sym typeface="Poppins"/>
            </a:endParaRPr>
          </a:p>
          <a:p>
            <a:pPr marL="0" marR="0" lvl="0" indent="0" algn="l" rtl="0">
              <a:lnSpc>
                <a:spcPct val="140118"/>
              </a:lnSpc>
              <a:spcBef>
                <a:spcPts val="0"/>
              </a:spcBef>
              <a:spcAft>
                <a:spcPts val="0"/>
              </a:spcAft>
              <a:buNone/>
            </a:pPr>
            <a:r>
              <a:rPr lang="en-US" sz="2200" dirty="0">
                <a:solidFill>
                  <a:schemeClr val="dk1"/>
                </a:solidFill>
                <a:latin typeface="+mn-lt"/>
                <a:ea typeface="Poppins"/>
                <a:cs typeface="Poppins"/>
                <a:sym typeface="Poppins"/>
              </a:rPr>
              <a:t>+</a:t>
            </a:r>
            <a:r>
              <a:rPr lang="en-US" sz="2200" dirty="0" err="1">
                <a:solidFill>
                  <a:schemeClr val="dk1"/>
                </a:solidFill>
                <a:latin typeface="+mn-lt"/>
                <a:ea typeface="Poppins"/>
                <a:cs typeface="Poppins"/>
                <a:sym typeface="Poppins"/>
              </a:rPr>
              <a:t>Mục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tiêu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giúp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nhà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tuyển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dụng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tập</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trung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vào</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các</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yếu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tố</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quan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trọng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khi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đánh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ứng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viên</a:t>
            </a:r>
            <a:r>
              <a:rPr lang="en-US" sz="2200" dirty="0">
                <a:solidFill>
                  <a:schemeClr val="dk1"/>
                </a:solidFill>
                <a:latin typeface="+mn-lt"/>
                <a:ea typeface="Poppins"/>
                <a:cs typeface="Poppins"/>
                <a:sym typeface="Poppins"/>
              </a:rPr>
              <a:t>.</a:t>
            </a:r>
            <a:endParaRPr sz="2200" dirty="0">
              <a:solidFill>
                <a:schemeClr val="dk1"/>
              </a:solidFill>
              <a:latin typeface="+mn-lt"/>
              <a:ea typeface="Poppins"/>
              <a:cs typeface="Poppins"/>
              <a:sym typeface="Poppins"/>
            </a:endParaRPr>
          </a:p>
          <a:p>
            <a:pPr marL="0" marR="0" lvl="0" indent="0" algn="l" rtl="0">
              <a:lnSpc>
                <a:spcPct val="140118"/>
              </a:lnSpc>
              <a:spcBef>
                <a:spcPts val="0"/>
              </a:spcBef>
              <a:spcAft>
                <a:spcPts val="0"/>
              </a:spcAft>
              <a:buNone/>
            </a:pPr>
            <a:r>
              <a:rPr lang="en-US" sz="2200" dirty="0">
                <a:solidFill>
                  <a:schemeClr val="dk1"/>
                </a:solidFill>
                <a:latin typeface="+mn-lt"/>
                <a:ea typeface="Poppins"/>
                <a:cs typeface="Poppins"/>
                <a:sym typeface="Poppins"/>
              </a:rPr>
              <a:t>-</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Dùng</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cho</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trường</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hợp</a:t>
            </a:r>
            <a:r>
              <a:rPr lang="en-US" sz="2200" dirty="0">
                <a:solidFill>
                  <a:srgbClr val="051D40"/>
                </a:solidFill>
                <a:latin typeface="+mn-lt"/>
                <a:ea typeface="Poppins"/>
                <a:cs typeface="Poppins"/>
                <a:sym typeface="Poppins"/>
              </a:rPr>
              <a:t> </a:t>
            </a:r>
            <a:r>
              <a:rPr lang="en-US" sz="2200" dirty="0" err="1">
                <a:solidFill>
                  <a:srgbClr val="051D40"/>
                </a:solidFill>
                <a:latin typeface="+mn-lt"/>
                <a:ea typeface="Poppins"/>
                <a:cs typeface="Poppins"/>
                <a:sym typeface="Poppins"/>
              </a:rPr>
              <a:t>nào</a:t>
            </a:r>
            <a:r>
              <a:rPr lang="en-US" sz="2200" dirty="0">
                <a:solidFill>
                  <a:srgbClr val="051D40"/>
                </a:solidFill>
                <a:latin typeface="+mn-lt"/>
                <a:ea typeface="Poppins"/>
                <a:cs typeface="Poppins"/>
                <a:sym typeface="Poppins"/>
              </a:rPr>
              <a:t>: </a:t>
            </a:r>
            <a:r>
              <a:rPr lang="en-US" sz="2200" dirty="0">
                <a:solidFill>
                  <a:schemeClr val="dk1"/>
                </a:solidFill>
                <a:latin typeface="+mn-lt"/>
                <a:ea typeface="Poppins"/>
                <a:cs typeface="Poppins"/>
                <a:sym typeface="Poppins"/>
              </a:rPr>
              <a:t>Khi </a:t>
            </a:r>
            <a:r>
              <a:rPr lang="en-US" sz="2200" dirty="0" err="1">
                <a:solidFill>
                  <a:schemeClr val="dk1"/>
                </a:solidFill>
                <a:latin typeface="+mn-lt"/>
                <a:ea typeface="Poppins"/>
                <a:cs typeface="Poppins"/>
                <a:sym typeface="Poppins"/>
              </a:rPr>
              <a:t>cần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đánh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giá</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ứng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viên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Sử</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dụng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để</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hiểu</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rõ</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hơn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về</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kỹ</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năng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thái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độ</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và</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tiềm</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năng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của</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ứng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viên</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trong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bối</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cảnh</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công</a:t>
            </a:r>
            <a:r>
              <a:rPr lang="en-US" sz="2200" dirty="0">
                <a:solidFill>
                  <a:schemeClr val="dk1"/>
                </a:solidFill>
                <a:latin typeface="+mn-lt"/>
                <a:ea typeface="Poppins"/>
                <a:cs typeface="Poppins"/>
                <a:sym typeface="Poppins"/>
              </a:rPr>
              <a:t> </a:t>
            </a:r>
            <a:r>
              <a:rPr lang="en-US" sz="2200" dirty="0" err="1">
                <a:solidFill>
                  <a:schemeClr val="dk1"/>
                </a:solidFill>
                <a:latin typeface="+mn-lt"/>
                <a:ea typeface="Poppins"/>
                <a:cs typeface="Poppins"/>
                <a:sym typeface="Poppins"/>
              </a:rPr>
              <a:t>việc</a:t>
            </a:r>
            <a:r>
              <a:rPr lang="en-US" sz="2200" dirty="0">
                <a:solidFill>
                  <a:srgbClr val="051D40"/>
                </a:solidFill>
                <a:latin typeface="+mn-lt"/>
                <a:ea typeface="Times New Roman"/>
                <a:cs typeface="Times New Roman"/>
                <a:sym typeface="Times New Roman"/>
              </a:rPr>
              <a:t>.</a:t>
            </a:r>
            <a:endParaRPr sz="2200" dirty="0">
              <a:latin typeface="+mn-lt"/>
            </a:endParaRPr>
          </a:p>
        </p:txBody>
      </p:sp>
      <p:sp>
        <p:nvSpPr>
          <p:cNvPr id="233" name="Google Shape;233;g324991e04e6_3_75"/>
          <p:cNvSpPr/>
          <p:nvPr/>
        </p:nvSpPr>
        <p:spPr>
          <a:xfrm>
            <a:off x="9905935" y="347245"/>
            <a:ext cx="8025240" cy="9592509"/>
          </a:xfrm>
          <a:custGeom>
            <a:avLst/>
            <a:gdLst/>
            <a:ahLst/>
            <a:cxnLst/>
            <a:rect l="l" t="t" r="r" b="b"/>
            <a:pathLst>
              <a:path w="8606155" h="10286873" extrusionOk="0">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rotWithShape="1">
            <a:blip r:embed="rId3">
              <a:alphaModFix/>
            </a:blip>
            <a:stretch>
              <a:fillRect l="-27998" r="-51457"/>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 name="Google Shape;234;g324991e04e6_3_75"/>
          <p:cNvGrpSpPr/>
          <p:nvPr/>
        </p:nvGrpSpPr>
        <p:grpSpPr>
          <a:xfrm>
            <a:off x="14700679" y="7074186"/>
            <a:ext cx="5946932" cy="5946932"/>
            <a:chOff x="0" y="0"/>
            <a:chExt cx="812800" cy="812800"/>
          </a:xfrm>
        </p:grpSpPr>
        <p:sp>
          <p:nvSpPr>
            <p:cNvPr id="235" name="Google Shape;235;g324991e04e6_3_7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0"/>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g324991e04e6_3_7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7" name="Google Shape;237;g324991e04e6_3_75"/>
          <p:cNvSpPr/>
          <p:nvPr/>
        </p:nvSpPr>
        <p:spPr>
          <a:xfrm>
            <a:off x="1594175" y="8410948"/>
            <a:ext cx="11402164" cy="711357"/>
          </a:xfrm>
          <a:custGeom>
            <a:avLst/>
            <a:gdLst/>
            <a:ahLst/>
            <a:cxnLst/>
            <a:rect l="l" t="t" r="r" b="b"/>
            <a:pathLst>
              <a:path w="11402164" h="711357" extrusionOk="0">
                <a:moveTo>
                  <a:pt x="0" y="0"/>
                </a:moveTo>
                <a:lnTo>
                  <a:pt x="11402164" y="0"/>
                </a:lnTo>
                <a:lnTo>
                  <a:pt x="11402164" y="711358"/>
                </a:lnTo>
                <a:lnTo>
                  <a:pt x="0" y="711358"/>
                </a:lnTo>
                <a:lnTo>
                  <a:pt x="0" y="0"/>
                </a:lnTo>
                <a:close/>
              </a:path>
            </a:pathLst>
          </a:custGeom>
          <a:blipFill rotWithShape="1">
            <a:blip r:embed="rId4">
              <a:alphaModFix/>
            </a:blip>
            <a:stretch>
              <a:fillRect t="-216565"/>
            </a:stretch>
          </a:blipFill>
          <a:ln>
            <a:noFill/>
          </a:ln>
        </p:spPr>
      </p:sp>
      <p:grpSp>
        <p:nvGrpSpPr>
          <p:cNvPr id="238" name="Google Shape;238;g324991e04e6_3_75"/>
          <p:cNvGrpSpPr/>
          <p:nvPr/>
        </p:nvGrpSpPr>
        <p:grpSpPr>
          <a:xfrm>
            <a:off x="1290966" y="5354321"/>
            <a:ext cx="11497445" cy="3443409"/>
            <a:chOff x="0" y="-38100"/>
            <a:chExt cx="3028114" cy="906900"/>
          </a:xfrm>
        </p:grpSpPr>
        <p:sp>
          <p:nvSpPr>
            <p:cNvPr id="239" name="Google Shape;239;g324991e04e6_3_75"/>
            <p:cNvSpPr/>
            <p:nvPr/>
          </p:nvSpPr>
          <p:spPr>
            <a:xfrm>
              <a:off x="0" y="0"/>
              <a:ext cx="2999100" cy="868800"/>
            </a:xfrm>
            <a:custGeom>
              <a:avLst/>
              <a:gdLst/>
              <a:ahLst/>
              <a:cxnLst/>
              <a:rect l="l" t="t" r="r" b="b"/>
              <a:pathLst>
                <a:path w="2999100" h="868800" extrusionOk="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g324991e04e6_3_75"/>
            <p:cNvSpPr txBox="1"/>
            <p:nvPr/>
          </p:nvSpPr>
          <p:spPr>
            <a:xfrm>
              <a:off x="29014" y="-38100"/>
              <a:ext cx="2999100" cy="906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1" name="Google Shape;241;g324991e04e6_3_75"/>
          <p:cNvSpPr/>
          <p:nvPr/>
        </p:nvSpPr>
        <p:spPr>
          <a:xfrm>
            <a:off x="1969018" y="5266276"/>
            <a:ext cx="2771351" cy="685350"/>
          </a:xfrm>
          <a:custGeom>
            <a:avLst/>
            <a:gdLst/>
            <a:ahLst/>
            <a:cxnLst/>
            <a:rect l="l" t="t" r="r" b="b"/>
            <a:pathLst>
              <a:path w="1013291" h="250585" extrusionOk="0">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a:gsLst>
              <a:gs pos="0">
                <a:srgbClr val="00569E"/>
              </a:gs>
              <a:gs pos="100000">
                <a:srgbClr val="014074"/>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200" b="1" i="1" dirty="0">
                <a:latin typeface="Calibri"/>
                <a:ea typeface="Calibri"/>
                <a:cs typeface="Calibri"/>
                <a:sym typeface="Calibri"/>
              </a:rPr>
              <a:t>1. </a:t>
            </a:r>
            <a:r>
              <a:rPr lang="en-US" sz="2200" b="1" i="1" dirty="0" err="1">
                <a:latin typeface="Calibri"/>
                <a:ea typeface="Calibri"/>
                <a:cs typeface="Calibri"/>
                <a:sym typeface="Calibri"/>
              </a:rPr>
              <a:t>Thảo</a:t>
            </a:r>
            <a:r>
              <a:rPr lang="en-US" sz="2200" b="1" i="1" dirty="0">
                <a:latin typeface="Calibri"/>
                <a:ea typeface="Calibri"/>
                <a:cs typeface="Calibri"/>
                <a:sym typeface="Calibri"/>
              </a:rPr>
              <a:t> </a:t>
            </a:r>
            <a:r>
              <a:rPr lang="en-US" sz="2200" b="1" i="1" dirty="0" err="1">
                <a:latin typeface="Calibri"/>
                <a:ea typeface="Calibri"/>
                <a:cs typeface="Calibri"/>
                <a:sym typeface="Calibri"/>
              </a:rPr>
              <a:t>luận</a:t>
            </a:r>
            <a:r>
              <a:rPr lang="en-US" sz="2200" b="1" i="1" dirty="0">
                <a:latin typeface="Calibri"/>
                <a:ea typeface="Calibri"/>
                <a:cs typeface="Calibri"/>
                <a:sym typeface="Calibri"/>
              </a:rPr>
              <a:t> </a:t>
            </a:r>
            <a:r>
              <a:rPr lang="en-US" sz="2200" b="1" i="1" dirty="0" err="1">
                <a:latin typeface="Calibri"/>
                <a:ea typeface="Calibri"/>
                <a:cs typeface="Calibri"/>
                <a:sym typeface="Calibri"/>
              </a:rPr>
              <a:t>với</a:t>
            </a:r>
            <a:r>
              <a:rPr lang="en-US" sz="2200" b="1" i="1" dirty="0">
                <a:latin typeface="Calibri"/>
                <a:ea typeface="Calibri"/>
                <a:cs typeface="Calibri"/>
                <a:sym typeface="Calibri"/>
              </a:rPr>
              <a:t> </a:t>
            </a:r>
            <a:r>
              <a:rPr lang="en-US" sz="2200" b="1" i="1" dirty="0" err="1">
                <a:latin typeface="Calibri"/>
                <a:ea typeface="Calibri"/>
                <a:cs typeface="Calibri"/>
                <a:sym typeface="Calibri"/>
              </a:rPr>
              <a:t>đội</a:t>
            </a:r>
            <a:r>
              <a:rPr lang="en-US" sz="2200" b="1" i="1" dirty="0">
                <a:latin typeface="Calibri"/>
                <a:ea typeface="Calibri"/>
                <a:cs typeface="Calibri"/>
                <a:sym typeface="Calibri"/>
              </a:rPr>
              <a:t> </a:t>
            </a:r>
            <a:r>
              <a:rPr lang="en-US" sz="2200" b="1" i="1" dirty="0" err="1">
                <a:latin typeface="Calibri"/>
                <a:ea typeface="Calibri"/>
                <a:cs typeface="Calibri"/>
                <a:sym typeface="Calibri"/>
              </a:rPr>
              <a:t>ngũ</a:t>
            </a:r>
            <a:r>
              <a:rPr lang="en-US" sz="2200" b="1" i="1" dirty="0">
                <a:latin typeface="Calibri"/>
                <a:ea typeface="Calibri"/>
                <a:cs typeface="Calibri"/>
                <a:sym typeface="Calibri"/>
              </a:rPr>
              <a:t> </a:t>
            </a:r>
            <a:r>
              <a:rPr lang="en-US" sz="2200" b="1" i="1" dirty="0" err="1">
                <a:latin typeface="Calibri"/>
                <a:ea typeface="Calibri"/>
                <a:cs typeface="Calibri"/>
                <a:sym typeface="Calibri"/>
              </a:rPr>
              <a:t>tuyển</a:t>
            </a:r>
            <a:r>
              <a:rPr lang="en-US" sz="2200" b="1" i="1" dirty="0">
                <a:latin typeface="Calibri"/>
                <a:ea typeface="Calibri"/>
                <a:cs typeface="Calibri"/>
                <a:sym typeface="Calibri"/>
              </a:rPr>
              <a:t> </a:t>
            </a:r>
            <a:r>
              <a:rPr lang="en-US" sz="2200" b="1" i="1" dirty="0" err="1">
                <a:latin typeface="Calibri"/>
                <a:ea typeface="Calibri"/>
                <a:cs typeface="Calibri"/>
                <a:sym typeface="Calibri"/>
              </a:rPr>
              <a:t>dụng</a:t>
            </a:r>
            <a:endParaRPr sz="2200" b="1" i="1" dirty="0">
              <a:latin typeface="Calibri"/>
              <a:ea typeface="Calibri"/>
              <a:cs typeface="Calibri"/>
              <a:sym typeface="Calibri"/>
            </a:endParaRPr>
          </a:p>
        </p:txBody>
      </p:sp>
      <p:grpSp>
        <p:nvGrpSpPr>
          <p:cNvPr id="242" name="Google Shape;242;g324991e04e6_3_75"/>
          <p:cNvGrpSpPr/>
          <p:nvPr/>
        </p:nvGrpSpPr>
        <p:grpSpPr>
          <a:xfrm>
            <a:off x="5838074" y="5029746"/>
            <a:ext cx="2799924" cy="868342"/>
            <a:chOff x="-10148" y="-16514"/>
            <a:chExt cx="1023439" cy="317400"/>
          </a:xfrm>
        </p:grpSpPr>
        <p:sp>
          <p:nvSpPr>
            <p:cNvPr id="243" name="Google Shape;243;g324991e04e6_3_75"/>
            <p:cNvSpPr/>
            <p:nvPr/>
          </p:nvSpPr>
          <p:spPr>
            <a:xfrm>
              <a:off x="0" y="0"/>
              <a:ext cx="1013291" cy="250585"/>
            </a:xfrm>
            <a:custGeom>
              <a:avLst/>
              <a:gdLst/>
              <a:ahLst/>
              <a:cxnLst/>
              <a:rect l="l" t="t" r="r" b="b"/>
              <a:pathLst>
                <a:path w="1013291" h="250585" extrusionOk="0">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a:gsLst>
                <a:gs pos="0">
                  <a:srgbClr val="00569E"/>
                </a:gs>
                <a:gs pos="100000">
                  <a:srgbClr val="014074"/>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324991e04e6_3_75"/>
            <p:cNvSpPr txBox="1"/>
            <p:nvPr/>
          </p:nvSpPr>
          <p:spPr>
            <a:xfrm>
              <a:off x="-10148" y="-16514"/>
              <a:ext cx="1013400" cy="317400"/>
            </a:xfrm>
            <a:prstGeom prst="rect">
              <a:avLst/>
            </a:prstGeom>
            <a:no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39983"/>
                </a:lnSpc>
                <a:spcBef>
                  <a:spcPts val="0"/>
                </a:spcBef>
                <a:spcAft>
                  <a:spcPts val="0"/>
                </a:spcAft>
                <a:buNone/>
              </a:pPr>
              <a:r>
                <a:rPr lang="en-US" sz="2000" b="1" i="1" dirty="0">
                  <a:solidFill>
                    <a:schemeClr val="dk1"/>
                  </a:solidFill>
                  <a:latin typeface="Times New Roman"/>
                  <a:ea typeface="Times New Roman"/>
                  <a:cs typeface="Times New Roman"/>
                  <a:sym typeface="Times New Roman"/>
                </a:rPr>
                <a:t>2. </a:t>
              </a:r>
              <a:r>
                <a:rPr lang="en-US" sz="2000" b="1" i="1" dirty="0" err="1">
                  <a:solidFill>
                    <a:schemeClr val="dk1"/>
                  </a:solidFill>
                  <a:latin typeface="Times New Roman"/>
                  <a:ea typeface="Times New Roman"/>
                  <a:cs typeface="Times New Roman"/>
                  <a:sym typeface="Times New Roman"/>
                </a:rPr>
                <a:t>Phân</a:t>
              </a:r>
              <a:r>
                <a:rPr lang="en-US" sz="2000" b="1" i="1" dirty="0">
                  <a:solidFill>
                    <a:schemeClr val="dk1"/>
                  </a:solidFill>
                  <a:latin typeface="Times New Roman"/>
                  <a:ea typeface="Times New Roman"/>
                  <a:cs typeface="Times New Roman"/>
                  <a:sym typeface="Times New Roman"/>
                </a:rPr>
                <a:t> </a:t>
              </a:r>
              <a:r>
                <a:rPr lang="en-US" sz="2000" b="1" i="1" dirty="0" err="1">
                  <a:solidFill>
                    <a:schemeClr val="dk1"/>
                  </a:solidFill>
                  <a:latin typeface="Times New Roman"/>
                  <a:ea typeface="Times New Roman"/>
                  <a:cs typeface="Times New Roman"/>
                  <a:sym typeface="Times New Roman"/>
                </a:rPr>
                <a:t>tích</a:t>
              </a:r>
              <a:r>
                <a:rPr lang="en-US" sz="2000" b="1" i="1" dirty="0">
                  <a:solidFill>
                    <a:schemeClr val="dk1"/>
                  </a:solidFill>
                  <a:latin typeface="Times New Roman"/>
                  <a:ea typeface="Times New Roman"/>
                  <a:cs typeface="Times New Roman"/>
                  <a:sym typeface="Times New Roman"/>
                </a:rPr>
                <a:t> </a:t>
              </a:r>
              <a:r>
                <a:rPr lang="en-US" sz="2000" b="1" i="1" dirty="0" err="1">
                  <a:solidFill>
                    <a:schemeClr val="dk1"/>
                  </a:solidFill>
                  <a:latin typeface="Times New Roman"/>
                  <a:ea typeface="Times New Roman"/>
                  <a:cs typeface="Times New Roman"/>
                  <a:sym typeface="Times New Roman"/>
                </a:rPr>
                <a:t>mô</a:t>
              </a:r>
              <a:r>
                <a:rPr lang="en-US" sz="2000" b="1" i="1" dirty="0">
                  <a:solidFill>
                    <a:schemeClr val="dk1"/>
                  </a:solidFill>
                  <a:latin typeface="Times New Roman"/>
                  <a:ea typeface="Times New Roman"/>
                  <a:cs typeface="Times New Roman"/>
                  <a:sym typeface="Times New Roman"/>
                </a:rPr>
                <a:t> </a:t>
              </a:r>
              <a:r>
                <a:rPr lang="en-US" sz="2000" b="1" i="1" dirty="0" err="1">
                  <a:solidFill>
                    <a:schemeClr val="dk1"/>
                  </a:solidFill>
                  <a:latin typeface="Times New Roman"/>
                  <a:ea typeface="Times New Roman"/>
                  <a:cs typeface="Times New Roman"/>
                  <a:sym typeface="Times New Roman"/>
                </a:rPr>
                <a:t>tả</a:t>
              </a:r>
              <a:r>
                <a:rPr lang="en-US" sz="2000" b="1" i="1" dirty="0">
                  <a:solidFill>
                    <a:schemeClr val="dk1"/>
                  </a:solidFill>
                  <a:latin typeface="Times New Roman"/>
                  <a:ea typeface="Times New Roman"/>
                  <a:cs typeface="Times New Roman"/>
                  <a:sym typeface="Times New Roman"/>
                </a:rPr>
                <a:t> </a:t>
              </a:r>
              <a:r>
                <a:rPr lang="en-US" sz="2000" b="1" i="1" dirty="0" err="1">
                  <a:solidFill>
                    <a:schemeClr val="dk1"/>
                  </a:solidFill>
                  <a:latin typeface="Times New Roman"/>
                  <a:ea typeface="Times New Roman"/>
                  <a:cs typeface="Times New Roman"/>
                  <a:sym typeface="Times New Roman"/>
                </a:rPr>
                <a:t>công</a:t>
              </a:r>
              <a:r>
                <a:rPr lang="en-US" sz="2000" b="1" i="1" dirty="0">
                  <a:solidFill>
                    <a:schemeClr val="dk1"/>
                  </a:solidFill>
                  <a:latin typeface="Times New Roman"/>
                  <a:ea typeface="Times New Roman"/>
                  <a:cs typeface="Times New Roman"/>
                  <a:sym typeface="Times New Roman"/>
                </a:rPr>
                <a:t> </a:t>
              </a:r>
              <a:r>
                <a:rPr lang="en-US" sz="2000" b="1" i="1" dirty="0" err="1">
                  <a:solidFill>
                    <a:schemeClr val="dk1"/>
                  </a:solidFill>
                  <a:latin typeface="Times New Roman"/>
                  <a:ea typeface="Times New Roman"/>
                  <a:cs typeface="Times New Roman"/>
                  <a:sym typeface="Times New Roman"/>
                </a:rPr>
                <a:t>việc</a:t>
              </a:r>
              <a:endParaRPr sz="2200" b="1" i="1" dirty="0"/>
            </a:p>
          </p:txBody>
        </p:sp>
      </p:grpSp>
      <p:sp>
        <p:nvSpPr>
          <p:cNvPr id="245" name="Google Shape;245;g324991e04e6_3_75"/>
          <p:cNvSpPr/>
          <p:nvPr/>
        </p:nvSpPr>
        <p:spPr>
          <a:xfrm>
            <a:off x="9664789" y="5171511"/>
            <a:ext cx="2669371" cy="685350"/>
          </a:xfrm>
          <a:custGeom>
            <a:avLst/>
            <a:gdLst/>
            <a:ahLst/>
            <a:cxnLst/>
            <a:rect l="l" t="t" r="r" b="b"/>
            <a:pathLst>
              <a:path w="976004" h="250585" extrusionOk="0">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a:gsLst>
              <a:gs pos="0">
                <a:srgbClr val="00569E"/>
              </a:gs>
              <a:gs pos="100000">
                <a:srgbClr val="014074"/>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800" b="1" i="1"/>
              <a:t>3. Lập danh sách mục tiêu.</a:t>
            </a:r>
            <a:endParaRPr sz="1800" b="1" i="1"/>
          </a:p>
        </p:txBody>
      </p:sp>
      <p:sp>
        <p:nvSpPr>
          <p:cNvPr id="246" name="Google Shape;246;g324991e04e6_3_75"/>
          <p:cNvSpPr txBox="1"/>
          <p:nvPr/>
        </p:nvSpPr>
        <p:spPr>
          <a:xfrm>
            <a:off x="1973645" y="6585319"/>
            <a:ext cx="2661600" cy="1551194"/>
          </a:xfrm>
          <a:prstGeom prst="rect">
            <a:avLst/>
          </a:prstGeom>
          <a:noFill/>
          <a:ln>
            <a:solidFill>
              <a:schemeClr val="bg1"/>
            </a:solid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2400" dirty="0" err="1">
                <a:solidFill>
                  <a:srgbClr val="FDFDFD"/>
                </a:solidFill>
                <a:latin typeface="+mn-lt"/>
                <a:ea typeface="Poppins"/>
                <a:cs typeface="Poppins"/>
                <a:sym typeface="Poppins"/>
              </a:rPr>
              <a:t>Tổ</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chức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cuộc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họp</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để</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xác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định</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các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tiêu</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chí</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cần</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thiết</a:t>
            </a:r>
            <a:r>
              <a:rPr lang="en-US" sz="2400" dirty="0">
                <a:solidFill>
                  <a:srgbClr val="FDFDFD"/>
                </a:solidFill>
                <a:latin typeface="+mn-lt"/>
                <a:ea typeface="Poppins"/>
                <a:cs typeface="Poppins"/>
                <a:sym typeface="Poppins"/>
              </a:rPr>
              <a:t> </a:t>
            </a:r>
            <a:endParaRPr sz="2400" dirty="0">
              <a:latin typeface="+mn-lt"/>
            </a:endParaRPr>
          </a:p>
        </p:txBody>
      </p:sp>
      <p:sp>
        <p:nvSpPr>
          <p:cNvPr id="247" name="Google Shape;247;g324991e04e6_3_75"/>
          <p:cNvSpPr txBox="1"/>
          <p:nvPr/>
        </p:nvSpPr>
        <p:spPr>
          <a:xfrm>
            <a:off x="5567914" y="6486966"/>
            <a:ext cx="3354859" cy="2068259"/>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40012"/>
              </a:lnSpc>
              <a:spcBef>
                <a:spcPts val="0"/>
              </a:spcBef>
              <a:spcAft>
                <a:spcPts val="0"/>
              </a:spcAft>
              <a:buNone/>
            </a:pPr>
            <a:r>
              <a:rPr lang="en-US" sz="2400" dirty="0" err="1">
                <a:solidFill>
                  <a:schemeClr val="lt1"/>
                </a:solidFill>
                <a:latin typeface="+mn-lt"/>
                <a:ea typeface="Poppins"/>
                <a:cs typeface="Poppins"/>
                <a:sym typeface="Poppins"/>
              </a:rPr>
              <a:t>Rà</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soát</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mô</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tả</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công</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việc</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để</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đảm</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bảo</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mục</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tiêu</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phù</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hợp</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với</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yêu</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cầu</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vị</a:t>
            </a:r>
            <a:r>
              <a:rPr lang="en-US" sz="2400" dirty="0">
                <a:solidFill>
                  <a:schemeClr val="lt1"/>
                </a:solidFill>
                <a:latin typeface="+mn-lt"/>
                <a:ea typeface="Poppins"/>
                <a:cs typeface="Poppins"/>
                <a:sym typeface="Poppins"/>
              </a:rPr>
              <a:t> </a:t>
            </a:r>
            <a:r>
              <a:rPr lang="en-US" sz="2400" dirty="0" err="1">
                <a:solidFill>
                  <a:schemeClr val="lt1"/>
                </a:solidFill>
                <a:latin typeface="+mn-lt"/>
                <a:ea typeface="Poppins"/>
                <a:cs typeface="Poppins"/>
                <a:sym typeface="Poppins"/>
              </a:rPr>
              <a:t>trí</a:t>
            </a:r>
            <a:r>
              <a:rPr lang="en-US" sz="2400" dirty="0">
                <a:solidFill>
                  <a:schemeClr val="lt1"/>
                </a:solidFill>
                <a:latin typeface="+mn-lt"/>
                <a:ea typeface="Poppins"/>
                <a:cs typeface="Poppins"/>
                <a:sym typeface="Poppins"/>
              </a:rPr>
              <a:t>.</a:t>
            </a:r>
            <a:endParaRPr sz="2400" dirty="0">
              <a:solidFill>
                <a:schemeClr val="lt1"/>
              </a:solidFill>
              <a:latin typeface="+mn-lt"/>
              <a:ea typeface="Poppins"/>
              <a:cs typeface="Poppins"/>
              <a:sym typeface="Poppins"/>
            </a:endParaRPr>
          </a:p>
        </p:txBody>
      </p:sp>
      <p:sp>
        <p:nvSpPr>
          <p:cNvPr id="248" name="Google Shape;248;g324991e04e6_3_75"/>
          <p:cNvSpPr txBox="1"/>
          <p:nvPr/>
        </p:nvSpPr>
        <p:spPr>
          <a:xfrm>
            <a:off x="9701511" y="6284520"/>
            <a:ext cx="2661600" cy="2068259"/>
          </a:xfrm>
          <a:prstGeom prst="rect">
            <a:avLst/>
          </a:prstGeom>
          <a:noFill/>
          <a:ln>
            <a:solidFill>
              <a:schemeClr val="bg1"/>
            </a:solid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2400" dirty="0" err="1">
                <a:solidFill>
                  <a:srgbClr val="FDFDFD"/>
                </a:solidFill>
                <a:latin typeface="+mn-lt"/>
                <a:ea typeface="Poppins"/>
                <a:cs typeface="Poppins"/>
                <a:sym typeface="Poppins"/>
              </a:rPr>
              <a:t>Ghi</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lại</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các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mục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tiêu</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cụ</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thể</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cần</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đạt</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được</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trong</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buổi</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phỏng</a:t>
            </a:r>
            <a:r>
              <a:rPr lang="en-US" sz="2400" dirty="0">
                <a:solidFill>
                  <a:srgbClr val="FDFDFD"/>
                </a:solidFill>
                <a:latin typeface="+mn-lt"/>
                <a:ea typeface="Poppins"/>
                <a:cs typeface="Poppins"/>
                <a:sym typeface="Poppins"/>
              </a:rPr>
              <a:t> </a:t>
            </a:r>
            <a:r>
              <a:rPr lang="en-US" sz="2400" dirty="0" err="1">
                <a:solidFill>
                  <a:srgbClr val="FDFDFD"/>
                </a:solidFill>
                <a:latin typeface="+mn-lt"/>
                <a:ea typeface="Poppins"/>
                <a:cs typeface="Poppins"/>
                <a:sym typeface="Poppins"/>
              </a:rPr>
              <a:t>vấn</a:t>
            </a:r>
            <a:r>
              <a:rPr lang="en-US" sz="2400" dirty="0">
                <a:solidFill>
                  <a:srgbClr val="FDFDFD"/>
                </a:solidFill>
                <a:latin typeface="+mn-lt"/>
                <a:ea typeface="Poppins"/>
                <a:cs typeface="Poppins"/>
                <a:sym typeface="Poppins"/>
              </a:rPr>
              <a:t>.</a:t>
            </a:r>
            <a:endParaRPr sz="2400" dirty="0">
              <a:latin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52"/>
        <p:cNvGrpSpPr/>
        <p:nvPr/>
      </p:nvGrpSpPr>
      <p:grpSpPr>
        <a:xfrm>
          <a:off x="0" y="0"/>
          <a:ext cx="0" cy="0"/>
          <a:chOff x="0" y="0"/>
          <a:chExt cx="0" cy="0"/>
        </a:xfrm>
      </p:grpSpPr>
      <p:grpSp>
        <p:nvGrpSpPr>
          <p:cNvPr id="253" name="Google Shape;253;p5"/>
          <p:cNvGrpSpPr/>
          <p:nvPr/>
        </p:nvGrpSpPr>
        <p:grpSpPr>
          <a:xfrm>
            <a:off x="13266830" y="-144661"/>
            <a:ext cx="5021170" cy="10431661"/>
            <a:chOff x="0" y="-38100"/>
            <a:chExt cx="1322448" cy="2747433"/>
          </a:xfrm>
        </p:grpSpPr>
        <p:sp>
          <p:nvSpPr>
            <p:cNvPr id="254" name="Google Shape;254;p5"/>
            <p:cNvSpPr/>
            <p:nvPr/>
          </p:nvSpPr>
          <p:spPr>
            <a:xfrm>
              <a:off x="0" y="0"/>
              <a:ext cx="1322448" cy="2709333"/>
            </a:xfrm>
            <a:custGeom>
              <a:avLst/>
              <a:gdLst/>
              <a:ahLst/>
              <a:cxnLst/>
              <a:rect l="l" t="t" r="r" b="b"/>
              <a:pathLst>
                <a:path w="1322448" h="2709333" extrusionOk="0">
                  <a:moveTo>
                    <a:pt x="0" y="0"/>
                  </a:moveTo>
                  <a:lnTo>
                    <a:pt x="1322448" y="0"/>
                  </a:lnTo>
                  <a:lnTo>
                    <a:pt x="1322448" y="2709333"/>
                  </a:lnTo>
                  <a:lnTo>
                    <a:pt x="0" y="2709333"/>
                  </a:lnTo>
                  <a:close/>
                </a:path>
              </a:pathLst>
            </a:custGeom>
            <a:solidFill>
              <a:srgbClr val="051D40"/>
            </a:solidFill>
            <a:ln>
              <a:noFill/>
            </a:ln>
          </p:spPr>
        </p:sp>
        <p:sp>
          <p:nvSpPr>
            <p:cNvPr id="255" name="Google Shape;255;p5"/>
            <p:cNvSpPr txBox="1"/>
            <p:nvPr/>
          </p:nvSpPr>
          <p:spPr>
            <a:xfrm>
              <a:off x="0" y="-38100"/>
              <a:ext cx="1322448"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6" name="Google Shape;256;p5"/>
          <p:cNvSpPr txBox="1"/>
          <p:nvPr/>
        </p:nvSpPr>
        <p:spPr>
          <a:xfrm>
            <a:off x="1138436" y="-129332"/>
            <a:ext cx="7922400" cy="1662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500" b="1" dirty="0" err="1">
                <a:solidFill>
                  <a:srgbClr val="051D40"/>
                </a:solidFill>
                <a:latin typeface="Open Sans ExtraBold"/>
                <a:ea typeface="Open Sans ExtraBold"/>
                <a:cs typeface="Open Sans ExtraBold"/>
                <a:sym typeface="Open Sans ExtraBold"/>
              </a:rPr>
              <a:t>Bước</a:t>
            </a:r>
            <a:r>
              <a:rPr lang="en-US" sz="4500" b="1" dirty="0">
                <a:solidFill>
                  <a:srgbClr val="051D40"/>
                </a:solidFill>
                <a:latin typeface="Open Sans ExtraBold"/>
                <a:ea typeface="Open Sans ExtraBold"/>
                <a:cs typeface="Open Sans ExtraBold"/>
                <a:sym typeface="Open Sans ExtraBold"/>
              </a:rPr>
              <a:t> 3: </a:t>
            </a:r>
            <a:r>
              <a:rPr lang="en-US" sz="4500" b="1" dirty="0" err="1">
                <a:solidFill>
                  <a:srgbClr val="051D40"/>
                </a:solidFill>
                <a:latin typeface="Open Sans ExtraBold"/>
                <a:ea typeface="Open Sans ExtraBold"/>
                <a:cs typeface="Open Sans ExtraBold"/>
                <a:sym typeface="Open Sans ExtraBold"/>
              </a:rPr>
              <a:t>Phát</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triển</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câu</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hỏi</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phỏng</a:t>
            </a:r>
            <a:r>
              <a:rPr lang="en-US" sz="4500" b="1" dirty="0">
                <a:solidFill>
                  <a:srgbClr val="051D40"/>
                </a:solidFill>
                <a:latin typeface="Open Sans ExtraBold"/>
                <a:ea typeface="Open Sans ExtraBold"/>
                <a:cs typeface="Open Sans ExtraBold"/>
                <a:sym typeface="Open Sans ExtraBold"/>
              </a:rPr>
              <a:t> </a:t>
            </a:r>
            <a:r>
              <a:rPr lang="en-US" sz="4500" b="1" dirty="0" err="1">
                <a:solidFill>
                  <a:srgbClr val="051D40"/>
                </a:solidFill>
                <a:latin typeface="Open Sans ExtraBold"/>
                <a:ea typeface="Open Sans ExtraBold"/>
                <a:cs typeface="Open Sans ExtraBold"/>
                <a:sym typeface="Open Sans ExtraBold"/>
              </a:rPr>
              <a:t>vấn</a:t>
            </a:r>
            <a:endParaRPr dirty="0"/>
          </a:p>
        </p:txBody>
      </p:sp>
      <p:grpSp>
        <p:nvGrpSpPr>
          <p:cNvPr id="257" name="Google Shape;257;p5"/>
          <p:cNvGrpSpPr/>
          <p:nvPr/>
        </p:nvGrpSpPr>
        <p:grpSpPr>
          <a:xfrm>
            <a:off x="-1595820" y="-1782102"/>
            <a:ext cx="3564204" cy="3564204"/>
            <a:chOff x="0" y="0"/>
            <a:chExt cx="812800" cy="812800"/>
          </a:xfrm>
        </p:grpSpPr>
        <p:sp>
          <p:nvSpPr>
            <p:cNvPr id="258" name="Google Shape;258;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051D40">
                  <a:alpha val="1529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0" name="Google Shape;260;p5"/>
          <p:cNvSpPr txBox="1"/>
          <p:nvPr/>
        </p:nvSpPr>
        <p:spPr>
          <a:xfrm>
            <a:off x="1485776" y="1673568"/>
            <a:ext cx="9006300" cy="4267450"/>
          </a:xfrm>
          <a:prstGeom prst="rect">
            <a:avLst/>
          </a:prstGeom>
          <a:noFill/>
          <a:ln>
            <a:noFill/>
          </a:ln>
        </p:spPr>
        <p:txBody>
          <a:bodyPr spcFirstLastPara="1" wrap="square" lIns="0" tIns="0" rIns="0" bIns="0" anchor="t" anchorCtr="0">
            <a:spAutoFit/>
          </a:bodyPr>
          <a:lstStyle/>
          <a:p>
            <a:pPr marL="0" marR="0" lvl="0" indent="0" algn="l" rtl="0">
              <a:lnSpc>
                <a:spcPct val="140118"/>
              </a:lnSpc>
              <a:spcBef>
                <a:spcPts val="0"/>
              </a:spcBef>
              <a:spcAft>
                <a:spcPts val="0"/>
              </a:spcAft>
              <a:buNone/>
            </a:pPr>
            <a:r>
              <a:rPr lang="en-US" sz="2029" dirty="0">
                <a:solidFill>
                  <a:srgbClr val="051D40"/>
                </a:solidFill>
                <a:latin typeface="+mn-lt"/>
                <a:ea typeface="Times New Roman"/>
                <a:cs typeface="Times New Roman"/>
                <a:sym typeface="Times New Roman"/>
              </a:rPr>
              <a:t>·</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Đặc</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trưng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của</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kỹ</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thuật</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Câu</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hỏi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phỏng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vấn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phải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được</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chuẩn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bị</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trước</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và</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có</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thể</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linh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hoạt</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trong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quá</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trình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phỏng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vấn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để</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khám</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phá</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thêm</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thông</a:t>
            </a:r>
            <a:r>
              <a:rPr lang="en-US" sz="2200" dirty="0">
                <a:solidFill>
                  <a:srgbClr val="051D40"/>
                </a:solidFill>
                <a:latin typeface="+mn-lt"/>
                <a:ea typeface="Times New Roman"/>
                <a:cs typeface="Times New Roman"/>
                <a:sym typeface="Times New Roman"/>
              </a:rPr>
              <a:t> tin </a:t>
            </a:r>
            <a:r>
              <a:rPr lang="en-US" sz="2200" dirty="0" err="1">
                <a:solidFill>
                  <a:srgbClr val="051D40"/>
                </a:solidFill>
                <a:latin typeface="+mn-lt"/>
                <a:ea typeface="Times New Roman"/>
                <a:cs typeface="Times New Roman"/>
                <a:sym typeface="Times New Roman"/>
              </a:rPr>
              <a:t>quan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trọng</a:t>
            </a:r>
            <a:r>
              <a:rPr lang="en-US" sz="2200" dirty="0">
                <a:solidFill>
                  <a:srgbClr val="051D40"/>
                </a:solidFill>
                <a:latin typeface="+mn-lt"/>
                <a:ea typeface="Times New Roman"/>
                <a:cs typeface="Times New Roman"/>
                <a:sym typeface="Times New Roman"/>
              </a:rPr>
              <a:t>.</a:t>
            </a:r>
            <a:endParaRPr sz="2200" dirty="0">
              <a:solidFill>
                <a:srgbClr val="051D40"/>
              </a:solidFill>
              <a:latin typeface="+mn-lt"/>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Dùng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cho</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trường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hợp</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nào</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Dùng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khi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cần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thu</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thập</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các</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thông</a:t>
            </a:r>
            <a:r>
              <a:rPr lang="en-US" sz="2200" dirty="0">
                <a:solidFill>
                  <a:srgbClr val="051D40"/>
                </a:solidFill>
                <a:latin typeface="+mn-lt"/>
                <a:ea typeface="Times New Roman"/>
                <a:cs typeface="Times New Roman"/>
                <a:sym typeface="Times New Roman"/>
              </a:rPr>
              <a:t> tin chi </a:t>
            </a:r>
            <a:r>
              <a:rPr lang="en-US" sz="2200" dirty="0" err="1">
                <a:solidFill>
                  <a:srgbClr val="051D40"/>
                </a:solidFill>
                <a:latin typeface="+mn-lt"/>
                <a:ea typeface="Times New Roman"/>
                <a:cs typeface="Times New Roman"/>
                <a:sym typeface="Times New Roman"/>
              </a:rPr>
              <a:t>tiết</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và</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có</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hệ</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thống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từ</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các</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đối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tượng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phỏng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vấn</a:t>
            </a:r>
            <a:r>
              <a:rPr lang="en-US" sz="2200" dirty="0">
                <a:solidFill>
                  <a:srgbClr val="051D40"/>
                </a:solidFill>
                <a:latin typeface="+mn-lt"/>
                <a:ea typeface="Times New Roman"/>
                <a:cs typeface="Times New Roman"/>
                <a:sym typeface="Times New Roman"/>
              </a:rPr>
              <a:t>.</a:t>
            </a:r>
            <a:endParaRPr sz="2200" dirty="0">
              <a:solidFill>
                <a:srgbClr val="051D40"/>
              </a:solidFill>
              <a:latin typeface="+mn-lt"/>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Cách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tiến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hành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Lập</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danh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sách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câu</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hỏi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chuẩn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để</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hỏi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từng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đối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tượng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phỏng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vấn</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Câu</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hỏi</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có</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thể</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là</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mở</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đóng</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hoặc</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yêu</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cầu</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đánh</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giá</a:t>
            </a:r>
            <a:r>
              <a:rPr lang="en-US" sz="2200" dirty="0">
                <a:solidFill>
                  <a:srgbClr val="051D40"/>
                </a:solidFill>
                <a:latin typeface="+mn-lt"/>
                <a:ea typeface="Times New Roman"/>
                <a:cs typeface="Times New Roman"/>
                <a:sym typeface="Times New Roman"/>
              </a:rPr>
              <a:t> </a:t>
            </a:r>
            <a:r>
              <a:rPr lang="en-US" sz="2200" dirty="0" err="1">
                <a:solidFill>
                  <a:srgbClr val="051D40"/>
                </a:solidFill>
                <a:latin typeface="+mn-lt"/>
                <a:ea typeface="Times New Roman"/>
                <a:cs typeface="Times New Roman"/>
                <a:sym typeface="Times New Roman"/>
              </a:rPr>
              <a:t>theo</a:t>
            </a:r>
            <a:r>
              <a:rPr lang="en-US" sz="2200" dirty="0">
                <a:solidFill>
                  <a:srgbClr val="051D40"/>
                </a:solidFill>
                <a:latin typeface="+mn-lt"/>
                <a:ea typeface="Times New Roman"/>
                <a:cs typeface="Times New Roman"/>
                <a:sym typeface="Times New Roman"/>
              </a:rPr>
              <a:t> thang </a:t>
            </a:r>
            <a:r>
              <a:rPr lang="en-US" sz="2200" dirty="0" err="1">
                <a:solidFill>
                  <a:srgbClr val="051D40"/>
                </a:solidFill>
                <a:latin typeface="+mn-lt"/>
                <a:ea typeface="Times New Roman"/>
                <a:cs typeface="Times New Roman"/>
                <a:sym typeface="Times New Roman"/>
              </a:rPr>
              <a:t>điểm</a:t>
            </a:r>
            <a:r>
              <a:rPr lang="en-US" sz="2200" dirty="0">
                <a:solidFill>
                  <a:srgbClr val="051D40"/>
                </a:solidFill>
                <a:latin typeface="+mn-lt"/>
                <a:ea typeface="Times New Roman"/>
                <a:cs typeface="Times New Roman"/>
                <a:sym typeface="Times New Roman"/>
              </a:rPr>
              <a:t>.</a:t>
            </a:r>
            <a:endParaRPr sz="2200" dirty="0">
              <a:solidFill>
                <a:srgbClr val="051D40"/>
              </a:solidFill>
              <a:latin typeface="+mn-lt"/>
              <a:ea typeface="Times New Roman"/>
              <a:cs typeface="Times New Roman"/>
              <a:sym typeface="Times New Roman"/>
            </a:endParaRPr>
          </a:p>
          <a:p>
            <a:pPr marL="0" marR="0" lvl="0" indent="0" algn="l" rtl="0">
              <a:lnSpc>
                <a:spcPct val="140118"/>
              </a:lnSpc>
              <a:spcBef>
                <a:spcPts val="1200"/>
              </a:spcBef>
              <a:spcAft>
                <a:spcPts val="0"/>
              </a:spcAft>
              <a:buNone/>
            </a:pPr>
            <a:r>
              <a:rPr lang="en-US" sz="2029" b="0" i="0" u="none" strike="noStrike" cap="none" dirty="0">
                <a:solidFill>
                  <a:srgbClr val="051D40"/>
                </a:solidFill>
                <a:latin typeface="Poppins"/>
                <a:ea typeface="Poppins"/>
                <a:cs typeface="Poppins"/>
                <a:sym typeface="Poppins"/>
              </a:rPr>
              <a:t> </a:t>
            </a:r>
            <a:endParaRPr dirty="0"/>
          </a:p>
        </p:txBody>
      </p:sp>
      <p:sp>
        <p:nvSpPr>
          <p:cNvPr id="261" name="Google Shape;261;p5"/>
          <p:cNvSpPr/>
          <p:nvPr/>
        </p:nvSpPr>
        <p:spPr>
          <a:xfrm>
            <a:off x="9963700" y="300130"/>
            <a:ext cx="8030542" cy="9598848"/>
          </a:xfrm>
          <a:custGeom>
            <a:avLst/>
            <a:gdLst/>
            <a:ahLst/>
            <a:cxnLst/>
            <a:rect l="l" t="t" r="r" b="b"/>
            <a:pathLst>
              <a:path w="8606155" h="10286873" extrusionOk="0">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rotWithShape="1">
            <a:blip r:embed="rId3">
              <a:alphaModFix/>
            </a:blip>
            <a:stretch>
              <a:fillRect l="-28000" r="-51455"/>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 name="Google Shape;262;p5"/>
          <p:cNvGrpSpPr/>
          <p:nvPr/>
        </p:nvGrpSpPr>
        <p:grpSpPr>
          <a:xfrm>
            <a:off x="14700679" y="7074186"/>
            <a:ext cx="5946973" cy="5946973"/>
            <a:chOff x="0" y="0"/>
            <a:chExt cx="812800" cy="812800"/>
          </a:xfrm>
        </p:grpSpPr>
        <p:sp>
          <p:nvSpPr>
            <p:cNvPr id="263" name="Google Shape;263;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5" name="Google Shape;265;p5"/>
          <p:cNvSpPr/>
          <p:nvPr/>
        </p:nvSpPr>
        <p:spPr>
          <a:xfrm>
            <a:off x="1594175" y="8410948"/>
            <a:ext cx="11402164" cy="711357"/>
          </a:xfrm>
          <a:custGeom>
            <a:avLst/>
            <a:gdLst/>
            <a:ahLst/>
            <a:cxnLst/>
            <a:rect l="l" t="t" r="r" b="b"/>
            <a:pathLst>
              <a:path w="11402164" h="711357" extrusionOk="0">
                <a:moveTo>
                  <a:pt x="0" y="0"/>
                </a:moveTo>
                <a:lnTo>
                  <a:pt x="11402164" y="0"/>
                </a:lnTo>
                <a:lnTo>
                  <a:pt x="11402164" y="711358"/>
                </a:lnTo>
                <a:lnTo>
                  <a:pt x="0" y="711358"/>
                </a:lnTo>
                <a:lnTo>
                  <a:pt x="0" y="0"/>
                </a:lnTo>
                <a:close/>
              </a:path>
            </a:pathLst>
          </a:custGeom>
          <a:blipFill rotWithShape="1">
            <a:blip r:embed="rId4">
              <a:alphaModFix/>
            </a:blip>
            <a:stretch>
              <a:fillRect t="-216565"/>
            </a:stretch>
          </a:blipFill>
          <a:ln>
            <a:noFill/>
          </a:ln>
        </p:spPr>
      </p:sp>
      <p:grpSp>
        <p:nvGrpSpPr>
          <p:cNvPr id="266" name="Google Shape;266;p5"/>
          <p:cNvGrpSpPr/>
          <p:nvPr/>
        </p:nvGrpSpPr>
        <p:grpSpPr>
          <a:xfrm>
            <a:off x="1060197" y="5884926"/>
            <a:ext cx="11387283" cy="3443409"/>
            <a:chOff x="0" y="-38100"/>
            <a:chExt cx="2999100" cy="906900"/>
          </a:xfrm>
        </p:grpSpPr>
        <p:sp>
          <p:nvSpPr>
            <p:cNvPr id="267" name="Google Shape;267;p5"/>
            <p:cNvSpPr/>
            <p:nvPr/>
          </p:nvSpPr>
          <p:spPr>
            <a:xfrm>
              <a:off x="0" y="0"/>
              <a:ext cx="2999100" cy="868800"/>
            </a:xfrm>
            <a:custGeom>
              <a:avLst/>
              <a:gdLst/>
              <a:ahLst/>
              <a:cxnLst/>
              <a:rect l="l" t="t" r="r" b="b"/>
              <a:pathLst>
                <a:path w="2999100" h="868800" extrusionOk="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txBox="1"/>
            <p:nvPr/>
          </p:nvSpPr>
          <p:spPr>
            <a:xfrm>
              <a:off x="0" y="-38100"/>
              <a:ext cx="2999100" cy="906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9" name="Google Shape;269;p5"/>
          <p:cNvSpPr/>
          <p:nvPr/>
        </p:nvSpPr>
        <p:spPr>
          <a:xfrm>
            <a:off x="1868064" y="5393922"/>
            <a:ext cx="2771351" cy="685350"/>
          </a:xfrm>
          <a:custGeom>
            <a:avLst/>
            <a:gdLst/>
            <a:ahLst/>
            <a:cxnLst/>
            <a:rect l="l" t="t" r="r" b="b"/>
            <a:pathLst>
              <a:path w="1013291" h="250585" extrusionOk="0">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a:gsLst>
              <a:gs pos="0">
                <a:srgbClr val="00569E"/>
              </a:gs>
              <a:gs pos="100000">
                <a:srgbClr val="014074"/>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867" b="1" i="1" dirty="0">
                <a:solidFill>
                  <a:srgbClr val="FDFDFD"/>
                </a:solidFill>
                <a:latin typeface="+mn-lt"/>
                <a:ea typeface="Poppins"/>
                <a:cs typeface="Poppins"/>
                <a:sym typeface="Poppins"/>
              </a:rPr>
              <a:t>1.Nhất </a:t>
            </a:r>
            <a:r>
              <a:rPr lang="en-US" sz="1867" b="1" i="1" dirty="0" err="1">
                <a:solidFill>
                  <a:srgbClr val="FDFDFD"/>
                </a:solidFill>
                <a:latin typeface="+mn-lt"/>
                <a:ea typeface="Poppins"/>
                <a:cs typeface="Poppins"/>
                <a:sym typeface="Poppins"/>
              </a:rPr>
              <a:t>quán</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với</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chiến</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lược</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tuyển</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dụng</a:t>
            </a:r>
            <a:endParaRPr sz="2400" b="1" i="1" dirty="0">
              <a:latin typeface="+mn-lt"/>
              <a:ea typeface="Calibri"/>
              <a:cs typeface="Calibri"/>
              <a:sym typeface="Calibri"/>
            </a:endParaRPr>
          </a:p>
        </p:txBody>
      </p:sp>
      <p:grpSp>
        <p:nvGrpSpPr>
          <p:cNvPr id="270" name="Google Shape;270;p5"/>
          <p:cNvGrpSpPr/>
          <p:nvPr/>
        </p:nvGrpSpPr>
        <p:grpSpPr>
          <a:xfrm>
            <a:off x="5803259" y="5393922"/>
            <a:ext cx="2797262" cy="868346"/>
            <a:chOff x="0" y="-31073"/>
            <a:chExt cx="1022463" cy="317400"/>
          </a:xfrm>
        </p:grpSpPr>
        <p:sp>
          <p:nvSpPr>
            <p:cNvPr id="271" name="Google Shape;271;p5"/>
            <p:cNvSpPr/>
            <p:nvPr/>
          </p:nvSpPr>
          <p:spPr>
            <a:xfrm>
              <a:off x="0" y="0"/>
              <a:ext cx="1013291" cy="250585"/>
            </a:xfrm>
            <a:custGeom>
              <a:avLst/>
              <a:gdLst/>
              <a:ahLst/>
              <a:cxnLst/>
              <a:rect l="l" t="t" r="r" b="b"/>
              <a:pathLst>
                <a:path w="1013291" h="250585" extrusionOk="0">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a:gsLst>
                <a:gs pos="0">
                  <a:srgbClr val="00569E"/>
                </a:gs>
                <a:gs pos="100000">
                  <a:srgbClr val="014074"/>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txBox="1"/>
            <p:nvPr/>
          </p:nvSpPr>
          <p:spPr>
            <a:xfrm>
              <a:off x="9063" y="-31073"/>
              <a:ext cx="1013400" cy="317400"/>
            </a:xfrm>
            <a:prstGeom prst="rect">
              <a:avLst/>
            </a:prstGeom>
            <a:no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40012"/>
                </a:lnSpc>
                <a:spcBef>
                  <a:spcPts val="0"/>
                </a:spcBef>
                <a:spcAft>
                  <a:spcPts val="0"/>
                </a:spcAft>
                <a:buClr>
                  <a:schemeClr val="dk1"/>
                </a:buClr>
                <a:buFont typeface="Arial"/>
                <a:buNone/>
              </a:pPr>
              <a:r>
                <a:rPr lang="en-US" sz="1567" dirty="0">
                  <a:solidFill>
                    <a:srgbClr val="FDFDFD"/>
                  </a:solidFill>
                  <a:latin typeface="+mn-lt"/>
                  <a:ea typeface="Poppins"/>
                  <a:cs typeface="Poppins"/>
                  <a:sym typeface="Poppins"/>
                </a:rPr>
                <a:t> </a:t>
              </a:r>
              <a:r>
                <a:rPr lang="en-US" sz="1867" b="1" i="1" dirty="0">
                  <a:solidFill>
                    <a:srgbClr val="FDFDFD"/>
                  </a:solidFill>
                  <a:latin typeface="+mn-lt"/>
                  <a:ea typeface="Poppins"/>
                  <a:cs typeface="Poppins"/>
                  <a:sym typeface="Poppins"/>
                </a:rPr>
                <a:t>2. </a:t>
              </a:r>
              <a:r>
                <a:rPr lang="en-US" sz="1867" b="1" i="1" dirty="0" err="1">
                  <a:solidFill>
                    <a:srgbClr val="FDFDFD"/>
                  </a:solidFill>
                  <a:latin typeface="+mn-lt"/>
                  <a:ea typeface="Poppins"/>
                  <a:cs typeface="Poppins"/>
                  <a:sym typeface="Poppins"/>
                </a:rPr>
                <a:t>Phù</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hợp</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với</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hình</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thức</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phỏng</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vấn</a:t>
              </a:r>
              <a:endParaRPr sz="2400" b="1" i="1" dirty="0">
                <a:latin typeface="+mn-lt"/>
              </a:endParaRPr>
            </a:p>
          </p:txBody>
        </p:sp>
      </p:grpSp>
      <p:sp>
        <p:nvSpPr>
          <p:cNvPr id="273" name="Google Shape;273;p5"/>
          <p:cNvSpPr/>
          <p:nvPr/>
        </p:nvSpPr>
        <p:spPr>
          <a:xfrm>
            <a:off x="9572492" y="5598343"/>
            <a:ext cx="2669371" cy="685350"/>
          </a:xfrm>
          <a:custGeom>
            <a:avLst/>
            <a:gdLst/>
            <a:ahLst/>
            <a:cxnLst/>
            <a:rect l="l" t="t" r="r" b="b"/>
            <a:pathLst>
              <a:path w="976004" h="250585" extrusionOk="0">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a:gsLst>
              <a:gs pos="0">
                <a:srgbClr val="00569E"/>
              </a:gs>
              <a:gs pos="100000">
                <a:srgbClr val="014074"/>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lnSpc>
                <a:spcPct val="140012"/>
              </a:lnSpc>
              <a:spcBef>
                <a:spcPts val="0"/>
              </a:spcBef>
              <a:spcAft>
                <a:spcPts val="0"/>
              </a:spcAft>
              <a:buClr>
                <a:schemeClr val="dk1"/>
              </a:buClr>
              <a:buFont typeface="Arial"/>
              <a:buNone/>
            </a:pPr>
            <a:r>
              <a:rPr lang="en-US" sz="1867" b="1" i="1" dirty="0">
                <a:solidFill>
                  <a:srgbClr val="FDFDFD"/>
                </a:solidFill>
                <a:latin typeface="+mn-lt"/>
                <a:ea typeface="Poppins"/>
                <a:cs typeface="Poppins"/>
                <a:sym typeface="Poppins"/>
              </a:rPr>
              <a:t>        3. </a:t>
            </a:r>
            <a:r>
              <a:rPr lang="en-US" sz="1867" b="1" i="1" dirty="0" err="1">
                <a:solidFill>
                  <a:srgbClr val="FDFDFD"/>
                </a:solidFill>
                <a:latin typeface="+mn-lt"/>
                <a:ea typeface="Poppins"/>
                <a:cs typeface="Poppins"/>
                <a:sym typeface="Poppins"/>
              </a:rPr>
              <a:t>Gợi</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mở</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và</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khích</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lệ</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ứng</a:t>
            </a:r>
            <a:r>
              <a:rPr lang="en-US" sz="1867" b="1" i="1" dirty="0">
                <a:solidFill>
                  <a:srgbClr val="FDFDFD"/>
                </a:solidFill>
                <a:latin typeface="+mn-lt"/>
                <a:ea typeface="Poppins"/>
                <a:cs typeface="Poppins"/>
                <a:sym typeface="Poppins"/>
              </a:rPr>
              <a:t> </a:t>
            </a:r>
            <a:r>
              <a:rPr lang="en-US" sz="1867" b="1" i="1" dirty="0" err="1">
                <a:solidFill>
                  <a:srgbClr val="FDFDFD"/>
                </a:solidFill>
                <a:latin typeface="+mn-lt"/>
                <a:ea typeface="Poppins"/>
                <a:cs typeface="Poppins"/>
                <a:sym typeface="Poppins"/>
              </a:rPr>
              <a:t>viên</a:t>
            </a:r>
            <a:endParaRPr sz="1800" b="1" i="1" dirty="0">
              <a:latin typeface="+mn-lt"/>
            </a:endParaRPr>
          </a:p>
        </p:txBody>
      </p:sp>
      <p:sp>
        <p:nvSpPr>
          <p:cNvPr id="274" name="Google Shape;274;p5"/>
          <p:cNvSpPr txBox="1"/>
          <p:nvPr/>
        </p:nvSpPr>
        <p:spPr>
          <a:xfrm>
            <a:off x="1968384" y="6197728"/>
            <a:ext cx="2661600" cy="2873094"/>
          </a:xfrm>
          <a:prstGeom prst="rect">
            <a:avLst/>
          </a:prstGeom>
          <a:noFill/>
          <a:ln>
            <a:solidFill>
              <a:schemeClr val="bg1"/>
            </a:solid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Tuyển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dụng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cần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có</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một</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chiến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lược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rõ</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ràng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để</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thu</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hút</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ứng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viên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tiềm</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năng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Nên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phản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ánh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mục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tiêu</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và</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phương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pháp</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của</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chiến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lược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này</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giúp</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nhà</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tuyển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dụng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đánh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giá</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ứng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viên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một</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cách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toàn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diện</a:t>
            </a:r>
            <a:r>
              <a:rPr lang="en-US" sz="1667" dirty="0">
                <a:solidFill>
                  <a:srgbClr val="FDFDFD"/>
                </a:solidFill>
                <a:latin typeface="Poppins"/>
                <a:ea typeface="Poppins"/>
                <a:cs typeface="Poppins"/>
                <a:sym typeface="Poppins"/>
              </a:rPr>
              <a:t>.</a:t>
            </a:r>
            <a:r>
              <a:rPr lang="en-US" sz="1667" b="0" i="0" u="none" strike="noStrike" cap="none" dirty="0">
                <a:solidFill>
                  <a:srgbClr val="FDFDFD"/>
                </a:solidFill>
                <a:latin typeface="Poppins"/>
                <a:ea typeface="Poppins"/>
                <a:cs typeface="Poppins"/>
                <a:sym typeface="Poppins"/>
              </a:rPr>
              <a:t> </a:t>
            </a:r>
            <a:endParaRPr dirty="0"/>
          </a:p>
        </p:txBody>
      </p:sp>
      <p:sp>
        <p:nvSpPr>
          <p:cNvPr id="275" name="Google Shape;275;p5"/>
          <p:cNvSpPr txBox="1"/>
          <p:nvPr/>
        </p:nvSpPr>
        <p:spPr>
          <a:xfrm>
            <a:off x="5835866" y="6741720"/>
            <a:ext cx="2661600" cy="21810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200" dirty="0">
                <a:solidFill>
                  <a:schemeClr val="dk1"/>
                </a:solidFill>
                <a:latin typeface="+mn-lt"/>
                <a:ea typeface="Times New Roman"/>
                <a:cs typeface="Times New Roman"/>
                <a:sym typeface="Times New Roman"/>
              </a:rPr>
              <a:t>· </a:t>
            </a:r>
            <a:r>
              <a:rPr lang="en-US" sz="1667" dirty="0" err="1">
                <a:solidFill>
                  <a:srgbClr val="FDFDFD"/>
                </a:solidFill>
                <a:latin typeface="+mn-lt"/>
                <a:ea typeface="Poppins"/>
                <a:cs typeface="Poppins"/>
                <a:sym typeface="Poppins"/>
              </a:rPr>
              <a:t>hình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thức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phỏng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vấn</a:t>
            </a:r>
            <a:r>
              <a:rPr lang="en-US" sz="1667" dirty="0">
                <a:solidFill>
                  <a:srgbClr val="FDFDFD"/>
                </a:solidFill>
                <a:latin typeface="+mn-lt"/>
                <a:ea typeface="Poppins"/>
                <a:cs typeface="Poppins"/>
                <a:sym typeface="Poppins"/>
              </a:rPr>
              <a:t> (qua </a:t>
            </a:r>
            <a:r>
              <a:rPr lang="en-US" sz="1667" dirty="0" err="1">
                <a:solidFill>
                  <a:srgbClr val="FDFDFD"/>
                </a:solidFill>
                <a:latin typeface="+mn-lt"/>
                <a:ea typeface="Poppins"/>
                <a:cs typeface="Poppins"/>
                <a:sym typeface="Poppins"/>
              </a:rPr>
              <a:t>điện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thoại</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trực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tiếp</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hội</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đồng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cần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xác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định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rõ</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ràng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để</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tối</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ưu</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hóa</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việc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khai</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thác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thông</a:t>
            </a:r>
            <a:r>
              <a:rPr lang="en-US" sz="1667" dirty="0">
                <a:solidFill>
                  <a:srgbClr val="FDFDFD"/>
                </a:solidFill>
                <a:latin typeface="+mn-lt"/>
                <a:ea typeface="Poppins"/>
                <a:cs typeface="Poppins"/>
                <a:sym typeface="Poppins"/>
              </a:rPr>
              <a:t> tin </a:t>
            </a:r>
            <a:r>
              <a:rPr lang="en-US" sz="1667" dirty="0" err="1">
                <a:solidFill>
                  <a:srgbClr val="FDFDFD"/>
                </a:solidFill>
                <a:latin typeface="+mn-lt"/>
                <a:ea typeface="Poppins"/>
                <a:cs typeface="Poppins"/>
                <a:sym typeface="Poppins"/>
              </a:rPr>
              <a:t>từ</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ứng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viên</a:t>
            </a:r>
            <a:r>
              <a:rPr lang="en-US" sz="1667" dirty="0">
                <a:solidFill>
                  <a:srgbClr val="FDFDFD"/>
                </a:solidFill>
                <a:latin typeface="+mn-lt"/>
                <a:ea typeface="Poppins"/>
                <a:cs typeface="Poppins"/>
                <a:sym typeface="Poppins"/>
              </a:rPr>
              <a:t> .</a:t>
            </a:r>
            <a:endParaRPr sz="2000" dirty="0">
              <a:solidFill>
                <a:schemeClr val="dk1"/>
              </a:solidFill>
              <a:latin typeface="+mn-lt"/>
              <a:ea typeface="Times New Roman"/>
              <a:cs typeface="Times New Roman"/>
              <a:sym typeface="Times New Roman"/>
            </a:endParaRPr>
          </a:p>
          <a:p>
            <a:pPr marL="0" marR="0" lvl="0" indent="0" algn="ctr" rtl="0">
              <a:lnSpc>
                <a:spcPct val="140012"/>
              </a:lnSpc>
              <a:spcBef>
                <a:spcPts val="1200"/>
              </a:spcBef>
              <a:spcAft>
                <a:spcPts val="0"/>
              </a:spcAft>
              <a:buNone/>
            </a:pPr>
            <a:r>
              <a:rPr lang="en-US" sz="1667" b="0" i="0" u="none" strike="noStrike" cap="none" dirty="0">
                <a:solidFill>
                  <a:srgbClr val="FDFDFD"/>
                </a:solidFill>
                <a:latin typeface="Poppins"/>
                <a:ea typeface="Poppins"/>
                <a:cs typeface="Poppins"/>
                <a:sym typeface="Poppins"/>
              </a:rPr>
              <a:t> </a:t>
            </a:r>
            <a:endParaRPr dirty="0"/>
          </a:p>
        </p:txBody>
      </p:sp>
      <p:sp>
        <p:nvSpPr>
          <p:cNvPr id="276" name="Google Shape;276;p5"/>
          <p:cNvSpPr txBox="1"/>
          <p:nvPr/>
        </p:nvSpPr>
        <p:spPr>
          <a:xfrm>
            <a:off x="9473772" y="6395673"/>
            <a:ext cx="2661600" cy="2873094"/>
          </a:xfrm>
          <a:prstGeom prst="rect">
            <a:avLst/>
          </a:prstGeom>
          <a:noFill/>
          <a:ln>
            <a:solidFill>
              <a:schemeClr val="bg1"/>
            </a:solid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Các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câu</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hỏi</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phỏng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vấn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nên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gợi</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mở</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để</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khuyến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khích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ứng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viên</a:t>
            </a:r>
            <a:r>
              <a:rPr lang="en-US" sz="1667" dirty="0">
                <a:solidFill>
                  <a:srgbClr val="FDFDFD"/>
                </a:solidFill>
                <a:latin typeface="+mn-lt"/>
                <a:ea typeface="Poppins"/>
                <a:cs typeface="Poppins"/>
                <a:sym typeface="Poppins"/>
              </a:rPr>
              <a:t> chia </a:t>
            </a:r>
            <a:r>
              <a:rPr lang="en-US" sz="1667" dirty="0" err="1">
                <a:solidFill>
                  <a:srgbClr val="FDFDFD"/>
                </a:solidFill>
                <a:latin typeface="+mn-lt"/>
                <a:ea typeface="Poppins"/>
                <a:cs typeface="Poppins"/>
                <a:sym typeface="Poppins"/>
              </a:rPr>
              <a:t>sẻ</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nhiều</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hơn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về</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bản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thân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và</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kinh</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nghiệm</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Không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gian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phỏng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vấn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thân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thiện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sẽ</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giúp</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ứng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viên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tự</a:t>
            </a:r>
            <a:r>
              <a:rPr lang="en-US" sz="1667" dirty="0">
                <a:solidFill>
                  <a:srgbClr val="FDFDFD"/>
                </a:solidFill>
                <a:latin typeface="+mn-lt"/>
                <a:ea typeface="Poppins"/>
                <a:cs typeface="Poppins"/>
                <a:sym typeface="Poppins"/>
              </a:rPr>
              <a:t> tin </a:t>
            </a:r>
            <a:r>
              <a:rPr lang="en-US" sz="1667" dirty="0" err="1">
                <a:solidFill>
                  <a:srgbClr val="FDFDFD"/>
                </a:solidFill>
                <a:latin typeface="+mn-lt"/>
                <a:ea typeface="Poppins"/>
                <a:cs typeface="Poppins"/>
                <a:sym typeface="Poppins"/>
              </a:rPr>
              <a:t>hơn</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trong</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việc</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thể</a:t>
            </a:r>
            <a:r>
              <a:rPr lang="en-US" sz="1667" dirty="0">
                <a:solidFill>
                  <a:srgbClr val="FDFDFD"/>
                </a:solidFill>
                <a:latin typeface="+mn-lt"/>
                <a:ea typeface="Poppins"/>
                <a:cs typeface="Poppins"/>
                <a:sym typeface="Poppins"/>
              </a:rPr>
              <a:t> </a:t>
            </a:r>
            <a:r>
              <a:rPr lang="en-US" sz="1667" dirty="0" err="1">
                <a:solidFill>
                  <a:srgbClr val="FDFDFD"/>
                </a:solidFill>
                <a:latin typeface="+mn-lt"/>
                <a:ea typeface="Poppins"/>
                <a:cs typeface="Poppins"/>
                <a:sym typeface="Poppins"/>
              </a:rPr>
              <a:t>hiện</a:t>
            </a:r>
            <a:r>
              <a:rPr lang="en-US" sz="1667" dirty="0">
                <a:solidFill>
                  <a:srgbClr val="FDFDFD"/>
                </a:solidFill>
                <a:latin typeface="+mn-lt"/>
                <a:ea typeface="Poppins"/>
                <a:cs typeface="Poppins"/>
                <a:sym typeface="Poppins"/>
              </a:rPr>
              <a:t>..</a:t>
            </a:r>
            <a:endParaRPr dirty="0">
              <a:latin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pSp>
        <p:nvGrpSpPr>
          <p:cNvPr id="281" name="Google Shape;281;g324991e04e6_5_17"/>
          <p:cNvGrpSpPr/>
          <p:nvPr/>
        </p:nvGrpSpPr>
        <p:grpSpPr>
          <a:xfrm>
            <a:off x="13266830" y="-144662"/>
            <a:ext cx="5021203" cy="10431728"/>
            <a:chOff x="0" y="-38100"/>
            <a:chExt cx="1322448" cy="2747433"/>
          </a:xfrm>
        </p:grpSpPr>
        <p:sp>
          <p:nvSpPr>
            <p:cNvPr id="282" name="Google Shape;282;g324991e04e6_5_17"/>
            <p:cNvSpPr/>
            <p:nvPr/>
          </p:nvSpPr>
          <p:spPr>
            <a:xfrm>
              <a:off x="0" y="0"/>
              <a:ext cx="1322448" cy="2709333"/>
            </a:xfrm>
            <a:custGeom>
              <a:avLst/>
              <a:gdLst/>
              <a:ahLst/>
              <a:cxnLst/>
              <a:rect l="l" t="t" r="r" b="b"/>
              <a:pathLst>
                <a:path w="1322448" h="2709333" extrusionOk="0">
                  <a:moveTo>
                    <a:pt x="0" y="0"/>
                  </a:moveTo>
                  <a:lnTo>
                    <a:pt x="1322448" y="0"/>
                  </a:lnTo>
                  <a:lnTo>
                    <a:pt x="1322448" y="2709333"/>
                  </a:lnTo>
                  <a:lnTo>
                    <a:pt x="0" y="2709333"/>
                  </a:lnTo>
                  <a:close/>
                </a:path>
              </a:pathLst>
            </a:custGeom>
            <a:solidFill>
              <a:srgbClr val="051D40"/>
            </a:solidFill>
            <a:ln>
              <a:noFill/>
            </a:ln>
          </p:spPr>
        </p:sp>
        <p:sp>
          <p:nvSpPr>
            <p:cNvPr id="283" name="Google Shape;283;g324991e04e6_5_17"/>
            <p:cNvSpPr txBox="1"/>
            <p:nvPr/>
          </p:nvSpPr>
          <p:spPr>
            <a:xfrm>
              <a:off x="0" y="-38100"/>
              <a:ext cx="1322400" cy="2747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4" name="Google Shape;284;g324991e04e6_5_17"/>
          <p:cNvSpPr txBox="1"/>
          <p:nvPr/>
        </p:nvSpPr>
        <p:spPr>
          <a:xfrm>
            <a:off x="957407" y="564174"/>
            <a:ext cx="9006300" cy="855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SzPts val="1100"/>
              <a:buNone/>
            </a:pPr>
            <a:r>
              <a:rPr lang="en-US" sz="2200">
                <a:solidFill>
                  <a:srgbClr val="051D40"/>
                </a:solidFill>
                <a:latin typeface="Times New Roman"/>
                <a:ea typeface="Times New Roman"/>
                <a:cs typeface="Times New Roman"/>
                <a:sym typeface="Times New Roman"/>
              </a:rPr>
              <a:t>.</a:t>
            </a:r>
            <a:endParaRPr sz="2200">
              <a:solidFill>
                <a:srgbClr val="051D40"/>
              </a:solidFill>
              <a:latin typeface="Times New Roman"/>
              <a:ea typeface="Times New Roman"/>
              <a:cs typeface="Times New Roman"/>
              <a:sym typeface="Times New Roman"/>
            </a:endParaRPr>
          </a:p>
          <a:p>
            <a:pPr marL="0" marR="0" lvl="0" indent="0" algn="l" rtl="0">
              <a:lnSpc>
                <a:spcPct val="140118"/>
              </a:lnSpc>
              <a:spcBef>
                <a:spcPts val="1200"/>
              </a:spcBef>
              <a:spcAft>
                <a:spcPts val="0"/>
              </a:spcAft>
              <a:buNone/>
            </a:pPr>
            <a:r>
              <a:rPr lang="en-US" sz="2029" b="0" i="0" u="none" strike="noStrike" cap="none">
                <a:solidFill>
                  <a:srgbClr val="051D40"/>
                </a:solidFill>
                <a:latin typeface="Poppins"/>
                <a:ea typeface="Poppins"/>
                <a:cs typeface="Poppins"/>
                <a:sym typeface="Poppins"/>
              </a:rPr>
              <a:t> </a:t>
            </a:r>
            <a:endParaRPr/>
          </a:p>
        </p:txBody>
      </p:sp>
      <p:sp>
        <p:nvSpPr>
          <p:cNvPr id="285" name="Google Shape;285;g324991e04e6_5_17"/>
          <p:cNvSpPr/>
          <p:nvPr/>
        </p:nvSpPr>
        <p:spPr>
          <a:xfrm>
            <a:off x="10049250" y="454168"/>
            <a:ext cx="8025240" cy="9592509"/>
          </a:xfrm>
          <a:custGeom>
            <a:avLst/>
            <a:gdLst/>
            <a:ahLst/>
            <a:cxnLst/>
            <a:rect l="l" t="t" r="r" b="b"/>
            <a:pathLst>
              <a:path w="8606155" h="10286873" extrusionOk="0">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rotWithShape="1">
            <a:blip r:embed="rId3">
              <a:alphaModFix/>
            </a:blip>
            <a:stretch>
              <a:fillRect l="-27998" r="-51457"/>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6" name="Google Shape;286;g324991e04e6_5_17"/>
          <p:cNvGrpSpPr/>
          <p:nvPr/>
        </p:nvGrpSpPr>
        <p:grpSpPr>
          <a:xfrm>
            <a:off x="0" y="1287875"/>
            <a:ext cx="11697383" cy="5726967"/>
            <a:chOff x="-2" y="0"/>
            <a:chExt cx="3080772" cy="1722396"/>
          </a:xfrm>
        </p:grpSpPr>
        <p:sp>
          <p:nvSpPr>
            <p:cNvPr id="287" name="Google Shape;287;g324991e04e6_5_17"/>
            <p:cNvSpPr/>
            <p:nvPr/>
          </p:nvSpPr>
          <p:spPr>
            <a:xfrm>
              <a:off x="-2" y="0"/>
              <a:ext cx="2999100" cy="1722396"/>
            </a:xfrm>
            <a:custGeom>
              <a:avLst/>
              <a:gdLst/>
              <a:ahLst/>
              <a:cxnLst/>
              <a:rect l="l" t="t" r="r" b="b"/>
              <a:pathLst>
                <a:path w="2999100" h="868800" extrusionOk="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g324991e04e6_5_17"/>
            <p:cNvSpPr txBox="1"/>
            <p:nvPr/>
          </p:nvSpPr>
          <p:spPr>
            <a:xfrm>
              <a:off x="81670" y="34818"/>
              <a:ext cx="2999100" cy="1542000"/>
            </a:xfrm>
            <a:prstGeom prst="rect">
              <a:avLst/>
            </a:prstGeom>
            <a:noFill/>
            <a:ln>
              <a:noFill/>
            </a:ln>
          </p:spPr>
          <p:txBody>
            <a:bodyPr spcFirstLastPara="1" wrap="square" lIns="50800" tIns="50800" rIns="50800" bIns="50800" anchor="ctr" anchorCtr="0">
              <a:noAutofit/>
            </a:bodyPr>
            <a:lstStyle/>
            <a:p>
              <a:pPr marL="0" lvl="0" indent="0" algn="l" rtl="0">
                <a:lnSpc>
                  <a:spcPct val="115000"/>
                </a:lnSpc>
                <a:spcBef>
                  <a:spcPts val="1200"/>
                </a:spcBef>
                <a:spcAft>
                  <a:spcPts val="0"/>
                </a:spcAft>
                <a:buSzPts val="1100"/>
                <a:buNone/>
              </a:pPr>
              <a:r>
                <a:rPr lang="en-US" sz="1867" b="1" i="1">
                  <a:solidFill>
                    <a:srgbClr val="FDFDFD"/>
                  </a:solidFill>
                  <a:latin typeface="Poppins"/>
                  <a:ea typeface="Poppins"/>
                  <a:cs typeface="Poppins"/>
                  <a:sym typeface="Poppins"/>
                </a:rPr>
                <a:t>   </a:t>
              </a:r>
              <a:r>
                <a:rPr lang="en-US" sz="1867" b="1" i="1">
                  <a:solidFill>
                    <a:schemeClr val="dk1"/>
                  </a:solidFill>
                  <a:latin typeface="Poppins"/>
                  <a:ea typeface="Poppins"/>
                  <a:cs typeface="Poppins"/>
                  <a:sym typeface="Poppins"/>
                </a:rPr>
                <a:t> </a:t>
              </a:r>
              <a:r>
                <a:rPr lang="en-US" sz="2867" b="1" i="1">
                  <a:solidFill>
                    <a:schemeClr val="dk1"/>
                  </a:solidFill>
                  <a:latin typeface="Times New Roman"/>
                  <a:ea typeface="Times New Roman"/>
                  <a:cs typeface="Times New Roman"/>
                  <a:sym typeface="Times New Roman"/>
                </a:rPr>
                <a:t>· Đánh giá ưu điểm và nhược điểm:</a:t>
              </a:r>
              <a:endParaRPr sz="2867" b="1" i="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100"/>
                <a:buNone/>
              </a:pPr>
              <a:r>
                <a:rPr lang="en-US" sz="2667">
                  <a:solidFill>
                    <a:schemeClr val="dk1"/>
                  </a:solidFill>
                  <a:latin typeface="Times New Roman"/>
                  <a:ea typeface="Times New Roman"/>
                  <a:cs typeface="Times New Roman"/>
                  <a:sym typeface="Times New Roman"/>
                </a:rPr>
                <a:t>o Ưu điểm: Câu hỏi có thể giúp thu thập thông tin cụ thể hoặc giúp khai thác ý tưởng từ người phỏng vấn.</a:t>
              </a:r>
              <a:endParaRPr sz="2667">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100"/>
                <a:buNone/>
              </a:pPr>
              <a:endParaRPr sz="2667">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100"/>
                <a:buNone/>
              </a:pPr>
              <a:r>
                <a:rPr lang="en-US" sz="2667">
                  <a:solidFill>
                    <a:schemeClr val="dk1"/>
                  </a:solidFill>
                  <a:latin typeface="Times New Roman"/>
                  <a:ea typeface="Times New Roman"/>
                  <a:cs typeface="Times New Roman"/>
                  <a:sym typeface="Times New Roman"/>
                </a:rPr>
                <a:t>o Nhược điểm: Câu hỏi không đúng cách có thể dẫn đến trả lời không chính xác hoặc thiếu sự trung thực.</a:t>
              </a:r>
              <a:endParaRPr sz="2667">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endParaRPr sz="1667">
                <a:solidFill>
                  <a:schemeClr val="dk1"/>
                </a:solidFill>
                <a:latin typeface="Poppins"/>
                <a:ea typeface="Poppins"/>
                <a:cs typeface="Poppins"/>
                <a:sym typeface="Poppins"/>
              </a:endParaRPr>
            </a:p>
          </p:txBody>
        </p:sp>
      </p:grpSp>
      <p:sp>
        <p:nvSpPr>
          <p:cNvPr id="289" name="Google Shape;289;g324991e04e6_5_17"/>
          <p:cNvSpPr txBox="1"/>
          <p:nvPr/>
        </p:nvSpPr>
        <p:spPr>
          <a:xfrm>
            <a:off x="9775138" y="5750545"/>
            <a:ext cx="2661600" cy="215400"/>
          </a:xfrm>
          <a:prstGeom prst="rect">
            <a:avLst/>
          </a:prstGeom>
          <a:noFill/>
          <a:ln>
            <a:noFill/>
          </a:ln>
        </p:spPr>
        <p:txBody>
          <a:bodyPr spcFirstLastPara="1" wrap="square" lIns="0" tIns="0" rIns="0" bIns="0" anchor="t" anchorCtr="0">
            <a:spAutoFit/>
          </a:bodyPr>
          <a:lstStyle/>
          <a:p>
            <a:pPr marL="0" marR="0" lvl="0" indent="0" algn="l" rtl="0">
              <a:lnSpc>
                <a:spcPct val="140012"/>
              </a:lnSpc>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Shape 293"/>
        <p:cNvGrpSpPr/>
        <p:nvPr/>
      </p:nvGrpSpPr>
      <p:grpSpPr>
        <a:xfrm>
          <a:off x="0" y="0"/>
          <a:ext cx="0" cy="0"/>
          <a:chOff x="0" y="0"/>
          <a:chExt cx="0" cy="0"/>
        </a:xfrm>
      </p:grpSpPr>
      <p:sp>
        <p:nvSpPr>
          <p:cNvPr id="294" name="Google Shape;294;p6"/>
          <p:cNvSpPr/>
          <p:nvPr/>
        </p:nvSpPr>
        <p:spPr>
          <a:xfrm>
            <a:off x="232204" y="7686324"/>
            <a:ext cx="5841799" cy="1153755"/>
          </a:xfrm>
          <a:custGeom>
            <a:avLst/>
            <a:gdLst/>
            <a:ahLst/>
            <a:cxnLst/>
            <a:rect l="l" t="t" r="r" b="b"/>
            <a:pathLst>
              <a:path w="5841799" h="1153755" extrusionOk="0">
                <a:moveTo>
                  <a:pt x="0" y="0"/>
                </a:moveTo>
                <a:lnTo>
                  <a:pt x="5841799" y="0"/>
                </a:lnTo>
                <a:lnTo>
                  <a:pt x="5841799" y="1153755"/>
                </a:lnTo>
                <a:lnTo>
                  <a:pt x="0" y="1153755"/>
                </a:lnTo>
                <a:lnTo>
                  <a:pt x="0" y="0"/>
                </a:lnTo>
                <a:close/>
              </a:path>
            </a:pathLst>
          </a:custGeom>
          <a:blipFill rotWithShape="1">
            <a:blip r:embed="rId3">
              <a:alphaModFix/>
            </a:blip>
            <a:stretch>
              <a:fillRect/>
            </a:stretch>
          </a:blipFill>
          <a:ln>
            <a:noFill/>
          </a:ln>
        </p:spPr>
      </p:sp>
      <p:sp>
        <p:nvSpPr>
          <p:cNvPr id="295" name="Google Shape;295;p6"/>
          <p:cNvSpPr/>
          <p:nvPr/>
        </p:nvSpPr>
        <p:spPr>
          <a:xfrm>
            <a:off x="6224860" y="7686324"/>
            <a:ext cx="5841799" cy="1153755"/>
          </a:xfrm>
          <a:custGeom>
            <a:avLst/>
            <a:gdLst/>
            <a:ahLst/>
            <a:cxnLst/>
            <a:rect l="l" t="t" r="r" b="b"/>
            <a:pathLst>
              <a:path w="5841799" h="1153755" extrusionOk="0">
                <a:moveTo>
                  <a:pt x="0" y="0"/>
                </a:moveTo>
                <a:lnTo>
                  <a:pt x="5841799" y="0"/>
                </a:lnTo>
                <a:lnTo>
                  <a:pt x="5841799" y="1153755"/>
                </a:lnTo>
                <a:lnTo>
                  <a:pt x="0" y="1153755"/>
                </a:lnTo>
                <a:lnTo>
                  <a:pt x="0" y="0"/>
                </a:lnTo>
                <a:close/>
              </a:path>
            </a:pathLst>
          </a:custGeom>
          <a:blipFill rotWithShape="1">
            <a:blip r:embed="rId3">
              <a:alphaModFix/>
            </a:blip>
            <a:stretch>
              <a:fillRect/>
            </a:stretch>
          </a:blipFill>
          <a:ln>
            <a:noFill/>
          </a:ln>
        </p:spPr>
      </p:sp>
      <p:sp>
        <p:nvSpPr>
          <p:cNvPr id="296" name="Google Shape;296;p6"/>
          <p:cNvSpPr/>
          <p:nvPr/>
        </p:nvSpPr>
        <p:spPr>
          <a:xfrm>
            <a:off x="12213997" y="7686324"/>
            <a:ext cx="5841799" cy="1153755"/>
          </a:xfrm>
          <a:custGeom>
            <a:avLst/>
            <a:gdLst/>
            <a:ahLst/>
            <a:cxnLst/>
            <a:rect l="l" t="t" r="r" b="b"/>
            <a:pathLst>
              <a:path w="5841799" h="1153755" extrusionOk="0">
                <a:moveTo>
                  <a:pt x="0" y="0"/>
                </a:moveTo>
                <a:lnTo>
                  <a:pt x="5841799" y="0"/>
                </a:lnTo>
                <a:lnTo>
                  <a:pt x="5841799" y="1153755"/>
                </a:lnTo>
                <a:lnTo>
                  <a:pt x="0" y="1153755"/>
                </a:lnTo>
                <a:lnTo>
                  <a:pt x="0" y="0"/>
                </a:lnTo>
                <a:close/>
              </a:path>
            </a:pathLst>
          </a:custGeom>
          <a:blipFill rotWithShape="1">
            <a:blip r:embed="rId3">
              <a:alphaModFix/>
            </a:blip>
            <a:stretch>
              <a:fillRect/>
            </a:stretch>
          </a:blipFill>
          <a:ln>
            <a:noFill/>
          </a:ln>
        </p:spPr>
      </p:sp>
      <p:grpSp>
        <p:nvGrpSpPr>
          <p:cNvPr id="297" name="Google Shape;297;p6"/>
          <p:cNvGrpSpPr/>
          <p:nvPr/>
        </p:nvGrpSpPr>
        <p:grpSpPr>
          <a:xfrm>
            <a:off x="12213997" y="4208187"/>
            <a:ext cx="5841760" cy="5289816"/>
            <a:chOff x="0" y="-38100"/>
            <a:chExt cx="1554321" cy="1407465"/>
          </a:xfrm>
        </p:grpSpPr>
        <p:sp>
          <p:nvSpPr>
            <p:cNvPr id="298" name="Google Shape;298;p6"/>
            <p:cNvSpPr/>
            <p:nvPr/>
          </p:nvSpPr>
          <p:spPr>
            <a:xfrm>
              <a:off x="0" y="0"/>
              <a:ext cx="1554321" cy="1369365"/>
            </a:xfrm>
            <a:custGeom>
              <a:avLst/>
              <a:gdLst/>
              <a:ahLst/>
              <a:cxnLst/>
              <a:rect l="l" t="t" r="r" b="b"/>
              <a:pathLst>
                <a:path w="1554321" h="1369365" extrusionOk="0">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txBox="1"/>
            <p:nvPr/>
          </p:nvSpPr>
          <p:spPr>
            <a:xfrm>
              <a:off x="0" y="-38100"/>
              <a:ext cx="1554321" cy="140746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0" name="Google Shape;300;p6"/>
          <p:cNvGrpSpPr/>
          <p:nvPr/>
        </p:nvGrpSpPr>
        <p:grpSpPr>
          <a:xfrm>
            <a:off x="6224873" y="4413362"/>
            <a:ext cx="5841760" cy="5289816"/>
            <a:chOff x="0" y="-38100"/>
            <a:chExt cx="1554321" cy="1407465"/>
          </a:xfrm>
        </p:grpSpPr>
        <p:sp>
          <p:nvSpPr>
            <p:cNvPr id="301" name="Google Shape;301;p6"/>
            <p:cNvSpPr/>
            <p:nvPr/>
          </p:nvSpPr>
          <p:spPr>
            <a:xfrm>
              <a:off x="0" y="0"/>
              <a:ext cx="1554321" cy="1369365"/>
            </a:xfrm>
            <a:custGeom>
              <a:avLst/>
              <a:gdLst/>
              <a:ahLst/>
              <a:cxnLst/>
              <a:rect l="l" t="t" r="r" b="b"/>
              <a:pathLst>
                <a:path w="1554321" h="1369365" extrusionOk="0">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txBox="1"/>
            <p:nvPr/>
          </p:nvSpPr>
          <p:spPr>
            <a:xfrm>
              <a:off x="0" y="-38100"/>
              <a:ext cx="1554321" cy="140746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3" name="Google Shape;303;p6"/>
          <p:cNvGrpSpPr/>
          <p:nvPr/>
        </p:nvGrpSpPr>
        <p:grpSpPr>
          <a:xfrm>
            <a:off x="235729" y="4602837"/>
            <a:ext cx="5841760" cy="5289816"/>
            <a:chOff x="0" y="-38100"/>
            <a:chExt cx="1554321" cy="1407465"/>
          </a:xfrm>
        </p:grpSpPr>
        <p:sp>
          <p:nvSpPr>
            <p:cNvPr id="304" name="Google Shape;304;p6"/>
            <p:cNvSpPr/>
            <p:nvPr/>
          </p:nvSpPr>
          <p:spPr>
            <a:xfrm>
              <a:off x="0" y="0"/>
              <a:ext cx="1554321" cy="1369365"/>
            </a:xfrm>
            <a:custGeom>
              <a:avLst/>
              <a:gdLst/>
              <a:ahLst/>
              <a:cxnLst/>
              <a:rect l="l" t="t" r="r" b="b"/>
              <a:pathLst>
                <a:path w="1554321" h="1369365" extrusionOk="0">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txBox="1"/>
            <p:nvPr/>
          </p:nvSpPr>
          <p:spPr>
            <a:xfrm>
              <a:off x="0" y="-38100"/>
              <a:ext cx="1554321" cy="140746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6" name="Google Shape;306;p6"/>
          <p:cNvGrpSpPr/>
          <p:nvPr/>
        </p:nvGrpSpPr>
        <p:grpSpPr>
          <a:xfrm>
            <a:off x="-2123887" y="-2346523"/>
            <a:ext cx="4693046" cy="4693046"/>
            <a:chOff x="0" y="0"/>
            <a:chExt cx="812800" cy="812800"/>
          </a:xfrm>
        </p:grpSpPr>
        <p:sp>
          <p:nvSpPr>
            <p:cNvPr id="307" name="Google Shape;307;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9" name="Google Shape;309;p6"/>
          <p:cNvGrpSpPr/>
          <p:nvPr/>
        </p:nvGrpSpPr>
        <p:grpSpPr>
          <a:xfrm>
            <a:off x="15718331" y="8192190"/>
            <a:ext cx="4693026" cy="4693026"/>
            <a:chOff x="0" y="0"/>
            <a:chExt cx="812800" cy="812800"/>
          </a:xfrm>
        </p:grpSpPr>
        <p:sp>
          <p:nvSpPr>
            <p:cNvPr id="310" name="Google Shape;31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2" name="Google Shape;312;p6"/>
          <p:cNvSpPr/>
          <p:nvPr/>
        </p:nvSpPr>
        <p:spPr>
          <a:xfrm>
            <a:off x="235729" y="1475450"/>
            <a:ext cx="5559222" cy="3127375"/>
          </a:xfrm>
          <a:custGeom>
            <a:avLst/>
            <a:gdLst/>
            <a:ahLst/>
            <a:cxnLst/>
            <a:rect l="l" t="t" r="r" b="b"/>
            <a:pathLst>
              <a:path w="11287760" h="6350000" extrusionOk="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rotWithShape="1">
            <a:blip r:embed="rId4">
              <a:alphaModFix/>
            </a:blip>
            <a:stretch>
              <a:fillRect t="-9338" b="-933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a:off x="6366143" y="1138200"/>
            <a:ext cx="5559222" cy="3127375"/>
          </a:xfrm>
          <a:custGeom>
            <a:avLst/>
            <a:gdLst/>
            <a:ahLst/>
            <a:cxnLst/>
            <a:rect l="l" t="t" r="r" b="b"/>
            <a:pathLst>
              <a:path w="11287760" h="6350000" extrusionOk="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rotWithShape="1">
            <a:blip r:embed="rId5">
              <a:alphaModFix/>
            </a:blip>
            <a:stretch>
              <a:fillRect t="-9059" b="-905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6"/>
          <p:cNvSpPr/>
          <p:nvPr/>
        </p:nvSpPr>
        <p:spPr>
          <a:xfrm>
            <a:off x="12214002" y="901286"/>
            <a:ext cx="5559222" cy="3127375"/>
          </a:xfrm>
          <a:custGeom>
            <a:avLst/>
            <a:gdLst/>
            <a:ahLst/>
            <a:cxnLst/>
            <a:rect l="l" t="t" r="r" b="b"/>
            <a:pathLst>
              <a:path w="11287760" h="6350000" extrusionOk="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rotWithShape="1">
            <a:blip r:embed="rId6">
              <a:alphaModFix/>
            </a:blip>
            <a:stretch>
              <a:fillRect t="-12893" b="-1289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6"/>
          <p:cNvSpPr txBox="1"/>
          <p:nvPr/>
        </p:nvSpPr>
        <p:spPr>
          <a:xfrm>
            <a:off x="133250" y="1"/>
            <a:ext cx="7453800" cy="1406700"/>
          </a:xfrm>
          <a:prstGeom prst="rect">
            <a:avLst/>
          </a:prstGeom>
          <a:noFill/>
          <a:ln>
            <a:noFill/>
          </a:ln>
        </p:spPr>
        <p:txBody>
          <a:bodyPr spcFirstLastPara="1" wrap="square" lIns="0" tIns="0" rIns="0" bIns="0" anchor="t" anchorCtr="0">
            <a:spAutoFit/>
          </a:bodyPr>
          <a:lstStyle/>
          <a:p>
            <a:pPr marL="0" marR="0" lvl="0" indent="0" algn="ctr" rtl="0">
              <a:lnSpc>
                <a:spcPct val="139996"/>
              </a:lnSpc>
              <a:spcBef>
                <a:spcPts val="0"/>
              </a:spcBef>
              <a:spcAft>
                <a:spcPts val="0"/>
              </a:spcAft>
              <a:buNone/>
            </a:pPr>
            <a:r>
              <a:rPr lang="en-US" sz="3808" dirty="0" err="1">
                <a:solidFill>
                  <a:srgbClr val="FDFDFD"/>
                </a:solidFill>
                <a:latin typeface="Open Sans ExtraBold"/>
                <a:ea typeface="Open Sans ExtraBold"/>
                <a:cs typeface="Open Sans ExtraBold"/>
                <a:sym typeface="Open Sans ExtraBold"/>
              </a:rPr>
              <a:t>Bước</a:t>
            </a:r>
            <a:r>
              <a:rPr lang="en-US" sz="3808" dirty="0">
                <a:solidFill>
                  <a:srgbClr val="FDFDFD"/>
                </a:solidFill>
                <a:latin typeface="Open Sans ExtraBold"/>
                <a:ea typeface="Open Sans ExtraBold"/>
                <a:cs typeface="Open Sans ExtraBold"/>
                <a:sym typeface="Open Sans ExtraBold"/>
              </a:rPr>
              <a:t> 4: </a:t>
            </a:r>
            <a:r>
              <a:rPr lang="en-US" sz="3808" dirty="0" err="1">
                <a:solidFill>
                  <a:srgbClr val="FDFDFD"/>
                </a:solidFill>
                <a:latin typeface="Open Sans ExtraBold"/>
                <a:ea typeface="Open Sans ExtraBold"/>
                <a:cs typeface="Open Sans ExtraBold"/>
                <a:sym typeface="Open Sans ExtraBold"/>
              </a:rPr>
              <a:t>Chuẩn</a:t>
            </a:r>
            <a:r>
              <a:rPr lang="en-US" sz="3808" dirty="0">
                <a:solidFill>
                  <a:srgbClr val="FDFDFD"/>
                </a:solidFill>
                <a:latin typeface="Open Sans ExtraBold"/>
                <a:ea typeface="Open Sans ExtraBold"/>
                <a:cs typeface="Open Sans ExtraBold"/>
                <a:sym typeface="Open Sans ExtraBold"/>
              </a:rPr>
              <a:t> </a:t>
            </a:r>
            <a:r>
              <a:rPr lang="en-US" sz="3808" dirty="0" err="1">
                <a:solidFill>
                  <a:srgbClr val="FDFDFD"/>
                </a:solidFill>
                <a:latin typeface="Open Sans ExtraBold"/>
                <a:ea typeface="Open Sans ExtraBold"/>
                <a:cs typeface="Open Sans ExtraBold"/>
                <a:sym typeface="Open Sans ExtraBold"/>
              </a:rPr>
              <a:t>bị</a:t>
            </a:r>
            <a:r>
              <a:rPr lang="en-US" sz="3808" dirty="0">
                <a:solidFill>
                  <a:srgbClr val="FDFDFD"/>
                </a:solidFill>
                <a:latin typeface="Open Sans ExtraBold"/>
                <a:ea typeface="Open Sans ExtraBold"/>
                <a:cs typeface="Open Sans ExtraBold"/>
                <a:sym typeface="Open Sans ExtraBold"/>
              </a:rPr>
              <a:t> </a:t>
            </a:r>
            <a:r>
              <a:rPr lang="en-US" sz="3808" dirty="0" err="1">
                <a:solidFill>
                  <a:srgbClr val="FDFDFD"/>
                </a:solidFill>
                <a:latin typeface="Open Sans ExtraBold"/>
                <a:ea typeface="Open Sans ExtraBold"/>
                <a:cs typeface="Open Sans ExtraBold"/>
                <a:sym typeface="Open Sans ExtraBold"/>
              </a:rPr>
              <a:t>cho</a:t>
            </a:r>
            <a:r>
              <a:rPr lang="en-US" sz="3808" dirty="0">
                <a:solidFill>
                  <a:srgbClr val="FDFDFD"/>
                </a:solidFill>
                <a:latin typeface="Open Sans ExtraBold"/>
                <a:ea typeface="Open Sans ExtraBold"/>
                <a:cs typeface="Open Sans ExtraBold"/>
                <a:sym typeface="Open Sans ExtraBold"/>
              </a:rPr>
              <a:t> </a:t>
            </a:r>
            <a:r>
              <a:rPr lang="en-US" sz="3808" dirty="0" err="1">
                <a:solidFill>
                  <a:srgbClr val="FDFDFD"/>
                </a:solidFill>
                <a:latin typeface="Open Sans ExtraBold"/>
                <a:ea typeface="Open Sans ExtraBold"/>
                <a:cs typeface="Open Sans ExtraBold"/>
                <a:sym typeface="Open Sans ExtraBold"/>
              </a:rPr>
              <a:t>cuộc</a:t>
            </a:r>
            <a:r>
              <a:rPr lang="en-US" sz="3808" dirty="0">
                <a:solidFill>
                  <a:srgbClr val="FDFDFD"/>
                </a:solidFill>
                <a:latin typeface="Open Sans ExtraBold"/>
                <a:ea typeface="Open Sans ExtraBold"/>
                <a:cs typeface="Open Sans ExtraBold"/>
                <a:sym typeface="Open Sans ExtraBold"/>
              </a:rPr>
              <a:t> </a:t>
            </a:r>
            <a:r>
              <a:rPr lang="en-US" sz="3808" dirty="0" err="1">
                <a:solidFill>
                  <a:srgbClr val="FDFDFD"/>
                </a:solidFill>
                <a:latin typeface="Open Sans ExtraBold"/>
                <a:ea typeface="Open Sans ExtraBold"/>
                <a:cs typeface="Open Sans ExtraBold"/>
                <a:sym typeface="Open Sans ExtraBold"/>
              </a:rPr>
              <a:t>phỏng</a:t>
            </a:r>
            <a:r>
              <a:rPr lang="en-US" sz="3808" dirty="0">
                <a:solidFill>
                  <a:srgbClr val="FDFDFD"/>
                </a:solidFill>
                <a:latin typeface="Open Sans ExtraBold"/>
                <a:ea typeface="Open Sans ExtraBold"/>
                <a:cs typeface="Open Sans ExtraBold"/>
                <a:sym typeface="Open Sans ExtraBold"/>
              </a:rPr>
              <a:t> </a:t>
            </a:r>
            <a:r>
              <a:rPr lang="en-US" sz="3808" dirty="0" err="1">
                <a:solidFill>
                  <a:srgbClr val="FDFDFD"/>
                </a:solidFill>
                <a:latin typeface="Open Sans ExtraBold"/>
                <a:ea typeface="Open Sans ExtraBold"/>
                <a:cs typeface="Open Sans ExtraBold"/>
                <a:sym typeface="Open Sans ExtraBold"/>
              </a:rPr>
              <a:t>vấn</a:t>
            </a:r>
            <a:endParaRPr sz="100" dirty="0"/>
          </a:p>
        </p:txBody>
      </p:sp>
      <p:sp>
        <p:nvSpPr>
          <p:cNvPr id="316" name="Google Shape;316;p6"/>
          <p:cNvSpPr txBox="1"/>
          <p:nvPr/>
        </p:nvSpPr>
        <p:spPr>
          <a:xfrm>
            <a:off x="6376700" y="5834308"/>
            <a:ext cx="5298000" cy="3770263"/>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2500" dirty="0" err="1">
                <a:solidFill>
                  <a:schemeClr val="dk1"/>
                </a:solidFill>
                <a:latin typeface="+mn-lt"/>
                <a:ea typeface="Times New Roman"/>
                <a:cs typeface="Times New Roman"/>
                <a:sym typeface="Times New Roman"/>
              </a:rPr>
              <a:t>Dùng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khi</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bạn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muốn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tổ</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chức</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phỏng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vấn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hiệu</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quả</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giảm</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thiểu</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sự</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gián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đoạn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và</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giúp</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người</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phỏng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vấn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chuẩn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bị</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tốt</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hơn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ví</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dụ</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như</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Phỏng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vấn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xin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việc</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Phỏng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vấn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học</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bổng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hoặc</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chương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trình</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đào</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tạo</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Phỏng</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vấn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tư</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vấn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hoặc</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bán</a:t>
            </a:r>
            <a:r>
              <a:rPr lang="en-US" sz="2500" dirty="0">
                <a:solidFill>
                  <a:schemeClr val="dk1"/>
                </a:solidFill>
                <a:latin typeface="+mn-lt"/>
                <a:ea typeface="Times New Roman"/>
                <a:cs typeface="Times New Roman"/>
                <a:sym typeface="Times New Roman"/>
              </a:rPr>
              <a:t> </a:t>
            </a:r>
            <a:r>
              <a:rPr lang="en-US" sz="2500" dirty="0" err="1">
                <a:solidFill>
                  <a:schemeClr val="dk1"/>
                </a:solidFill>
                <a:latin typeface="+mn-lt"/>
                <a:ea typeface="Times New Roman"/>
                <a:cs typeface="Times New Roman"/>
                <a:sym typeface="Times New Roman"/>
              </a:rPr>
              <a:t>hàng</a:t>
            </a:r>
            <a:r>
              <a:rPr lang="en-US" sz="2500" dirty="0">
                <a:solidFill>
                  <a:schemeClr val="dk1"/>
                </a:solidFill>
                <a:latin typeface="+mn-lt"/>
                <a:ea typeface="Times New Roman"/>
                <a:cs typeface="Times New Roman"/>
                <a:sym typeface="Times New Roman"/>
              </a:rPr>
              <a:t> , </a:t>
            </a:r>
            <a:r>
              <a:rPr lang="en-US" sz="2500" dirty="0" err="1">
                <a:solidFill>
                  <a:schemeClr val="dk1"/>
                </a:solidFill>
                <a:latin typeface="+mn-lt"/>
                <a:ea typeface="Times New Roman"/>
                <a:cs typeface="Times New Roman"/>
                <a:sym typeface="Times New Roman"/>
              </a:rPr>
              <a:t>vv</a:t>
            </a:r>
            <a:r>
              <a:rPr lang="en-US" sz="2500" dirty="0">
                <a:solidFill>
                  <a:schemeClr val="dk1"/>
                </a:solidFill>
                <a:latin typeface="+mn-lt"/>
                <a:ea typeface="Times New Roman"/>
                <a:cs typeface="Times New Roman"/>
                <a:sym typeface="Times New Roman"/>
              </a:rPr>
              <a:t> ...</a:t>
            </a:r>
            <a:endParaRPr sz="2700" dirty="0">
              <a:latin typeface="+mn-lt"/>
            </a:endParaRPr>
          </a:p>
        </p:txBody>
      </p:sp>
      <p:sp>
        <p:nvSpPr>
          <p:cNvPr id="317" name="Google Shape;317;p6"/>
          <p:cNvSpPr txBox="1"/>
          <p:nvPr/>
        </p:nvSpPr>
        <p:spPr>
          <a:xfrm>
            <a:off x="12490920" y="5792697"/>
            <a:ext cx="5298000" cy="1507336"/>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Lên</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lịch</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gửi</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thông</a:t>
            </a:r>
            <a:r>
              <a:rPr lang="en-US" sz="2332" dirty="0">
                <a:solidFill>
                  <a:srgbClr val="051D40"/>
                </a:solidFill>
                <a:latin typeface="+mn-lt"/>
                <a:ea typeface="Times New Roman"/>
                <a:cs typeface="Times New Roman"/>
                <a:sym typeface="Times New Roman"/>
              </a:rPr>
              <a:t> tin </a:t>
            </a:r>
            <a:r>
              <a:rPr lang="en-US" sz="2332" dirty="0" err="1">
                <a:solidFill>
                  <a:srgbClr val="051D40"/>
                </a:solidFill>
                <a:latin typeface="+mn-lt"/>
                <a:ea typeface="Times New Roman"/>
                <a:cs typeface="Times New Roman"/>
                <a:sym typeface="Times New Roman"/>
              </a:rPr>
              <a:t>trước</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về</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cuộc</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phỏng</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vấn</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và</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các</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tài</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liệu</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cần</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thiết</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cho</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người</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phỏng</a:t>
            </a:r>
            <a:r>
              <a:rPr lang="en-US" sz="2332" dirty="0">
                <a:solidFill>
                  <a:srgbClr val="051D40"/>
                </a:solidFill>
                <a:latin typeface="+mn-lt"/>
                <a:ea typeface="Times New Roman"/>
                <a:cs typeface="Times New Roman"/>
                <a:sym typeface="Times New Roman"/>
              </a:rPr>
              <a:t> </a:t>
            </a:r>
            <a:r>
              <a:rPr lang="en-US" sz="2332" dirty="0" err="1">
                <a:solidFill>
                  <a:srgbClr val="051D40"/>
                </a:solidFill>
                <a:latin typeface="+mn-lt"/>
                <a:ea typeface="Times New Roman"/>
                <a:cs typeface="Times New Roman"/>
                <a:sym typeface="Times New Roman"/>
              </a:rPr>
              <a:t>vấn</a:t>
            </a:r>
            <a:r>
              <a:rPr lang="en-US" sz="2332" dirty="0">
                <a:solidFill>
                  <a:srgbClr val="051D40"/>
                </a:solidFill>
                <a:latin typeface="+mn-lt"/>
                <a:ea typeface="Times New Roman"/>
                <a:cs typeface="Times New Roman"/>
                <a:sym typeface="Times New Roman"/>
              </a:rPr>
              <a:t>.</a:t>
            </a:r>
            <a:endParaRPr sz="2200" dirty="0">
              <a:latin typeface="+mn-lt"/>
              <a:ea typeface="Times New Roman"/>
              <a:cs typeface="Times New Roman"/>
              <a:sym typeface="Times New Roman"/>
            </a:endParaRPr>
          </a:p>
        </p:txBody>
      </p:sp>
      <p:sp>
        <p:nvSpPr>
          <p:cNvPr id="318" name="Google Shape;318;p6"/>
          <p:cNvSpPr txBox="1"/>
          <p:nvPr/>
        </p:nvSpPr>
        <p:spPr>
          <a:xfrm>
            <a:off x="1576687" y="4948195"/>
            <a:ext cx="3732731" cy="535531"/>
          </a:xfrm>
          <a:prstGeom prst="rect">
            <a:avLst/>
          </a:prstGeom>
          <a:noFill/>
          <a:ln>
            <a:noFill/>
          </a:ln>
        </p:spPr>
        <p:txBody>
          <a:bodyPr spcFirstLastPara="1" wrap="square" lIns="0" tIns="0" rIns="0" bIns="0" anchor="t" anchorCtr="0">
            <a:spAutoFit/>
          </a:bodyPr>
          <a:lstStyle/>
          <a:p>
            <a:pPr marL="0" marR="0" lvl="0" indent="0" algn="ctr" rtl="0">
              <a:lnSpc>
                <a:spcPct val="139982"/>
              </a:lnSpc>
              <a:spcBef>
                <a:spcPts val="0"/>
              </a:spcBef>
              <a:spcAft>
                <a:spcPts val="0"/>
              </a:spcAft>
              <a:buNone/>
            </a:pPr>
            <a:r>
              <a:rPr lang="en-US" sz="2286" b="1" dirty="0">
                <a:solidFill>
                  <a:srgbClr val="051D40"/>
                </a:solidFill>
                <a:latin typeface="+mn-lt"/>
                <a:ea typeface="Open Sans ExtraBold"/>
                <a:cs typeface="Open Sans ExtraBold"/>
                <a:sym typeface="Open Sans ExtraBold"/>
              </a:rPr>
              <a:t> </a:t>
            </a:r>
            <a:r>
              <a:rPr lang="en-US" sz="2486" i="1" dirty="0" err="1">
                <a:solidFill>
                  <a:srgbClr val="051D40"/>
                </a:solidFill>
                <a:latin typeface="+mn-lt"/>
                <a:ea typeface="Open Sans"/>
                <a:cs typeface="Open Sans"/>
                <a:sym typeface="Open Sans"/>
              </a:rPr>
              <a:t>Đặc</a:t>
            </a:r>
            <a:r>
              <a:rPr lang="en-US" sz="2486" i="1" dirty="0">
                <a:solidFill>
                  <a:srgbClr val="051D40"/>
                </a:solidFill>
                <a:latin typeface="+mn-lt"/>
                <a:ea typeface="Open Sans"/>
                <a:cs typeface="Open Sans"/>
                <a:sym typeface="Open Sans"/>
              </a:rPr>
              <a:t> </a:t>
            </a:r>
            <a:r>
              <a:rPr lang="en-US" sz="2486" i="1" dirty="0" err="1">
                <a:solidFill>
                  <a:srgbClr val="051D40"/>
                </a:solidFill>
                <a:latin typeface="+mn-lt"/>
                <a:ea typeface="Open Sans"/>
                <a:cs typeface="Open Sans"/>
                <a:sym typeface="Open Sans"/>
              </a:rPr>
              <a:t>trưng</a:t>
            </a:r>
            <a:r>
              <a:rPr lang="en-US" sz="2486" i="1" dirty="0">
                <a:solidFill>
                  <a:srgbClr val="051D40"/>
                </a:solidFill>
                <a:latin typeface="+mn-lt"/>
                <a:ea typeface="Open Sans"/>
                <a:cs typeface="Open Sans"/>
                <a:sym typeface="Open Sans"/>
              </a:rPr>
              <a:t> </a:t>
            </a:r>
            <a:r>
              <a:rPr lang="en-US" sz="2486" i="1" dirty="0" err="1">
                <a:solidFill>
                  <a:srgbClr val="051D40"/>
                </a:solidFill>
                <a:latin typeface="+mn-lt"/>
                <a:ea typeface="Open Sans"/>
                <a:cs typeface="Open Sans"/>
                <a:sym typeface="Open Sans"/>
              </a:rPr>
              <a:t>của</a:t>
            </a:r>
            <a:r>
              <a:rPr lang="en-US" sz="2486" i="1" dirty="0">
                <a:solidFill>
                  <a:srgbClr val="051D40"/>
                </a:solidFill>
                <a:latin typeface="+mn-lt"/>
                <a:ea typeface="Open Sans"/>
                <a:cs typeface="Open Sans"/>
                <a:sym typeface="Open Sans"/>
              </a:rPr>
              <a:t> </a:t>
            </a:r>
            <a:r>
              <a:rPr lang="en-US" sz="2486" i="1" dirty="0" err="1">
                <a:solidFill>
                  <a:srgbClr val="051D40"/>
                </a:solidFill>
                <a:latin typeface="+mn-lt"/>
                <a:ea typeface="Open Sans"/>
                <a:cs typeface="Open Sans"/>
                <a:sym typeface="Open Sans"/>
              </a:rPr>
              <a:t>kỹ</a:t>
            </a:r>
            <a:r>
              <a:rPr lang="en-US" sz="2486" i="1" dirty="0">
                <a:solidFill>
                  <a:srgbClr val="051D40"/>
                </a:solidFill>
                <a:latin typeface="+mn-lt"/>
                <a:ea typeface="Open Sans"/>
                <a:cs typeface="Open Sans"/>
                <a:sym typeface="Open Sans"/>
              </a:rPr>
              <a:t> </a:t>
            </a:r>
            <a:r>
              <a:rPr lang="en-US" sz="2486" i="1" dirty="0" err="1">
                <a:solidFill>
                  <a:srgbClr val="051D40"/>
                </a:solidFill>
                <a:latin typeface="+mn-lt"/>
                <a:ea typeface="Open Sans"/>
                <a:cs typeface="Open Sans"/>
                <a:sym typeface="Open Sans"/>
              </a:rPr>
              <a:t>thuật</a:t>
            </a:r>
            <a:endParaRPr sz="1600" i="1" dirty="0">
              <a:latin typeface="+mn-lt"/>
            </a:endParaRPr>
          </a:p>
        </p:txBody>
      </p:sp>
      <p:sp>
        <p:nvSpPr>
          <p:cNvPr id="319" name="Google Shape;319;p6"/>
          <p:cNvSpPr txBox="1"/>
          <p:nvPr/>
        </p:nvSpPr>
        <p:spPr>
          <a:xfrm>
            <a:off x="7587049" y="4948200"/>
            <a:ext cx="3636473" cy="492443"/>
          </a:xfrm>
          <a:prstGeom prst="rect">
            <a:avLst/>
          </a:prstGeom>
          <a:noFill/>
          <a:ln>
            <a:noFill/>
          </a:ln>
        </p:spPr>
        <p:txBody>
          <a:bodyPr spcFirstLastPara="1" wrap="square" lIns="0" tIns="0" rIns="0" bIns="0" anchor="t" anchorCtr="0">
            <a:spAutoFit/>
          </a:bodyPr>
          <a:lstStyle/>
          <a:p>
            <a:pPr marL="0" marR="0" lvl="0" indent="0" algn="ctr" rtl="0">
              <a:lnSpc>
                <a:spcPct val="139982"/>
              </a:lnSpc>
              <a:spcBef>
                <a:spcPts val="0"/>
              </a:spcBef>
              <a:spcAft>
                <a:spcPts val="0"/>
              </a:spcAft>
              <a:buNone/>
            </a:pPr>
            <a:r>
              <a:rPr lang="en-US" sz="2286" i="1" dirty="0" err="1">
                <a:solidFill>
                  <a:srgbClr val="051D40"/>
                </a:solidFill>
                <a:latin typeface="+mn-lt"/>
                <a:ea typeface="Open Sans"/>
                <a:cs typeface="Open Sans"/>
                <a:sym typeface="Open Sans"/>
              </a:rPr>
              <a:t>Dùng</a:t>
            </a:r>
            <a:r>
              <a:rPr lang="en-US" sz="2286" i="1" dirty="0">
                <a:solidFill>
                  <a:srgbClr val="051D40"/>
                </a:solidFill>
                <a:latin typeface="+mn-lt"/>
                <a:ea typeface="Open Sans"/>
                <a:cs typeface="Open Sans"/>
                <a:sym typeface="Open Sans"/>
              </a:rPr>
              <a:t> </a:t>
            </a:r>
            <a:r>
              <a:rPr lang="en-US" sz="2286" i="1" dirty="0" err="1">
                <a:solidFill>
                  <a:srgbClr val="051D40"/>
                </a:solidFill>
                <a:latin typeface="+mn-lt"/>
                <a:ea typeface="Open Sans"/>
                <a:cs typeface="Open Sans"/>
                <a:sym typeface="Open Sans"/>
              </a:rPr>
              <a:t>cho</a:t>
            </a:r>
            <a:r>
              <a:rPr lang="en-US" sz="2286" i="1" dirty="0">
                <a:solidFill>
                  <a:srgbClr val="051D40"/>
                </a:solidFill>
                <a:latin typeface="+mn-lt"/>
                <a:ea typeface="Open Sans"/>
                <a:cs typeface="Open Sans"/>
                <a:sym typeface="Open Sans"/>
              </a:rPr>
              <a:t> </a:t>
            </a:r>
            <a:r>
              <a:rPr lang="en-US" sz="2286" i="1" dirty="0" err="1">
                <a:solidFill>
                  <a:srgbClr val="051D40"/>
                </a:solidFill>
                <a:latin typeface="+mn-lt"/>
                <a:ea typeface="Open Sans"/>
                <a:cs typeface="Open Sans"/>
                <a:sym typeface="Open Sans"/>
              </a:rPr>
              <a:t>trường</a:t>
            </a:r>
            <a:r>
              <a:rPr lang="en-US" sz="2286" i="1" dirty="0">
                <a:solidFill>
                  <a:srgbClr val="051D40"/>
                </a:solidFill>
                <a:latin typeface="+mn-lt"/>
                <a:ea typeface="Open Sans"/>
                <a:cs typeface="Open Sans"/>
                <a:sym typeface="Open Sans"/>
              </a:rPr>
              <a:t> </a:t>
            </a:r>
            <a:r>
              <a:rPr lang="en-US" sz="2286" i="1" dirty="0" err="1">
                <a:solidFill>
                  <a:srgbClr val="051D40"/>
                </a:solidFill>
                <a:latin typeface="+mn-lt"/>
                <a:ea typeface="Open Sans"/>
                <a:cs typeface="Open Sans"/>
                <a:sym typeface="Open Sans"/>
              </a:rPr>
              <a:t>hợp</a:t>
            </a:r>
            <a:r>
              <a:rPr lang="en-US" sz="2286" i="1" dirty="0">
                <a:solidFill>
                  <a:srgbClr val="051D40"/>
                </a:solidFill>
                <a:latin typeface="+mn-lt"/>
                <a:ea typeface="Open Sans"/>
                <a:cs typeface="Open Sans"/>
                <a:sym typeface="Open Sans"/>
              </a:rPr>
              <a:t> </a:t>
            </a:r>
            <a:r>
              <a:rPr lang="en-US" sz="2286" i="1" dirty="0" err="1">
                <a:solidFill>
                  <a:srgbClr val="051D40"/>
                </a:solidFill>
                <a:latin typeface="+mn-lt"/>
                <a:ea typeface="Open Sans"/>
                <a:cs typeface="Open Sans"/>
                <a:sym typeface="Open Sans"/>
              </a:rPr>
              <a:t>nào</a:t>
            </a:r>
            <a:endParaRPr i="1" dirty="0">
              <a:latin typeface="+mn-lt"/>
              <a:ea typeface="Open Sans"/>
              <a:cs typeface="Open Sans"/>
              <a:sym typeface="Open Sans"/>
            </a:endParaRPr>
          </a:p>
        </p:txBody>
      </p:sp>
      <p:sp>
        <p:nvSpPr>
          <p:cNvPr id="320" name="Google Shape;320;p6"/>
          <p:cNvSpPr txBox="1"/>
          <p:nvPr/>
        </p:nvSpPr>
        <p:spPr>
          <a:xfrm>
            <a:off x="13428810" y="4983426"/>
            <a:ext cx="2877300" cy="517065"/>
          </a:xfrm>
          <a:prstGeom prst="rect">
            <a:avLst/>
          </a:prstGeom>
          <a:noFill/>
          <a:ln>
            <a:noFill/>
          </a:ln>
        </p:spPr>
        <p:txBody>
          <a:bodyPr spcFirstLastPara="1" wrap="square" lIns="0" tIns="0" rIns="0" bIns="0" anchor="t" anchorCtr="0">
            <a:spAutoFit/>
          </a:bodyPr>
          <a:lstStyle/>
          <a:p>
            <a:pPr marL="0" marR="0" lvl="0" indent="0" algn="ctr" rtl="0">
              <a:lnSpc>
                <a:spcPct val="139982"/>
              </a:lnSpc>
              <a:spcBef>
                <a:spcPts val="0"/>
              </a:spcBef>
              <a:spcAft>
                <a:spcPts val="0"/>
              </a:spcAft>
              <a:buNone/>
            </a:pPr>
            <a:r>
              <a:rPr lang="en-US" sz="2400" i="1" dirty="0" err="1">
                <a:solidFill>
                  <a:schemeClr val="dk1"/>
                </a:solidFill>
                <a:latin typeface="+mn-lt"/>
                <a:ea typeface="Times New Roman"/>
                <a:cs typeface="Times New Roman"/>
                <a:sym typeface="Times New Roman"/>
              </a:rPr>
              <a:t>Cách</a:t>
            </a:r>
            <a:r>
              <a:rPr lang="en-US" sz="2400" i="1" dirty="0">
                <a:solidFill>
                  <a:schemeClr val="dk1"/>
                </a:solidFill>
                <a:latin typeface="+mn-lt"/>
                <a:ea typeface="Times New Roman"/>
                <a:cs typeface="Times New Roman"/>
                <a:sym typeface="Times New Roman"/>
              </a:rPr>
              <a:t> </a:t>
            </a:r>
            <a:r>
              <a:rPr lang="en-US" sz="2400" i="1" dirty="0" err="1">
                <a:solidFill>
                  <a:schemeClr val="dk1"/>
                </a:solidFill>
                <a:latin typeface="+mn-lt"/>
                <a:ea typeface="Times New Roman"/>
                <a:cs typeface="Times New Roman"/>
                <a:sym typeface="Times New Roman"/>
              </a:rPr>
              <a:t>tiến</a:t>
            </a:r>
            <a:r>
              <a:rPr lang="en-US" sz="2400" i="1" dirty="0">
                <a:solidFill>
                  <a:schemeClr val="dk1"/>
                </a:solidFill>
                <a:latin typeface="+mn-lt"/>
                <a:ea typeface="Times New Roman"/>
                <a:cs typeface="Times New Roman"/>
                <a:sym typeface="Times New Roman"/>
              </a:rPr>
              <a:t> </a:t>
            </a:r>
            <a:r>
              <a:rPr lang="en-US" sz="2400" i="1" dirty="0" err="1">
                <a:solidFill>
                  <a:schemeClr val="dk1"/>
                </a:solidFill>
                <a:latin typeface="+mn-lt"/>
                <a:ea typeface="Times New Roman"/>
                <a:cs typeface="Times New Roman"/>
                <a:sym typeface="Times New Roman"/>
              </a:rPr>
              <a:t>hành</a:t>
            </a:r>
            <a:endParaRPr sz="1900" i="1" dirty="0">
              <a:latin typeface="+mn-lt"/>
            </a:endParaRPr>
          </a:p>
        </p:txBody>
      </p:sp>
      <p:sp>
        <p:nvSpPr>
          <p:cNvPr id="321" name="Google Shape;321;p6"/>
          <p:cNvSpPr txBox="1"/>
          <p:nvPr/>
        </p:nvSpPr>
        <p:spPr>
          <a:xfrm>
            <a:off x="502575" y="6103198"/>
            <a:ext cx="5298000" cy="3667927"/>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2432" dirty="0" err="1">
                <a:solidFill>
                  <a:srgbClr val="051D40"/>
                </a:solidFill>
                <a:latin typeface="+mn-lt"/>
                <a:ea typeface="Times New Roman"/>
                <a:cs typeface="Times New Roman"/>
                <a:sym typeface="Times New Roman"/>
              </a:rPr>
              <a:t>Chuẩn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bị</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kỹ</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lưỡng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cho</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phỏng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vấn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là</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yếu</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tố</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quan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trọng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để</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đảm</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bảo</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cuộc</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phỏng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vấn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diễn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ra</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suôn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sẻ</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giúp</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ứng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viên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nâng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cao</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cơ</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hội</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thành</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công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thông</a:t>
            </a:r>
            <a:r>
              <a:rPr lang="en-US" sz="2432" dirty="0">
                <a:solidFill>
                  <a:srgbClr val="051D40"/>
                </a:solidFill>
                <a:latin typeface="+mn-lt"/>
                <a:ea typeface="Times New Roman"/>
                <a:cs typeface="Times New Roman"/>
                <a:sym typeface="Times New Roman"/>
              </a:rPr>
              <a:t> qua </a:t>
            </a:r>
            <a:r>
              <a:rPr lang="en-US" sz="2432" dirty="0" err="1">
                <a:solidFill>
                  <a:srgbClr val="051D40"/>
                </a:solidFill>
                <a:latin typeface="+mn-lt"/>
                <a:ea typeface="Times New Roman"/>
                <a:cs typeface="Times New Roman"/>
                <a:sym typeface="Times New Roman"/>
              </a:rPr>
              <a:t>việc</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chuẩn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bị</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kỹ</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càng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các</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yếu</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tố</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quan</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trọng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trước</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và</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trong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buổi</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phỏng</a:t>
            </a:r>
            <a:r>
              <a:rPr lang="en-US" sz="2432" dirty="0">
                <a:solidFill>
                  <a:srgbClr val="051D40"/>
                </a:solidFill>
                <a:latin typeface="+mn-lt"/>
                <a:ea typeface="Times New Roman"/>
                <a:cs typeface="Times New Roman"/>
                <a:sym typeface="Times New Roman"/>
              </a:rPr>
              <a:t> </a:t>
            </a:r>
            <a:r>
              <a:rPr lang="en-US" sz="2432" dirty="0" err="1">
                <a:solidFill>
                  <a:srgbClr val="051D40"/>
                </a:solidFill>
                <a:latin typeface="+mn-lt"/>
                <a:ea typeface="Times New Roman"/>
                <a:cs typeface="Times New Roman"/>
                <a:sym typeface="Times New Roman"/>
              </a:rPr>
              <a:t>vấn</a:t>
            </a:r>
            <a:r>
              <a:rPr lang="en-US" sz="2432" dirty="0">
                <a:solidFill>
                  <a:srgbClr val="051D40"/>
                </a:solidFill>
                <a:latin typeface="+mn-lt"/>
                <a:ea typeface="Times New Roman"/>
                <a:cs typeface="Times New Roman"/>
                <a:sym typeface="Times New Roman"/>
              </a:rPr>
              <a:t>.</a:t>
            </a:r>
            <a:endParaRPr sz="2532" dirty="0">
              <a:latin typeface="+mn-lt"/>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25"/>
        <p:cNvGrpSpPr/>
        <p:nvPr/>
      </p:nvGrpSpPr>
      <p:grpSpPr>
        <a:xfrm>
          <a:off x="0" y="0"/>
          <a:ext cx="0" cy="0"/>
          <a:chOff x="0" y="0"/>
          <a:chExt cx="0" cy="0"/>
        </a:xfrm>
      </p:grpSpPr>
      <p:sp>
        <p:nvSpPr>
          <p:cNvPr id="326" name="Google Shape;326;p12"/>
          <p:cNvSpPr txBox="1"/>
          <p:nvPr/>
        </p:nvSpPr>
        <p:spPr>
          <a:xfrm>
            <a:off x="934793" y="1326638"/>
            <a:ext cx="7274400" cy="939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100" b="1">
                <a:solidFill>
                  <a:schemeClr val="dk1"/>
                </a:solidFill>
              </a:rPr>
              <a:t>Ưu và nhược điểm</a:t>
            </a:r>
            <a:endParaRPr sz="6100">
              <a:solidFill>
                <a:srgbClr val="051D40"/>
              </a:solidFill>
              <a:latin typeface="Open Sans ExtraBold"/>
              <a:ea typeface="Open Sans ExtraBold"/>
              <a:cs typeface="Open Sans ExtraBold"/>
              <a:sym typeface="Open Sans ExtraBold"/>
            </a:endParaRPr>
          </a:p>
        </p:txBody>
      </p:sp>
      <p:sp>
        <p:nvSpPr>
          <p:cNvPr id="327" name="Google Shape;327;p12"/>
          <p:cNvSpPr txBox="1"/>
          <p:nvPr/>
        </p:nvSpPr>
        <p:spPr>
          <a:xfrm>
            <a:off x="890191" y="6962323"/>
            <a:ext cx="2641447" cy="375591"/>
          </a:xfrm>
          <a:prstGeom prst="rect">
            <a:avLst/>
          </a:prstGeom>
          <a:noFill/>
          <a:ln>
            <a:noFill/>
          </a:ln>
        </p:spPr>
        <p:txBody>
          <a:bodyPr spcFirstLastPara="1" wrap="square" lIns="0" tIns="0" rIns="0" bIns="0" anchor="t" anchorCtr="0">
            <a:spAutoFit/>
          </a:bodyPr>
          <a:lstStyle/>
          <a:p>
            <a:pPr marL="0" marR="0" lvl="0" indent="0" algn="ctr" rtl="0">
              <a:lnSpc>
                <a:spcPct val="140057"/>
              </a:lnSpc>
              <a:spcBef>
                <a:spcPts val="0"/>
              </a:spcBef>
              <a:spcAft>
                <a:spcPts val="0"/>
              </a:spcAft>
              <a:buNone/>
            </a:pPr>
            <a:r>
              <a:rPr lang="en-US" sz="2087" b="1" i="0" u="none" strike="noStrike" cap="none">
                <a:solidFill>
                  <a:srgbClr val="FDFDFD"/>
                </a:solidFill>
                <a:latin typeface="Poppins"/>
                <a:ea typeface="Poppins"/>
                <a:cs typeface="Poppins"/>
                <a:sym typeface="Poppins"/>
              </a:rPr>
              <a:t>Aaron Loeb</a:t>
            </a:r>
            <a:endParaRPr/>
          </a:p>
        </p:txBody>
      </p:sp>
      <p:sp>
        <p:nvSpPr>
          <p:cNvPr id="328" name="Google Shape;328;p12"/>
          <p:cNvSpPr txBox="1"/>
          <p:nvPr/>
        </p:nvSpPr>
        <p:spPr>
          <a:xfrm>
            <a:off x="890191" y="7333651"/>
            <a:ext cx="2641447" cy="283516"/>
          </a:xfrm>
          <a:prstGeom prst="rect">
            <a:avLst/>
          </a:prstGeom>
          <a:noFill/>
          <a:ln>
            <a:noFill/>
          </a:ln>
        </p:spPr>
        <p:txBody>
          <a:bodyPr spcFirstLastPara="1" wrap="square" lIns="0" tIns="0" rIns="0" bIns="0" anchor="t" anchorCtr="0">
            <a:spAutoFit/>
          </a:bodyPr>
          <a:lstStyle/>
          <a:p>
            <a:pPr marL="0" marR="0" lvl="0" indent="0" algn="ctr" rtl="0">
              <a:lnSpc>
                <a:spcPct val="140075"/>
              </a:lnSpc>
              <a:spcBef>
                <a:spcPts val="0"/>
              </a:spcBef>
              <a:spcAft>
                <a:spcPts val="0"/>
              </a:spcAft>
              <a:buNone/>
            </a:pPr>
            <a:r>
              <a:rPr lang="en-US" sz="1587" b="0" i="0" u="none" strike="noStrike" cap="none">
                <a:solidFill>
                  <a:srgbClr val="FDFDFD"/>
                </a:solidFill>
                <a:latin typeface="Poppins"/>
                <a:ea typeface="Poppins"/>
                <a:cs typeface="Poppins"/>
                <a:sym typeface="Poppins"/>
              </a:rPr>
              <a:t>CEO &amp; Founder</a:t>
            </a:r>
            <a:endParaRPr/>
          </a:p>
        </p:txBody>
      </p:sp>
      <p:sp>
        <p:nvSpPr>
          <p:cNvPr id="329" name="Google Shape;329;p12"/>
          <p:cNvSpPr txBox="1"/>
          <p:nvPr/>
        </p:nvSpPr>
        <p:spPr>
          <a:xfrm>
            <a:off x="4357503" y="6962323"/>
            <a:ext cx="2641447" cy="375591"/>
          </a:xfrm>
          <a:prstGeom prst="rect">
            <a:avLst/>
          </a:prstGeom>
          <a:noFill/>
          <a:ln>
            <a:noFill/>
          </a:ln>
        </p:spPr>
        <p:txBody>
          <a:bodyPr spcFirstLastPara="1" wrap="square" lIns="0" tIns="0" rIns="0" bIns="0" anchor="t" anchorCtr="0">
            <a:spAutoFit/>
          </a:bodyPr>
          <a:lstStyle/>
          <a:p>
            <a:pPr marL="0" marR="0" lvl="0" indent="0" algn="ctr" rtl="0">
              <a:lnSpc>
                <a:spcPct val="140057"/>
              </a:lnSpc>
              <a:spcBef>
                <a:spcPts val="0"/>
              </a:spcBef>
              <a:spcAft>
                <a:spcPts val="0"/>
              </a:spcAft>
              <a:buNone/>
            </a:pPr>
            <a:r>
              <a:rPr lang="en-US" sz="2087" b="1" i="0" u="none" strike="noStrike" cap="none">
                <a:solidFill>
                  <a:srgbClr val="FDFDFD"/>
                </a:solidFill>
                <a:latin typeface="Poppins"/>
                <a:ea typeface="Poppins"/>
                <a:cs typeface="Poppins"/>
                <a:sym typeface="Poppins"/>
              </a:rPr>
              <a:t>Alfredo Torres</a:t>
            </a:r>
            <a:endParaRPr/>
          </a:p>
        </p:txBody>
      </p:sp>
      <p:sp>
        <p:nvSpPr>
          <p:cNvPr id="330" name="Google Shape;330;p12"/>
          <p:cNvSpPr txBox="1"/>
          <p:nvPr/>
        </p:nvSpPr>
        <p:spPr>
          <a:xfrm>
            <a:off x="4357503" y="7333651"/>
            <a:ext cx="2641447" cy="283516"/>
          </a:xfrm>
          <a:prstGeom prst="rect">
            <a:avLst/>
          </a:prstGeom>
          <a:noFill/>
          <a:ln>
            <a:noFill/>
          </a:ln>
        </p:spPr>
        <p:txBody>
          <a:bodyPr spcFirstLastPara="1" wrap="square" lIns="0" tIns="0" rIns="0" bIns="0" anchor="t" anchorCtr="0">
            <a:spAutoFit/>
          </a:bodyPr>
          <a:lstStyle/>
          <a:p>
            <a:pPr marL="0" marR="0" lvl="0" indent="0" algn="ctr" rtl="0">
              <a:lnSpc>
                <a:spcPct val="140075"/>
              </a:lnSpc>
              <a:spcBef>
                <a:spcPts val="0"/>
              </a:spcBef>
              <a:spcAft>
                <a:spcPts val="0"/>
              </a:spcAft>
              <a:buNone/>
            </a:pPr>
            <a:r>
              <a:rPr lang="en-US" sz="1587" b="0" i="0" u="none" strike="noStrike" cap="none">
                <a:solidFill>
                  <a:srgbClr val="FDFDFD"/>
                </a:solidFill>
                <a:latin typeface="Poppins"/>
                <a:ea typeface="Poppins"/>
                <a:cs typeface="Poppins"/>
                <a:sym typeface="Poppins"/>
              </a:rPr>
              <a:t>Project manager</a:t>
            </a:r>
            <a:endParaRPr/>
          </a:p>
        </p:txBody>
      </p:sp>
      <p:sp>
        <p:nvSpPr>
          <p:cNvPr id="331" name="Google Shape;331;p12"/>
          <p:cNvSpPr txBox="1"/>
          <p:nvPr/>
        </p:nvSpPr>
        <p:spPr>
          <a:xfrm>
            <a:off x="11290076" y="7333651"/>
            <a:ext cx="2641447" cy="283516"/>
          </a:xfrm>
          <a:prstGeom prst="rect">
            <a:avLst/>
          </a:prstGeom>
          <a:noFill/>
          <a:ln>
            <a:noFill/>
          </a:ln>
        </p:spPr>
        <p:txBody>
          <a:bodyPr spcFirstLastPara="1" wrap="square" lIns="0" tIns="0" rIns="0" bIns="0" anchor="t" anchorCtr="0">
            <a:spAutoFit/>
          </a:bodyPr>
          <a:lstStyle/>
          <a:p>
            <a:pPr marL="0" marR="0" lvl="0" indent="0" algn="ctr" rtl="0">
              <a:lnSpc>
                <a:spcPct val="140075"/>
              </a:lnSpc>
              <a:spcBef>
                <a:spcPts val="0"/>
              </a:spcBef>
              <a:spcAft>
                <a:spcPts val="0"/>
              </a:spcAft>
              <a:buNone/>
            </a:pPr>
            <a:r>
              <a:rPr lang="en-US" sz="1587" b="0" i="0" u="none" strike="noStrike" cap="none">
                <a:solidFill>
                  <a:srgbClr val="FDFDFD"/>
                </a:solidFill>
                <a:latin typeface="Poppins"/>
                <a:ea typeface="Poppins"/>
                <a:cs typeface="Poppins"/>
                <a:sym typeface="Poppins"/>
              </a:rPr>
              <a:t>IT Expert</a:t>
            </a:r>
            <a:endParaRPr/>
          </a:p>
        </p:txBody>
      </p:sp>
      <p:sp>
        <p:nvSpPr>
          <p:cNvPr id="332" name="Google Shape;332;p12"/>
          <p:cNvSpPr txBox="1"/>
          <p:nvPr/>
        </p:nvSpPr>
        <p:spPr>
          <a:xfrm>
            <a:off x="14754134" y="6962323"/>
            <a:ext cx="2641447" cy="375591"/>
          </a:xfrm>
          <a:prstGeom prst="rect">
            <a:avLst/>
          </a:prstGeom>
          <a:noFill/>
          <a:ln>
            <a:noFill/>
          </a:ln>
        </p:spPr>
        <p:txBody>
          <a:bodyPr spcFirstLastPara="1" wrap="square" lIns="0" tIns="0" rIns="0" bIns="0" anchor="t" anchorCtr="0">
            <a:spAutoFit/>
          </a:bodyPr>
          <a:lstStyle/>
          <a:p>
            <a:pPr marL="0" marR="0" lvl="0" indent="0" algn="ctr" rtl="0">
              <a:lnSpc>
                <a:spcPct val="140057"/>
              </a:lnSpc>
              <a:spcBef>
                <a:spcPts val="0"/>
              </a:spcBef>
              <a:spcAft>
                <a:spcPts val="0"/>
              </a:spcAft>
              <a:buNone/>
            </a:pPr>
            <a:r>
              <a:rPr lang="en-US" sz="2087" b="1" i="0" u="none" strike="noStrike" cap="none">
                <a:solidFill>
                  <a:srgbClr val="FDFDFD"/>
                </a:solidFill>
                <a:latin typeface="Poppins"/>
                <a:ea typeface="Poppins"/>
                <a:cs typeface="Poppins"/>
                <a:sym typeface="Poppins"/>
              </a:rPr>
              <a:t>Olivia Wilson</a:t>
            </a:r>
            <a:endParaRPr/>
          </a:p>
        </p:txBody>
      </p:sp>
      <p:grpSp>
        <p:nvGrpSpPr>
          <p:cNvPr id="333" name="Google Shape;333;p12"/>
          <p:cNvGrpSpPr/>
          <p:nvPr/>
        </p:nvGrpSpPr>
        <p:grpSpPr>
          <a:xfrm>
            <a:off x="-1766494" y="9204114"/>
            <a:ext cx="21820987" cy="1082886"/>
            <a:chOff x="0" y="-38100"/>
            <a:chExt cx="6110362" cy="303232"/>
          </a:xfrm>
        </p:grpSpPr>
        <p:sp>
          <p:nvSpPr>
            <p:cNvPr id="334" name="Google Shape;334;p12"/>
            <p:cNvSpPr/>
            <p:nvPr/>
          </p:nvSpPr>
          <p:spPr>
            <a:xfrm>
              <a:off x="0" y="0"/>
              <a:ext cx="6110362" cy="265132"/>
            </a:xfrm>
            <a:custGeom>
              <a:avLst/>
              <a:gdLst/>
              <a:ahLst/>
              <a:cxnLst/>
              <a:rect l="l" t="t" r="r" b="b"/>
              <a:pathLst>
                <a:path w="6110362" h="265132" extrusionOk="0">
                  <a:moveTo>
                    <a:pt x="0" y="0"/>
                  </a:moveTo>
                  <a:lnTo>
                    <a:pt x="6110362" y="0"/>
                  </a:lnTo>
                  <a:lnTo>
                    <a:pt x="6110362" y="265132"/>
                  </a:lnTo>
                  <a:lnTo>
                    <a:pt x="0" y="265132"/>
                  </a:lnTo>
                  <a:close/>
                </a:path>
              </a:pathLst>
            </a:custGeom>
            <a:solidFill>
              <a:srgbClr val="145DA0"/>
            </a:solidFill>
            <a:ln>
              <a:noFill/>
            </a:ln>
          </p:spPr>
        </p:sp>
        <p:sp>
          <p:nvSpPr>
            <p:cNvPr id="335" name="Google Shape;335;p12"/>
            <p:cNvSpPr txBox="1"/>
            <p:nvPr/>
          </p:nvSpPr>
          <p:spPr>
            <a:xfrm>
              <a:off x="0" y="-38100"/>
              <a:ext cx="6110362" cy="30323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6" name="Google Shape;336;p12"/>
          <p:cNvGrpSpPr/>
          <p:nvPr/>
        </p:nvGrpSpPr>
        <p:grpSpPr>
          <a:xfrm>
            <a:off x="-1766494" y="-952137"/>
            <a:ext cx="21820987" cy="1898961"/>
            <a:chOff x="0" y="-38100"/>
            <a:chExt cx="6110362" cy="531751"/>
          </a:xfrm>
        </p:grpSpPr>
        <p:sp>
          <p:nvSpPr>
            <p:cNvPr id="337" name="Google Shape;337;p12"/>
            <p:cNvSpPr/>
            <p:nvPr/>
          </p:nvSpPr>
          <p:spPr>
            <a:xfrm>
              <a:off x="0" y="0"/>
              <a:ext cx="6110362" cy="493651"/>
            </a:xfrm>
            <a:custGeom>
              <a:avLst/>
              <a:gdLst/>
              <a:ahLst/>
              <a:cxnLst/>
              <a:rect l="l" t="t" r="r" b="b"/>
              <a:pathLst>
                <a:path w="6110362" h="493651" extrusionOk="0">
                  <a:moveTo>
                    <a:pt x="0" y="0"/>
                  </a:moveTo>
                  <a:lnTo>
                    <a:pt x="6110362" y="0"/>
                  </a:lnTo>
                  <a:lnTo>
                    <a:pt x="6110362" y="493651"/>
                  </a:lnTo>
                  <a:lnTo>
                    <a:pt x="0" y="493651"/>
                  </a:lnTo>
                  <a:close/>
                </a:path>
              </a:pathLst>
            </a:custGeom>
            <a:solidFill>
              <a:srgbClr val="145DA0"/>
            </a:solidFill>
            <a:ln>
              <a:noFill/>
            </a:ln>
          </p:spPr>
        </p:sp>
        <p:sp>
          <p:nvSpPr>
            <p:cNvPr id="338" name="Google Shape;338;p12"/>
            <p:cNvSpPr txBox="1"/>
            <p:nvPr/>
          </p:nvSpPr>
          <p:spPr>
            <a:xfrm>
              <a:off x="0" y="-38100"/>
              <a:ext cx="6110362" cy="53175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9" name="Google Shape;339;p12"/>
          <p:cNvSpPr/>
          <p:nvPr/>
        </p:nvSpPr>
        <p:spPr>
          <a:xfrm>
            <a:off x="0" y="3943625"/>
            <a:ext cx="8426400" cy="36735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dirty="0" err="1">
                <a:solidFill>
                  <a:schemeClr val="dk1"/>
                </a:solidFill>
              </a:rPr>
              <a:t>Ưu</a:t>
            </a:r>
            <a:r>
              <a:rPr lang="en-US" sz="2400" b="1" dirty="0">
                <a:solidFill>
                  <a:schemeClr val="dk1"/>
                </a:solidFill>
              </a:rPr>
              <a:t> </a:t>
            </a:r>
            <a:r>
              <a:rPr lang="en-US" sz="2400" b="1" dirty="0" err="1">
                <a:solidFill>
                  <a:schemeClr val="dk1"/>
                </a:solidFill>
              </a:rPr>
              <a:t>điểm</a:t>
            </a:r>
            <a:r>
              <a:rPr lang="en-US" sz="2400" b="1" dirty="0">
                <a:solidFill>
                  <a:schemeClr val="dk1"/>
                </a:solidFill>
              </a:rPr>
              <a:t>:</a:t>
            </a:r>
            <a:endParaRPr sz="2400" b="1" dirty="0">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b="1" dirty="0" err="1">
                <a:solidFill>
                  <a:schemeClr val="dk1"/>
                </a:solidFill>
              </a:rPr>
              <a:t>Giúp</a:t>
            </a:r>
            <a:r>
              <a:rPr lang="en-US" sz="2400" b="1" dirty="0">
                <a:solidFill>
                  <a:schemeClr val="dk1"/>
                </a:solidFill>
              </a:rPr>
              <a:t> </a:t>
            </a:r>
            <a:r>
              <a:rPr lang="en-US" sz="2400" b="1" dirty="0" err="1">
                <a:solidFill>
                  <a:schemeClr val="dk1"/>
                </a:solidFill>
              </a:rPr>
              <a:t>cuộc</a:t>
            </a:r>
            <a:r>
              <a:rPr lang="en-US" sz="2400" b="1" dirty="0">
                <a:solidFill>
                  <a:schemeClr val="dk1"/>
                </a:solidFill>
              </a:rPr>
              <a:t> </a:t>
            </a:r>
            <a:r>
              <a:rPr lang="en-US" sz="2400" b="1" dirty="0" err="1">
                <a:solidFill>
                  <a:schemeClr val="dk1"/>
                </a:solidFill>
              </a:rPr>
              <a:t>phỏng</a:t>
            </a:r>
            <a:r>
              <a:rPr lang="en-US" sz="2400" b="1" dirty="0">
                <a:solidFill>
                  <a:schemeClr val="dk1"/>
                </a:solidFill>
              </a:rPr>
              <a:t> </a:t>
            </a:r>
            <a:r>
              <a:rPr lang="en-US" sz="2400" b="1" dirty="0" err="1">
                <a:solidFill>
                  <a:schemeClr val="dk1"/>
                </a:solidFill>
              </a:rPr>
              <a:t>vấn</a:t>
            </a:r>
            <a:r>
              <a:rPr lang="en-US" sz="2400" b="1" dirty="0">
                <a:solidFill>
                  <a:schemeClr val="dk1"/>
                </a:solidFill>
              </a:rPr>
              <a:t> </a:t>
            </a:r>
            <a:r>
              <a:rPr lang="en-US" sz="2400" b="1" dirty="0" err="1">
                <a:solidFill>
                  <a:schemeClr val="dk1"/>
                </a:solidFill>
              </a:rPr>
              <a:t>trôi</a:t>
            </a:r>
            <a:r>
              <a:rPr lang="en-US" sz="2400" b="1" dirty="0">
                <a:solidFill>
                  <a:schemeClr val="dk1"/>
                </a:solidFill>
              </a:rPr>
              <a:t> </a:t>
            </a:r>
            <a:r>
              <a:rPr lang="en-US" sz="2400" b="1" dirty="0" err="1">
                <a:solidFill>
                  <a:schemeClr val="dk1"/>
                </a:solidFill>
              </a:rPr>
              <a:t>chảy</a:t>
            </a:r>
            <a:r>
              <a:rPr lang="en-US" sz="2400" b="1" dirty="0">
                <a:solidFill>
                  <a:schemeClr val="dk1"/>
                </a:solidFill>
              </a:rPr>
              <a:t>:</a:t>
            </a:r>
            <a:r>
              <a:rPr lang="en-US" sz="2400" dirty="0">
                <a:solidFill>
                  <a:schemeClr val="dk1"/>
                </a:solidFill>
              </a:rPr>
              <a:t> </a:t>
            </a:r>
            <a:r>
              <a:rPr lang="en-US" sz="2400" dirty="0" err="1">
                <a:solidFill>
                  <a:schemeClr val="dk1"/>
                </a:solidFill>
              </a:rPr>
              <a:t>Các</a:t>
            </a:r>
            <a:r>
              <a:rPr lang="en-US" sz="2400" dirty="0">
                <a:solidFill>
                  <a:schemeClr val="dk1"/>
                </a:solidFill>
              </a:rPr>
              <a:t> </a:t>
            </a:r>
            <a:r>
              <a:rPr lang="en-US" sz="2400" dirty="0" err="1">
                <a:solidFill>
                  <a:schemeClr val="dk1"/>
                </a:solidFill>
              </a:rPr>
              <a:t>câu</a:t>
            </a:r>
            <a:r>
              <a:rPr lang="en-US" sz="2400" dirty="0">
                <a:solidFill>
                  <a:schemeClr val="dk1"/>
                </a:solidFill>
              </a:rPr>
              <a:t> </a:t>
            </a:r>
            <a:r>
              <a:rPr lang="en-US" sz="2400" dirty="0" err="1">
                <a:solidFill>
                  <a:schemeClr val="dk1"/>
                </a:solidFill>
              </a:rPr>
              <a:t>hỏi</a:t>
            </a:r>
            <a:r>
              <a:rPr lang="en-US" sz="2400" dirty="0">
                <a:solidFill>
                  <a:schemeClr val="dk1"/>
                </a:solidFill>
              </a:rPr>
              <a:t> </a:t>
            </a:r>
            <a:r>
              <a:rPr lang="en-US" sz="2400" dirty="0" err="1">
                <a:solidFill>
                  <a:schemeClr val="dk1"/>
                </a:solidFill>
              </a:rPr>
              <a:t>chuẩn</a:t>
            </a:r>
            <a:r>
              <a:rPr lang="en-US" sz="2400" dirty="0">
                <a:solidFill>
                  <a:schemeClr val="dk1"/>
                </a:solidFill>
              </a:rPr>
              <a:t> </a:t>
            </a:r>
            <a:r>
              <a:rPr lang="en-US" sz="2400" dirty="0" err="1">
                <a:solidFill>
                  <a:schemeClr val="dk1"/>
                </a:solidFill>
              </a:rPr>
              <a:t>bị</a:t>
            </a:r>
            <a:r>
              <a:rPr lang="en-US" sz="2400" dirty="0">
                <a:solidFill>
                  <a:schemeClr val="dk1"/>
                </a:solidFill>
              </a:rPr>
              <a:t> </a:t>
            </a:r>
            <a:r>
              <a:rPr lang="en-US" sz="2400" dirty="0" err="1">
                <a:solidFill>
                  <a:schemeClr val="dk1"/>
                </a:solidFill>
              </a:rPr>
              <a:t>sẵn</a:t>
            </a:r>
            <a:r>
              <a:rPr lang="en-US" sz="2400" dirty="0">
                <a:solidFill>
                  <a:schemeClr val="dk1"/>
                </a:solidFill>
              </a:rPr>
              <a:t> </a:t>
            </a:r>
            <a:r>
              <a:rPr lang="en-US" sz="2400" dirty="0" err="1">
                <a:solidFill>
                  <a:schemeClr val="dk1"/>
                </a:solidFill>
              </a:rPr>
              <a:t>giúp</a:t>
            </a:r>
            <a:r>
              <a:rPr lang="en-US" sz="2400" dirty="0">
                <a:solidFill>
                  <a:schemeClr val="dk1"/>
                </a:solidFill>
              </a:rPr>
              <a:t> </a:t>
            </a:r>
            <a:r>
              <a:rPr lang="en-US" sz="2400" dirty="0" err="1">
                <a:solidFill>
                  <a:schemeClr val="dk1"/>
                </a:solidFill>
              </a:rPr>
              <a:t>cuộc</a:t>
            </a:r>
            <a:r>
              <a:rPr lang="en-US" sz="2400" dirty="0">
                <a:solidFill>
                  <a:schemeClr val="dk1"/>
                </a:solidFill>
              </a:rPr>
              <a:t> </a:t>
            </a:r>
            <a:r>
              <a:rPr lang="en-US" sz="2400" dirty="0" err="1">
                <a:solidFill>
                  <a:schemeClr val="dk1"/>
                </a:solidFill>
              </a:rPr>
              <a:t>phỏng</a:t>
            </a:r>
            <a:r>
              <a:rPr lang="en-US" sz="2400" dirty="0">
                <a:solidFill>
                  <a:schemeClr val="dk1"/>
                </a:solidFill>
              </a:rPr>
              <a:t> </a:t>
            </a:r>
            <a:r>
              <a:rPr lang="en-US" sz="2400" dirty="0" err="1">
                <a:solidFill>
                  <a:schemeClr val="dk1"/>
                </a:solidFill>
              </a:rPr>
              <a:t>vấn</a:t>
            </a:r>
            <a:r>
              <a:rPr lang="en-US" sz="2400" dirty="0">
                <a:solidFill>
                  <a:schemeClr val="dk1"/>
                </a:solidFill>
              </a:rPr>
              <a:t> </a:t>
            </a:r>
            <a:r>
              <a:rPr lang="en-US" sz="2400" dirty="0" err="1">
                <a:solidFill>
                  <a:schemeClr val="dk1"/>
                </a:solidFill>
              </a:rPr>
              <a:t>diễn</a:t>
            </a:r>
            <a:r>
              <a:rPr lang="en-US" sz="2400" dirty="0">
                <a:solidFill>
                  <a:schemeClr val="dk1"/>
                </a:solidFill>
              </a:rPr>
              <a:t> </a:t>
            </a:r>
            <a:r>
              <a:rPr lang="en-US" sz="2400" dirty="0" err="1">
                <a:solidFill>
                  <a:schemeClr val="dk1"/>
                </a:solidFill>
              </a:rPr>
              <a:t>ra</a:t>
            </a:r>
            <a:r>
              <a:rPr lang="en-US" sz="2400" dirty="0">
                <a:solidFill>
                  <a:schemeClr val="dk1"/>
                </a:solidFill>
              </a:rPr>
              <a:t> </a:t>
            </a:r>
            <a:r>
              <a:rPr lang="en-US" sz="2400" dirty="0" err="1">
                <a:solidFill>
                  <a:schemeClr val="dk1"/>
                </a:solidFill>
              </a:rPr>
              <a:t>dễ</a:t>
            </a:r>
            <a:r>
              <a:rPr lang="en-US" sz="2400" dirty="0">
                <a:solidFill>
                  <a:schemeClr val="dk1"/>
                </a:solidFill>
              </a:rPr>
              <a:t> </a:t>
            </a:r>
            <a:r>
              <a:rPr lang="en-US" sz="2400" dirty="0" err="1">
                <a:solidFill>
                  <a:schemeClr val="dk1"/>
                </a:solidFill>
              </a:rPr>
              <a:t>dàng</a:t>
            </a:r>
            <a:r>
              <a:rPr lang="en-US" sz="2400" dirty="0">
                <a:solidFill>
                  <a:schemeClr val="dk1"/>
                </a:solidFill>
              </a:rPr>
              <a:t>, </a:t>
            </a:r>
            <a:r>
              <a:rPr lang="en-US" sz="2400" dirty="0" err="1">
                <a:solidFill>
                  <a:schemeClr val="dk1"/>
                </a:solidFill>
              </a:rPr>
              <a:t>đồng</a:t>
            </a:r>
            <a:r>
              <a:rPr lang="en-US" sz="2400" dirty="0">
                <a:solidFill>
                  <a:schemeClr val="dk1"/>
                </a:solidFill>
              </a:rPr>
              <a:t> </a:t>
            </a:r>
            <a:r>
              <a:rPr lang="en-US" sz="2400" dirty="0" err="1">
                <a:solidFill>
                  <a:schemeClr val="dk1"/>
                </a:solidFill>
              </a:rPr>
              <a:t>nhất</a:t>
            </a:r>
            <a:r>
              <a:rPr lang="en-US" sz="2400" dirty="0">
                <a:solidFill>
                  <a:schemeClr val="dk1"/>
                </a:solidFill>
              </a:rPr>
              <a:t>, </a:t>
            </a:r>
            <a:r>
              <a:rPr lang="en-US" sz="2400" dirty="0" err="1">
                <a:solidFill>
                  <a:schemeClr val="dk1"/>
                </a:solidFill>
              </a:rPr>
              <a:t>và</a:t>
            </a:r>
            <a:r>
              <a:rPr lang="en-US" sz="2400" dirty="0">
                <a:solidFill>
                  <a:schemeClr val="dk1"/>
                </a:solidFill>
              </a:rPr>
              <a:t> </a:t>
            </a:r>
            <a:r>
              <a:rPr lang="en-US" sz="2400" dirty="0" err="1">
                <a:solidFill>
                  <a:schemeClr val="dk1"/>
                </a:solidFill>
              </a:rPr>
              <a:t>dễ</a:t>
            </a:r>
            <a:r>
              <a:rPr lang="en-US" sz="2400" dirty="0">
                <a:solidFill>
                  <a:schemeClr val="dk1"/>
                </a:solidFill>
              </a:rPr>
              <a:t> so </a:t>
            </a:r>
            <a:r>
              <a:rPr lang="en-US" sz="2400" dirty="0" err="1">
                <a:solidFill>
                  <a:schemeClr val="dk1"/>
                </a:solidFill>
              </a:rPr>
              <a:t>sánh</a:t>
            </a:r>
            <a:r>
              <a:rPr lang="en-US" sz="2400" dirty="0">
                <a:solidFill>
                  <a:schemeClr val="dk1"/>
                </a:solidFill>
              </a:rPr>
              <a:t> </a:t>
            </a:r>
            <a:r>
              <a:rPr lang="en-US" sz="2400" dirty="0" err="1">
                <a:solidFill>
                  <a:schemeClr val="dk1"/>
                </a:solidFill>
              </a:rPr>
              <a:t>giữa</a:t>
            </a:r>
            <a:r>
              <a:rPr lang="en-US" sz="2400" dirty="0">
                <a:solidFill>
                  <a:schemeClr val="dk1"/>
                </a:solidFill>
              </a:rPr>
              <a:t> </a:t>
            </a:r>
            <a:r>
              <a:rPr lang="en-US" sz="2400" dirty="0" err="1">
                <a:solidFill>
                  <a:schemeClr val="dk1"/>
                </a:solidFill>
              </a:rPr>
              <a:t>các</a:t>
            </a:r>
            <a:r>
              <a:rPr lang="en-US" sz="2400" dirty="0">
                <a:solidFill>
                  <a:schemeClr val="dk1"/>
                </a:solidFill>
              </a:rPr>
              <a:t> </a:t>
            </a:r>
            <a:r>
              <a:rPr lang="en-US" sz="2400" dirty="0" err="1">
                <a:solidFill>
                  <a:schemeClr val="dk1"/>
                </a:solidFill>
              </a:rPr>
              <a:t>ứng</a:t>
            </a:r>
            <a:r>
              <a:rPr lang="en-US" sz="2400" dirty="0">
                <a:solidFill>
                  <a:schemeClr val="dk1"/>
                </a:solidFill>
              </a:rPr>
              <a:t> </a:t>
            </a:r>
            <a:r>
              <a:rPr lang="en-US" sz="2400" dirty="0" err="1">
                <a:solidFill>
                  <a:schemeClr val="dk1"/>
                </a:solidFill>
              </a:rPr>
              <a:t>viên</a:t>
            </a:r>
            <a:r>
              <a:rPr lang="en-US" sz="2400" dirty="0">
                <a:solidFill>
                  <a:schemeClr val="dk1"/>
                </a:solidFill>
              </a:rPr>
              <a:t>.</a:t>
            </a:r>
            <a:endParaRPr sz="2400" dirty="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b="1" dirty="0" err="1">
                <a:solidFill>
                  <a:schemeClr val="dk1"/>
                </a:solidFill>
              </a:rPr>
              <a:t>Tiết</a:t>
            </a:r>
            <a:r>
              <a:rPr lang="en-US" sz="2400" b="1" dirty="0">
                <a:solidFill>
                  <a:schemeClr val="dk1"/>
                </a:solidFill>
              </a:rPr>
              <a:t> </a:t>
            </a:r>
            <a:r>
              <a:rPr lang="en-US" sz="2400" b="1" dirty="0" err="1">
                <a:solidFill>
                  <a:schemeClr val="dk1"/>
                </a:solidFill>
              </a:rPr>
              <a:t>kiệm</a:t>
            </a:r>
            <a:r>
              <a:rPr lang="en-US" sz="2400" b="1" dirty="0">
                <a:solidFill>
                  <a:schemeClr val="dk1"/>
                </a:solidFill>
              </a:rPr>
              <a:t> </a:t>
            </a:r>
            <a:r>
              <a:rPr lang="en-US" sz="2400" b="1" dirty="0" err="1">
                <a:solidFill>
                  <a:schemeClr val="dk1"/>
                </a:solidFill>
              </a:rPr>
              <a:t>thời</a:t>
            </a:r>
            <a:r>
              <a:rPr lang="en-US" sz="2400" b="1" dirty="0">
                <a:solidFill>
                  <a:schemeClr val="dk1"/>
                </a:solidFill>
              </a:rPr>
              <a:t> </a:t>
            </a:r>
            <a:r>
              <a:rPr lang="en-US" sz="2400" b="1" dirty="0" err="1">
                <a:solidFill>
                  <a:schemeClr val="dk1"/>
                </a:solidFill>
              </a:rPr>
              <a:t>gian</a:t>
            </a:r>
            <a:r>
              <a:rPr lang="en-US" sz="2400" b="1" dirty="0">
                <a:solidFill>
                  <a:schemeClr val="dk1"/>
                </a:solidFill>
              </a:rPr>
              <a:t>:</a:t>
            </a:r>
            <a:r>
              <a:rPr lang="en-US" sz="2400" dirty="0">
                <a:solidFill>
                  <a:schemeClr val="dk1"/>
                </a:solidFill>
              </a:rPr>
              <a:t> </a:t>
            </a:r>
            <a:r>
              <a:rPr lang="en-US" sz="2400" dirty="0" err="1">
                <a:solidFill>
                  <a:schemeClr val="dk1"/>
                </a:solidFill>
              </a:rPr>
              <a:t>Phỏng</a:t>
            </a:r>
            <a:r>
              <a:rPr lang="en-US" sz="2400" dirty="0">
                <a:solidFill>
                  <a:schemeClr val="dk1"/>
                </a:solidFill>
              </a:rPr>
              <a:t> </a:t>
            </a:r>
            <a:r>
              <a:rPr lang="en-US" sz="2400" dirty="0" err="1">
                <a:solidFill>
                  <a:schemeClr val="dk1"/>
                </a:solidFill>
              </a:rPr>
              <a:t>vấn</a:t>
            </a:r>
            <a:r>
              <a:rPr lang="en-US" sz="2400" dirty="0">
                <a:solidFill>
                  <a:schemeClr val="dk1"/>
                </a:solidFill>
              </a:rPr>
              <a:t> </a:t>
            </a:r>
            <a:r>
              <a:rPr lang="en-US" sz="2400" dirty="0" err="1">
                <a:solidFill>
                  <a:schemeClr val="dk1"/>
                </a:solidFill>
              </a:rPr>
              <a:t>nhanh</a:t>
            </a:r>
            <a:r>
              <a:rPr lang="en-US" sz="2400" dirty="0">
                <a:solidFill>
                  <a:schemeClr val="dk1"/>
                </a:solidFill>
              </a:rPr>
              <a:t> </a:t>
            </a:r>
            <a:r>
              <a:rPr lang="en-US" sz="2400" dirty="0" err="1">
                <a:solidFill>
                  <a:schemeClr val="dk1"/>
                </a:solidFill>
              </a:rPr>
              <a:t>chóng</a:t>
            </a:r>
            <a:r>
              <a:rPr lang="en-US" sz="2400" dirty="0">
                <a:solidFill>
                  <a:schemeClr val="dk1"/>
                </a:solidFill>
              </a:rPr>
              <a:t>, </a:t>
            </a:r>
            <a:r>
              <a:rPr lang="en-US" sz="2400" dirty="0" err="1">
                <a:solidFill>
                  <a:schemeClr val="dk1"/>
                </a:solidFill>
              </a:rPr>
              <a:t>tập</a:t>
            </a:r>
            <a:r>
              <a:rPr lang="en-US" sz="2400" dirty="0">
                <a:solidFill>
                  <a:schemeClr val="dk1"/>
                </a:solidFill>
              </a:rPr>
              <a:t> </a:t>
            </a:r>
            <a:r>
              <a:rPr lang="en-US" sz="2400" dirty="0" err="1">
                <a:solidFill>
                  <a:schemeClr val="dk1"/>
                </a:solidFill>
              </a:rPr>
              <a:t>trung</a:t>
            </a:r>
            <a:r>
              <a:rPr lang="en-US" sz="2400" dirty="0">
                <a:solidFill>
                  <a:schemeClr val="dk1"/>
                </a:solidFill>
              </a:rPr>
              <a:t> </a:t>
            </a:r>
            <a:r>
              <a:rPr lang="en-US" sz="2400" dirty="0" err="1">
                <a:solidFill>
                  <a:schemeClr val="dk1"/>
                </a:solidFill>
              </a:rPr>
              <a:t>vào</a:t>
            </a:r>
            <a:r>
              <a:rPr lang="en-US" sz="2400" dirty="0">
                <a:solidFill>
                  <a:schemeClr val="dk1"/>
                </a:solidFill>
              </a:rPr>
              <a:t> </a:t>
            </a:r>
            <a:r>
              <a:rPr lang="en-US" sz="2400" dirty="0" err="1">
                <a:solidFill>
                  <a:schemeClr val="dk1"/>
                </a:solidFill>
              </a:rPr>
              <a:t>những</a:t>
            </a:r>
            <a:r>
              <a:rPr lang="en-US" sz="2400" dirty="0">
                <a:solidFill>
                  <a:schemeClr val="dk1"/>
                </a:solidFill>
              </a:rPr>
              <a:t> </a:t>
            </a:r>
            <a:r>
              <a:rPr lang="en-US" sz="2400" dirty="0" err="1">
                <a:solidFill>
                  <a:schemeClr val="dk1"/>
                </a:solidFill>
              </a:rPr>
              <a:t>câu</a:t>
            </a:r>
            <a:r>
              <a:rPr lang="en-US" sz="2400" dirty="0">
                <a:solidFill>
                  <a:schemeClr val="dk1"/>
                </a:solidFill>
              </a:rPr>
              <a:t> </a:t>
            </a:r>
            <a:r>
              <a:rPr lang="en-US" sz="2400" dirty="0" err="1">
                <a:solidFill>
                  <a:schemeClr val="dk1"/>
                </a:solidFill>
              </a:rPr>
              <a:t>hỏi</a:t>
            </a:r>
            <a:r>
              <a:rPr lang="en-US" sz="2400" dirty="0">
                <a:solidFill>
                  <a:schemeClr val="dk1"/>
                </a:solidFill>
              </a:rPr>
              <a:t> </a:t>
            </a:r>
            <a:r>
              <a:rPr lang="en-US" sz="2400" dirty="0" err="1">
                <a:solidFill>
                  <a:schemeClr val="dk1"/>
                </a:solidFill>
              </a:rPr>
              <a:t>cần</a:t>
            </a:r>
            <a:r>
              <a:rPr lang="en-US" sz="2400" dirty="0">
                <a:solidFill>
                  <a:schemeClr val="dk1"/>
                </a:solidFill>
              </a:rPr>
              <a:t> </a:t>
            </a:r>
            <a:r>
              <a:rPr lang="en-US" sz="2400" dirty="0" err="1">
                <a:solidFill>
                  <a:schemeClr val="dk1"/>
                </a:solidFill>
              </a:rPr>
              <a:t>thiết</a:t>
            </a:r>
            <a:r>
              <a:rPr lang="en-US" sz="2400" dirty="0">
                <a:solidFill>
                  <a:schemeClr val="dk1"/>
                </a:solidFill>
              </a:rPr>
              <a:t>, </a:t>
            </a:r>
            <a:r>
              <a:rPr lang="en-US" sz="2400" dirty="0" err="1">
                <a:solidFill>
                  <a:schemeClr val="dk1"/>
                </a:solidFill>
              </a:rPr>
              <a:t>giảm</a:t>
            </a:r>
            <a:r>
              <a:rPr lang="en-US" sz="2400" dirty="0">
                <a:solidFill>
                  <a:schemeClr val="dk1"/>
                </a:solidFill>
              </a:rPr>
              <a:t> </a:t>
            </a:r>
            <a:r>
              <a:rPr lang="en-US" sz="2400" dirty="0" err="1">
                <a:solidFill>
                  <a:schemeClr val="dk1"/>
                </a:solidFill>
              </a:rPr>
              <a:t>thiểu</a:t>
            </a:r>
            <a:r>
              <a:rPr lang="en-US" sz="2400" dirty="0">
                <a:solidFill>
                  <a:schemeClr val="dk1"/>
                </a:solidFill>
              </a:rPr>
              <a:t> </a:t>
            </a:r>
            <a:r>
              <a:rPr lang="en-US" sz="2400" dirty="0" err="1">
                <a:solidFill>
                  <a:schemeClr val="dk1"/>
                </a:solidFill>
              </a:rPr>
              <a:t>thời</a:t>
            </a:r>
            <a:r>
              <a:rPr lang="en-US" sz="2400" dirty="0">
                <a:solidFill>
                  <a:schemeClr val="dk1"/>
                </a:solidFill>
              </a:rPr>
              <a:t> </a:t>
            </a:r>
            <a:r>
              <a:rPr lang="en-US" sz="2400" dirty="0" err="1">
                <a:solidFill>
                  <a:schemeClr val="dk1"/>
                </a:solidFill>
              </a:rPr>
              <a:t>gian</a:t>
            </a:r>
            <a:r>
              <a:rPr lang="en-US" sz="2400" dirty="0">
                <a:solidFill>
                  <a:schemeClr val="dk1"/>
                </a:solidFill>
              </a:rPr>
              <a:t> </a:t>
            </a:r>
            <a:r>
              <a:rPr lang="en-US" sz="2400" dirty="0" err="1">
                <a:solidFill>
                  <a:schemeClr val="dk1"/>
                </a:solidFill>
              </a:rPr>
              <a:t>thừa</a:t>
            </a:r>
            <a:r>
              <a:rPr lang="en-US" sz="2400" dirty="0">
                <a:solidFill>
                  <a:schemeClr val="dk1"/>
                </a:solidFill>
              </a:rPr>
              <a:t>.</a:t>
            </a:r>
            <a:endParaRPr sz="2400" dirty="0">
              <a:solidFill>
                <a:schemeClr val="dk1"/>
              </a:solidFill>
            </a:endParaRPr>
          </a:p>
          <a:p>
            <a:pPr marL="0" lvl="0" indent="0" algn="ctr" rtl="0">
              <a:spcBef>
                <a:spcPts val="1200"/>
              </a:spcBef>
              <a:spcAft>
                <a:spcPts val="0"/>
              </a:spcAft>
              <a:buNone/>
            </a:pPr>
            <a:endParaRPr dirty="0">
              <a:latin typeface="Calibri"/>
              <a:ea typeface="Calibri"/>
              <a:cs typeface="Calibri"/>
              <a:sym typeface="Calibri"/>
            </a:endParaRPr>
          </a:p>
        </p:txBody>
      </p:sp>
      <p:sp>
        <p:nvSpPr>
          <p:cNvPr id="340" name="Google Shape;340;p12"/>
          <p:cNvSpPr/>
          <p:nvPr/>
        </p:nvSpPr>
        <p:spPr>
          <a:xfrm>
            <a:off x="9540900" y="3858125"/>
            <a:ext cx="8747100" cy="38445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rPr>
              <a:t>Nhược điểm:</a:t>
            </a:r>
            <a:endParaRPr sz="24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b="1">
                <a:solidFill>
                  <a:schemeClr val="dk1"/>
                </a:solidFill>
              </a:rPr>
              <a:t>Thiếu linh hoạt:</a:t>
            </a:r>
            <a:r>
              <a:rPr lang="en-US" sz="2400">
                <a:solidFill>
                  <a:schemeClr val="dk1"/>
                </a:solidFill>
              </a:rPr>
              <a:t> Không thể linh hoạt với tình huống thay đổi hoặc câu trả lời bất ngờ, dễ làm cuộc phỏng vấn trở nên cứng nhắc.</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b="1">
                <a:solidFill>
                  <a:schemeClr val="dk1"/>
                </a:solidFill>
              </a:rPr>
              <a:t>Khó điều chỉnh cho từng ứng viên:</a:t>
            </a:r>
            <a:r>
              <a:rPr lang="en-US" sz="2400">
                <a:solidFill>
                  <a:schemeClr val="dk1"/>
                </a:solidFill>
              </a:rPr>
              <a:t> Một bộ câu hỏi chuẩn hóa có thể không phù hợp với tất cả ứng viên, bỏ qua những điểm mạnh đặc biệt.</a:t>
            </a:r>
            <a:endParaRPr sz="2400">
              <a:solidFill>
                <a:schemeClr val="dk1"/>
              </a:solidFill>
            </a:endParaRPr>
          </a:p>
          <a:p>
            <a:pPr marL="0" lvl="0" indent="0" algn="ctr" rtl="0">
              <a:spcBef>
                <a:spcPts val="1200"/>
              </a:spcBef>
              <a:spcAft>
                <a:spcPts val="0"/>
              </a:spcAft>
              <a:buNone/>
            </a:pPr>
            <a:endParaRPr>
              <a:latin typeface="Calibri"/>
              <a:ea typeface="Calibri"/>
              <a:cs typeface="Calibri"/>
              <a:sym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Shape 368"/>
        <p:cNvGrpSpPr/>
        <p:nvPr/>
      </p:nvGrpSpPr>
      <p:grpSpPr>
        <a:xfrm>
          <a:off x="0" y="0"/>
          <a:ext cx="0" cy="0"/>
          <a:chOff x="0" y="0"/>
          <a:chExt cx="0" cy="0"/>
        </a:xfrm>
      </p:grpSpPr>
      <p:sp>
        <p:nvSpPr>
          <p:cNvPr id="369" name="Google Shape;369;g324991e04e6_6_0"/>
          <p:cNvSpPr/>
          <p:nvPr/>
        </p:nvSpPr>
        <p:spPr>
          <a:xfrm>
            <a:off x="13402273" y="-8767"/>
            <a:ext cx="4907787" cy="10295767"/>
          </a:xfrm>
          <a:custGeom>
            <a:avLst/>
            <a:gdLst/>
            <a:ahLst/>
            <a:cxnLst/>
            <a:rect l="l" t="t" r="r" b="b"/>
            <a:pathLst>
              <a:path w="4907787" h="10295767" extrusionOk="0">
                <a:moveTo>
                  <a:pt x="0" y="0"/>
                </a:moveTo>
                <a:lnTo>
                  <a:pt x="4907787" y="0"/>
                </a:lnTo>
                <a:lnTo>
                  <a:pt x="4907787" y="10295767"/>
                </a:lnTo>
                <a:lnTo>
                  <a:pt x="0" y="10295767"/>
                </a:lnTo>
                <a:lnTo>
                  <a:pt x="0" y="0"/>
                </a:lnTo>
                <a:close/>
              </a:path>
            </a:pathLst>
          </a:custGeom>
          <a:blipFill rotWithShape="1">
            <a:blip r:embed="rId3">
              <a:alphaModFix/>
            </a:blip>
            <a:stretch>
              <a:fillRect l="-19879" r="-19889"/>
            </a:stretch>
          </a:blipFill>
          <a:ln>
            <a:noFill/>
          </a:ln>
        </p:spPr>
      </p:sp>
      <p:grpSp>
        <p:nvGrpSpPr>
          <p:cNvPr id="370" name="Google Shape;370;g324991e04e6_6_0"/>
          <p:cNvGrpSpPr/>
          <p:nvPr/>
        </p:nvGrpSpPr>
        <p:grpSpPr>
          <a:xfrm>
            <a:off x="1028700" y="2179475"/>
            <a:ext cx="14586125" cy="6762783"/>
            <a:chOff x="0" y="-38100"/>
            <a:chExt cx="3841588" cy="1378500"/>
          </a:xfrm>
        </p:grpSpPr>
        <p:sp>
          <p:nvSpPr>
            <p:cNvPr id="371" name="Google Shape;371;g324991e04e6_6_0"/>
            <p:cNvSpPr/>
            <p:nvPr/>
          </p:nvSpPr>
          <p:spPr>
            <a:xfrm>
              <a:off x="0" y="0"/>
              <a:ext cx="3841588" cy="1340288"/>
            </a:xfrm>
            <a:custGeom>
              <a:avLst/>
              <a:gdLst/>
              <a:ahLst/>
              <a:cxnLst/>
              <a:rect l="l" t="t" r="r" b="b"/>
              <a:pathLst>
                <a:path w="3841588" h="1340288" extrusionOk="0">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g324991e04e6_6_0"/>
            <p:cNvSpPr txBox="1"/>
            <p:nvPr/>
          </p:nvSpPr>
          <p:spPr>
            <a:xfrm>
              <a:off x="0" y="-38100"/>
              <a:ext cx="3841500" cy="137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73" name="Google Shape;373;g324991e04e6_6_0"/>
          <p:cNvSpPr txBox="1"/>
          <p:nvPr/>
        </p:nvSpPr>
        <p:spPr>
          <a:xfrm>
            <a:off x="1270425" y="904875"/>
            <a:ext cx="114843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6000">
                <a:solidFill>
                  <a:srgbClr val="FDFDFD"/>
                </a:solidFill>
                <a:latin typeface="Open Sans ExtraBold"/>
                <a:ea typeface="Open Sans ExtraBold"/>
                <a:cs typeface="Open Sans ExtraBold"/>
                <a:sym typeface="Open Sans ExtraBold"/>
              </a:rPr>
              <a:t>Bước 5: Tiến hành phỏng vấn</a:t>
            </a:r>
            <a:endParaRPr sz="6000"/>
          </a:p>
        </p:txBody>
      </p:sp>
      <p:grpSp>
        <p:nvGrpSpPr>
          <p:cNvPr id="374" name="Google Shape;374;g324991e04e6_6_0"/>
          <p:cNvGrpSpPr/>
          <p:nvPr/>
        </p:nvGrpSpPr>
        <p:grpSpPr>
          <a:xfrm>
            <a:off x="15573718" y="7940477"/>
            <a:ext cx="4693026" cy="4693026"/>
            <a:chOff x="0" y="0"/>
            <a:chExt cx="812800" cy="812800"/>
          </a:xfrm>
        </p:grpSpPr>
        <p:sp>
          <p:nvSpPr>
            <p:cNvPr id="375" name="Google Shape;375;g324991e04e6_6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0"/>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g324991e04e6_6_0"/>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77" name="Google Shape;377;g324991e04e6_6_0"/>
          <p:cNvSpPr txBox="1"/>
          <p:nvPr/>
        </p:nvSpPr>
        <p:spPr>
          <a:xfrm>
            <a:off x="1474300" y="3329126"/>
            <a:ext cx="4161900" cy="3659400"/>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2700"/>
              </a:spcBef>
              <a:spcAft>
                <a:spcPts val="0"/>
              </a:spcAft>
              <a:buClr>
                <a:schemeClr val="dk1"/>
              </a:buClr>
              <a:buSzPts val="1100"/>
              <a:buFont typeface="Arial"/>
              <a:buNone/>
            </a:pPr>
            <a:r>
              <a:rPr lang="en-US" sz="2500" dirty="0" err="1">
                <a:solidFill>
                  <a:schemeClr val="dk1"/>
                </a:solidFill>
              </a:rPr>
              <a:t>Kỹ</a:t>
            </a:r>
            <a:r>
              <a:rPr lang="en-US" sz="2500" dirty="0">
                <a:solidFill>
                  <a:schemeClr val="dk1"/>
                </a:solidFill>
              </a:rPr>
              <a:t> </a:t>
            </a:r>
            <a:r>
              <a:rPr lang="en-US" sz="2500" dirty="0" err="1">
                <a:solidFill>
                  <a:schemeClr val="dk1"/>
                </a:solidFill>
              </a:rPr>
              <a:t>thuật</a:t>
            </a:r>
            <a:r>
              <a:rPr lang="en-US" sz="2500" dirty="0">
                <a:solidFill>
                  <a:schemeClr val="dk1"/>
                </a:solidFill>
              </a:rPr>
              <a:t> </a:t>
            </a:r>
            <a:r>
              <a:rPr lang="en-US" sz="2500" dirty="0" err="1">
                <a:solidFill>
                  <a:schemeClr val="dk1"/>
                </a:solidFill>
              </a:rPr>
              <a:t>phỏng</a:t>
            </a:r>
            <a:r>
              <a:rPr lang="en-US" sz="2500" dirty="0">
                <a:solidFill>
                  <a:schemeClr val="dk1"/>
                </a:solidFill>
              </a:rPr>
              <a:t> </a:t>
            </a:r>
            <a:r>
              <a:rPr lang="en-US" sz="2500" dirty="0" err="1">
                <a:solidFill>
                  <a:schemeClr val="dk1"/>
                </a:solidFill>
              </a:rPr>
              <a:t>vấn</a:t>
            </a:r>
            <a:r>
              <a:rPr lang="en-US" sz="2500" dirty="0">
                <a:solidFill>
                  <a:schemeClr val="dk1"/>
                </a:solidFill>
              </a:rPr>
              <a:t> </a:t>
            </a:r>
            <a:r>
              <a:rPr lang="en-US" sz="2500" dirty="0" err="1">
                <a:solidFill>
                  <a:schemeClr val="dk1"/>
                </a:solidFill>
              </a:rPr>
              <a:t>này</a:t>
            </a:r>
            <a:r>
              <a:rPr lang="en-US" sz="2500" dirty="0">
                <a:solidFill>
                  <a:schemeClr val="dk1"/>
                </a:solidFill>
              </a:rPr>
              <a:t> </a:t>
            </a:r>
            <a:r>
              <a:rPr lang="en-US" sz="2500" dirty="0" err="1">
                <a:solidFill>
                  <a:schemeClr val="dk1"/>
                </a:solidFill>
              </a:rPr>
              <a:t>tập</a:t>
            </a:r>
            <a:r>
              <a:rPr lang="en-US" sz="2500" dirty="0">
                <a:solidFill>
                  <a:schemeClr val="dk1"/>
                </a:solidFill>
              </a:rPr>
              <a:t> </a:t>
            </a:r>
            <a:r>
              <a:rPr lang="en-US" sz="2500" dirty="0" err="1">
                <a:solidFill>
                  <a:schemeClr val="dk1"/>
                </a:solidFill>
              </a:rPr>
              <a:t>trung</a:t>
            </a:r>
            <a:r>
              <a:rPr lang="en-US" sz="2500" dirty="0">
                <a:solidFill>
                  <a:schemeClr val="dk1"/>
                </a:solidFill>
              </a:rPr>
              <a:t> </a:t>
            </a:r>
            <a:r>
              <a:rPr lang="en-US" sz="2500" dirty="0" err="1">
                <a:solidFill>
                  <a:schemeClr val="dk1"/>
                </a:solidFill>
              </a:rPr>
              <a:t>vào</a:t>
            </a:r>
            <a:r>
              <a:rPr lang="en-US" sz="2500" dirty="0">
                <a:solidFill>
                  <a:schemeClr val="dk1"/>
                </a:solidFill>
              </a:rPr>
              <a:t> </a:t>
            </a:r>
            <a:r>
              <a:rPr lang="en-US" sz="2500" dirty="0" err="1">
                <a:solidFill>
                  <a:schemeClr val="dk1"/>
                </a:solidFill>
              </a:rPr>
              <a:t>việc</a:t>
            </a:r>
            <a:r>
              <a:rPr lang="en-US" sz="2500" dirty="0">
                <a:solidFill>
                  <a:schemeClr val="dk1"/>
                </a:solidFill>
              </a:rPr>
              <a:t> </a:t>
            </a:r>
            <a:r>
              <a:rPr lang="en-US" sz="2500" dirty="0" err="1">
                <a:solidFill>
                  <a:schemeClr val="dk1"/>
                </a:solidFill>
              </a:rPr>
              <a:t>lắng</a:t>
            </a:r>
            <a:r>
              <a:rPr lang="en-US" sz="2500" dirty="0">
                <a:solidFill>
                  <a:schemeClr val="dk1"/>
                </a:solidFill>
              </a:rPr>
              <a:t> </a:t>
            </a:r>
            <a:r>
              <a:rPr lang="en-US" sz="2500" dirty="0" err="1">
                <a:solidFill>
                  <a:schemeClr val="dk1"/>
                </a:solidFill>
              </a:rPr>
              <a:t>nghe</a:t>
            </a:r>
            <a:r>
              <a:rPr lang="en-US" sz="2500" dirty="0">
                <a:solidFill>
                  <a:schemeClr val="dk1"/>
                </a:solidFill>
              </a:rPr>
              <a:t> </a:t>
            </a:r>
            <a:r>
              <a:rPr lang="en-US" sz="2500" dirty="0" err="1">
                <a:solidFill>
                  <a:schemeClr val="dk1"/>
                </a:solidFill>
              </a:rPr>
              <a:t>chủ</a:t>
            </a:r>
            <a:r>
              <a:rPr lang="en-US" sz="2500" dirty="0">
                <a:solidFill>
                  <a:schemeClr val="dk1"/>
                </a:solidFill>
              </a:rPr>
              <a:t> </a:t>
            </a:r>
            <a:r>
              <a:rPr lang="en-US" sz="2500" dirty="0" err="1">
                <a:solidFill>
                  <a:schemeClr val="dk1"/>
                </a:solidFill>
              </a:rPr>
              <a:t>động</a:t>
            </a:r>
            <a:r>
              <a:rPr lang="en-US" sz="2500" dirty="0">
                <a:solidFill>
                  <a:schemeClr val="dk1"/>
                </a:solidFill>
              </a:rPr>
              <a:t> </a:t>
            </a:r>
            <a:r>
              <a:rPr lang="en-US" sz="2500" dirty="0" err="1">
                <a:solidFill>
                  <a:schemeClr val="dk1"/>
                </a:solidFill>
              </a:rPr>
              <a:t>và</a:t>
            </a:r>
            <a:r>
              <a:rPr lang="en-US" sz="2500" dirty="0">
                <a:solidFill>
                  <a:schemeClr val="dk1"/>
                </a:solidFill>
              </a:rPr>
              <a:t> </a:t>
            </a:r>
            <a:r>
              <a:rPr lang="en-US" sz="2500" dirty="0" err="1">
                <a:solidFill>
                  <a:schemeClr val="dk1"/>
                </a:solidFill>
              </a:rPr>
              <a:t>tương</a:t>
            </a:r>
            <a:r>
              <a:rPr lang="en-US" sz="2500" dirty="0">
                <a:solidFill>
                  <a:schemeClr val="dk1"/>
                </a:solidFill>
              </a:rPr>
              <a:t> </a:t>
            </a:r>
            <a:r>
              <a:rPr lang="en-US" sz="2500" dirty="0" err="1">
                <a:solidFill>
                  <a:schemeClr val="dk1"/>
                </a:solidFill>
              </a:rPr>
              <a:t>tác</a:t>
            </a:r>
            <a:r>
              <a:rPr lang="en-US" sz="2500" dirty="0">
                <a:solidFill>
                  <a:schemeClr val="dk1"/>
                </a:solidFill>
              </a:rPr>
              <a:t> </a:t>
            </a:r>
            <a:r>
              <a:rPr lang="en-US" sz="2500" dirty="0" err="1">
                <a:solidFill>
                  <a:schemeClr val="dk1"/>
                </a:solidFill>
              </a:rPr>
              <a:t>hiệu</a:t>
            </a:r>
            <a:r>
              <a:rPr lang="en-US" sz="2500" dirty="0">
                <a:solidFill>
                  <a:schemeClr val="dk1"/>
                </a:solidFill>
              </a:rPr>
              <a:t> </a:t>
            </a:r>
            <a:r>
              <a:rPr lang="en-US" sz="2500" dirty="0" err="1">
                <a:solidFill>
                  <a:schemeClr val="dk1"/>
                </a:solidFill>
              </a:rPr>
              <a:t>quả</a:t>
            </a:r>
            <a:r>
              <a:rPr lang="en-US" sz="2500" dirty="0">
                <a:solidFill>
                  <a:schemeClr val="dk1"/>
                </a:solidFill>
              </a:rPr>
              <a:t> </a:t>
            </a:r>
            <a:r>
              <a:rPr lang="en-US" sz="2500" dirty="0" err="1">
                <a:solidFill>
                  <a:schemeClr val="dk1"/>
                </a:solidFill>
              </a:rPr>
              <a:t>với</a:t>
            </a:r>
            <a:r>
              <a:rPr lang="en-US" sz="2500" dirty="0">
                <a:solidFill>
                  <a:schemeClr val="dk1"/>
                </a:solidFill>
              </a:rPr>
              <a:t> </a:t>
            </a:r>
            <a:r>
              <a:rPr lang="en-US" sz="2500" dirty="0" err="1">
                <a:solidFill>
                  <a:schemeClr val="dk1"/>
                </a:solidFill>
              </a:rPr>
              <a:t>người</a:t>
            </a:r>
            <a:r>
              <a:rPr lang="en-US" sz="2500" dirty="0">
                <a:solidFill>
                  <a:schemeClr val="dk1"/>
                </a:solidFill>
              </a:rPr>
              <a:t> </a:t>
            </a:r>
            <a:r>
              <a:rPr lang="en-US" sz="2500" dirty="0" err="1">
                <a:solidFill>
                  <a:schemeClr val="dk1"/>
                </a:solidFill>
              </a:rPr>
              <a:t>phỏng</a:t>
            </a:r>
            <a:r>
              <a:rPr lang="en-US" sz="2500" dirty="0">
                <a:solidFill>
                  <a:schemeClr val="dk1"/>
                </a:solidFill>
              </a:rPr>
              <a:t> </a:t>
            </a:r>
            <a:r>
              <a:rPr lang="en-US" sz="2500" dirty="0" err="1">
                <a:solidFill>
                  <a:schemeClr val="dk1"/>
                </a:solidFill>
              </a:rPr>
              <a:t>vấn</a:t>
            </a:r>
            <a:r>
              <a:rPr lang="en-US" sz="2500" dirty="0">
                <a:solidFill>
                  <a:schemeClr val="dk1"/>
                </a:solidFill>
              </a:rPr>
              <a:t>. </a:t>
            </a:r>
            <a:r>
              <a:rPr lang="en-US" sz="2500" dirty="0" err="1">
                <a:solidFill>
                  <a:schemeClr val="dk1"/>
                </a:solidFill>
              </a:rPr>
              <a:t>Mục</a:t>
            </a:r>
            <a:r>
              <a:rPr lang="en-US" sz="2500" dirty="0">
                <a:solidFill>
                  <a:schemeClr val="dk1"/>
                </a:solidFill>
              </a:rPr>
              <a:t> </a:t>
            </a:r>
            <a:r>
              <a:rPr lang="en-US" sz="2500" dirty="0" err="1">
                <a:solidFill>
                  <a:schemeClr val="dk1"/>
                </a:solidFill>
              </a:rPr>
              <a:t>tiêu</a:t>
            </a:r>
            <a:r>
              <a:rPr lang="en-US" sz="2500" dirty="0">
                <a:solidFill>
                  <a:schemeClr val="dk1"/>
                </a:solidFill>
              </a:rPr>
              <a:t> </a:t>
            </a:r>
            <a:r>
              <a:rPr lang="en-US" sz="2500" dirty="0" err="1">
                <a:solidFill>
                  <a:schemeClr val="dk1"/>
                </a:solidFill>
              </a:rPr>
              <a:t>là</a:t>
            </a:r>
            <a:r>
              <a:rPr lang="en-US" sz="2500" dirty="0">
                <a:solidFill>
                  <a:schemeClr val="dk1"/>
                </a:solidFill>
              </a:rPr>
              <a:t> </a:t>
            </a:r>
            <a:r>
              <a:rPr lang="en-US" sz="2500" dirty="0" err="1">
                <a:solidFill>
                  <a:schemeClr val="dk1"/>
                </a:solidFill>
              </a:rPr>
              <a:t>thu</a:t>
            </a:r>
            <a:r>
              <a:rPr lang="en-US" sz="2500" dirty="0">
                <a:solidFill>
                  <a:schemeClr val="dk1"/>
                </a:solidFill>
              </a:rPr>
              <a:t> </a:t>
            </a:r>
            <a:r>
              <a:rPr lang="en-US" sz="2500" dirty="0" err="1">
                <a:solidFill>
                  <a:schemeClr val="dk1"/>
                </a:solidFill>
              </a:rPr>
              <a:t>thập</a:t>
            </a:r>
            <a:r>
              <a:rPr lang="en-US" sz="2500" dirty="0">
                <a:solidFill>
                  <a:schemeClr val="dk1"/>
                </a:solidFill>
              </a:rPr>
              <a:t> </a:t>
            </a:r>
            <a:r>
              <a:rPr lang="en-US" sz="2500" dirty="0" err="1">
                <a:solidFill>
                  <a:schemeClr val="dk1"/>
                </a:solidFill>
              </a:rPr>
              <a:t>thông</a:t>
            </a:r>
            <a:r>
              <a:rPr lang="en-US" sz="2500" dirty="0">
                <a:solidFill>
                  <a:schemeClr val="dk1"/>
                </a:solidFill>
              </a:rPr>
              <a:t> tin chi </a:t>
            </a:r>
            <a:r>
              <a:rPr lang="en-US" sz="2500" dirty="0" err="1">
                <a:solidFill>
                  <a:schemeClr val="dk1"/>
                </a:solidFill>
              </a:rPr>
              <a:t>tiết</a:t>
            </a:r>
            <a:r>
              <a:rPr lang="en-US" sz="2500" dirty="0">
                <a:solidFill>
                  <a:schemeClr val="dk1"/>
                </a:solidFill>
              </a:rPr>
              <a:t> </a:t>
            </a:r>
            <a:r>
              <a:rPr lang="en-US" sz="2500" dirty="0" err="1">
                <a:solidFill>
                  <a:schemeClr val="dk1"/>
                </a:solidFill>
              </a:rPr>
              <a:t>và</a:t>
            </a:r>
            <a:r>
              <a:rPr lang="en-US" sz="2500" dirty="0">
                <a:solidFill>
                  <a:schemeClr val="dk1"/>
                </a:solidFill>
              </a:rPr>
              <a:t> </a:t>
            </a:r>
            <a:r>
              <a:rPr lang="en-US" sz="2500" dirty="0" err="1">
                <a:solidFill>
                  <a:schemeClr val="dk1"/>
                </a:solidFill>
              </a:rPr>
              <a:t>chính</a:t>
            </a:r>
            <a:r>
              <a:rPr lang="en-US" sz="2500" dirty="0">
                <a:solidFill>
                  <a:schemeClr val="dk1"/>
                </a:solidFill>
              </a:rPr>
              <a:t> </a:t>
            </a:r>
            <a:r>
              <a:rPr lang="en-US" sz="2500" dirty="0" err="1">
                <a:solidFill>
                  <a:schemeClr val="dk1"/>
                </a:solidFill>
              </a:rPr>
              <a:t>xác</a:t>
            </a:r>
            <a:r>
              <a:rPr lang="en-US" sz="2500" dirty="0">
                <a:solidFill>
                  <a:schemeClr val="dk1"/>
                </a:solidFill>
              </a:rPr>
              <a:t> </a:t>
            </a:r>
            <a:r>
              <a:rPr lang="en-US" sz="2500" dirty="0" err="1">
                <a:solidFill>
                  <a:schemeClr val="dk1"/>
                </a:solidFill>
              </a:rPr>
              <a:t>về</a:t>
            </a:r>
            <a:r>
              <a:rPr lang="en-US" sz="2500" dirty="0">
                <a:solidFill>
                  <a:schemeClr val="dk1"/>
                </a:solidFill>
              </a:rPr>
              <a:t> </a:t>
            </a:r>
            <a:r>
              <a:rPr lang="en-US" sz="2500" dirty="0" err="1">
                <a:solidFill>
                  <a:schemeClr val="dk1"/>
                </a:solidFill>
              </a:rPr>
              <a:t>các</a:t>
            </a:r>
            <a:r>
              <a:rPr lang="en-US" sz="2500" dirty="0">
                <a:solidFill>
                  <a:schemeClr val="dk1"/>
                </a:solidFill>
              </a:rPr>
              <a:t> </a:t>
            </a:r>
            <a:r>
              <a:rPr lang="en-US" sz="2500" dirty="0" err="1">
                <a:solidFill>
                  <a:schemeClr val="dk1"/>
                </a:solidFill>
              </a:rPr>
              <a:t>vấn</a:t>
            </a:r>
            <a:r>
              <a:rPr lang="en-US" sz="2500" dirty="0">
                <a:solidFill>
                  <a:schemeClr val="dk1"/>
                </a:solidFill>
              </a:rPr>
              <a:t> </a:t>
            </a:r>
            <a:r>
              <a:rPr lang="en-US" sz="2500" dirty="0" err="1">
                <a:solidFill>
                  <a:schemeClr val="dk1"/>
                </a:solidFill>
              </a:rPr>
              <a:t>đề</a:t>
            </a:r>
            <a:r>
              <a:rPr lang="en-US" sz="2500" dirty="0">
                <a:solidFill>
                  <a:schemeClr val="dk1"/>
                </a:solidFill>
              </a:rPr>
              <a:t> </a:t>
            </a:r>
            <a:r>
              <a:rPr lang="en-US" sz="2500" dirty="0" err="1">
                <a:solidFill>
                  <a:schemeClr val="dk1"/>
                </a:solidFill>
              </a:rPr>
              <a:t>cụ</a:t>
            </a:r>
            <a:r>
              <a:rPr lang="en-US" sz="2500" dirty="0">
                <a:solidFill>
                  <a:schemeClr val="dk1"/>
                </a:solidFill>
              </a:rPr>
              <a:t> </a:t>
            </a:r>
            <a:r>
              <a:rPr lang="en-US" sz="2500" dirty="0" err="1">
                <a:solidFill>
                  <a:schemeClr val="dk1"/>
                </a:solidFill>
              </a:rPr>
              <a:t>thể</a:t>
            </a:r>
            <a:r>
              <a:rPr lang="en-US" sz="2500" dirty="0">
                <a:solidFill>
                  <a:schemeClr val="dk1"/>
                </a:solidFill>
              </a:rPr>
              <a:t>.</a:t>
            </a:r>
            <a:endParaRPr sz="2500" dirty="0">
              <a:solidFill>
                <a:schemeClr val="dk1"/>
              </a:solidFill>
            </a:endParaRPr>
          </a:p>
          <a:p>
            <a:pPr marL="0" marR="0" lvl="0" indent="0" algn="ctr" rtl="0">
              <a:lnSpc>
                <a:spcPct val="140040"/>
              </a:lnSpc>
              <a:spcBef>
                <a:spcPts val="2700"/>
              </a:spcBef>
              <a:spcAft>
                <a:spcPts val="0"/>
              </a:spcAft>
              <a:buNone/>
            </a:pPr>
            <a:endParaRPr dirty="0"/>
          </a:p>
        </p:txBody>
      </p:sp>
      <p:cxnSp>
        <p:nvCxnSpPr>
          <p:cNvPr id="378" name="Google Shape;378;g324991e04e6_6_0"/>
          <p:cNvCxnSpPr/>
          <p:nvPr/>
        </p:nvCxnSpPr>
        <p:spPr>
          <a:xfrm>
            <a:off x="5926875" y="3553525"/>
            <a:ext cx="12000" cy="5038500"/>
          </a:xfrm>
          <a:prstGeom prst="straightConnector1">
            <a:avLst/>
          </a:prstGeom>
          <a:noFill/>
          <a:ln w="38100" cap="flat" cmpd="sng">
            <a:solidFill>
              <a:srgbClr val="145DA0"/>
            </a:solidFill>
            <a:prstDash val="solid"/>
            <a:round/>
            <a:headEnd type="none" w="sm" len="sm"/>
            <a:tailEnd type="none" w="sm" len="sm"/>
          </a:ln>
        </p:spPr>
      </p:cxnSp>
      <p:sp>
        <p:nvSpPr>
          <p:cNvPr id="379" name="Google Shape;379;g324991e04e6_6_0"/>
          <p:cNvSpPr txBox="1"/>
          <p:nvPr/>
        </p:nvSpPr>
        <p:spPr>
          <a:xfrm>
            <a:off x="1474300" y="2626525"/>
            <a:ext cx="4161900" cy="354000"/>
          </a:xfrm>
          <a:prstGeom prst="rect">
            <a:avLst/>
          </a:prstGeom>
          <a:noFill/>
          <a:ln>
            <a:noFill/>
          </a:ln>
        </p:spPr>
        <p:txBody>
          <a:bodyPr spcFirstLastPara="1" wrap="square" lIns="0" tIns="0" rIns="0" bIns="0" anchor="t" anchorCtr="0">
            <a:spAutoFit/>
          </a:bodyPr>
          <a:lstStyle/>
          <a:p>
            <a:pPr marL="457200" marR="0" lvl="0" indent="-368300" algn="ctr" rtl="0">
              <a:lnSpc>
                <a:spcPct val="140000"/>
              </a:lnSpc>
              <a:spcBef>
                <a:spcPts val="0"/>
              </a:spcBef>
              <a:spcAft>
                <a:spcPts val="0"/>
              </a:spcAft>
              <a:buClr>
                <a:srgbClr val="145DA0"/>
              </a:buClr>
              <a:buSzPts val="2200"/>
              <a:buFont typeface="Open Sans ExtraBold"/>
              <a:buAutoNum type="arabicPeriod"/>
            </a:pPr>
            <a:r>
              <a:rPr lang="en-US" sz="2300">
                <a:solidFill>
                  <a:srgbClr val="145DA0"/>
                </a:solidFill>
                <a:latin typeface="Open Sans ExtraBold"/>
                <a:ea typeface="Open Sans ExtraBold"/>
                <a:cs typeface="Open Sans ExtraBold"/>
                <a:sym typeface="Open Sans ExtraBold"/>
              </a:rPr>
              <a:t>Đặc trưng kỹ thuật</a:t>
            </a:r>
            <a:endParaRPr sz="2300"/>
          </a:p>
        </p:txBody>
      </p:sp>
      <p:sp>
        <p:nvSpPr>
          <p:cNvPr id="380" name="Google Shape;380;g324991e04e6_6_0"/>
          <p:cNvSpPr txBox="1"/>
          <p:nvPr/>
        </p:nvSpPr>
        <p:spPr>
          <a:xfrm>
            <a:off x="6241587" y="3329130"/>
            <a:ext cx="4161900" cy="37476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2700"/>
              </a:spcBef>
              <a:spcAft>
                <a:spcPts val="0"/>
              </a:spcAft>
              <a:buClr>
                <a:schemeClr val="dk1"/>
              </a:buClr>
              <a:buSzPts val="1100"/>
              <a:buFont typeface="Arial"/>
              <a:buNone/>
            </a:pPr>
            <a:r>
              <a:rPr lang="en-US" sz="2500">
                <a:solidFill>
                  <a:schemeClr val="dk1"/>
                </a:solidFill>
              </a:rPr>
              <a:t>Phỏng vấn này thích hợp khi bạn cần thu thập thông tin chi tiết và cảm nhận từ người phỏng vấn về một vấn đề hoặc tình huống cụ thể, giúp làm rõ các khía cạnh mà bạn chưa nắm vững.</a:t>
            </a:r>
            <a:endParaRPr sz="2500">
              <a:solidFill>
                <a:schemeClr val="dk1"/>
              </a:solidFill>
            </a:endParaRPr>
          </a:p>
          <a:p>
            <a:pPr marL="0" marR="0" lvl="0" indent="0" algn="ctr" rtl="0">
              <a:lnSpc>
                <a:spcPct val="140040"/>
              </a:lnSpc>
              <a:spcBef>
                <a:spcPts val="2700"/>
              </a:spcBef>
              <a:spcAft>
                <a:spcPts val="0"/>
              </a:spcAft>
              <a:buNone/>
            </a:pPr>
            <a:endParaRPr sz="1973">
              <a:solidFill>
                <a:srgbClr val="145DA0"/>
              </a:solidFill>
              <a:latin typeface="Poppins"/>
              <a:ea typeface="Poppins"/>
              <a:cs typeface="Poppins"/>
              <a:sym typeface="Poppins"/>
            </a:endParaRPr>
          </a:p>
        </p:txBody>
      </p:sp>
      <p:sp>
        <p:nvSpPr>
          <p:cNvPr id="381" name="Google Shape;381;g324991e04e6_6_0"/>
          <p:cNvSpPr txBox="1"/>
          <p:nvPr/>
        </p:nvSpPr>
        <p:spPr>
          <a:xfrm>
            <a:off x="6040400" y="2626525"/>
            <a:ext cx="4562700" cy="354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300">
                <a:solidFill>
                  <a:srgbClr val="145DA0"/>
                </a:solidFill>
                <a:latin typeface="Open Sans ExtraBold"/>
                <a:ea typeface="Open Sans ExtraBold"/>
                <a:cs typeface="Open Sans ExtraBold"/>
                <a:sym typeface="Open Sans ExtraBold"/>
              </a:rPr>
              <a:t>2. Dùng trong các trường hợp</a:t>
            </a:r>
            <a:endParaRPr sz="2300"/>
          </a:p>
        </p:txBody>
      </p:sp>
      <p:sp>
        <p:nvSpPr>
          <p:cNvPr id="382" name="Google Shape;382;g324991e04e6_6_0"/>
          <p:cNvSpPr txBox="1"/>
          <p:nvPr/>
        </p:nvSpPr>
        <p:spPr>
          <a:xfrm>
            <a:off x="11059008" y="3329117"/>
            <a:ext cx="4161900" cy="6773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SzPts val="1100"/>
              <a:buNone/>
            </a:pPr>
            <a:r>
              <a:rPr lang="en-US" sz="2500">
                <a:solidFill>
                  <a:schemeClr val="dk1"/>
                </a:solidFill>
              </a:rPr>
              <a:t>Tạo không khí thoải mái: Giúp người được phỏng vấn cảm thấy an tâm và sẵn sàng chia sẻ thông tin.</a:t>
            </a:r>
            <a:endParaRPr sz="2500">
              <a:solidFill>
                <a:schemeClr val="dk1"/>
              </a:solidFill>
            </a:endParaRPr>
          </a:p>
          <a:p>
            <a:pPr marL="0" lvl="0" indent="0" algn="just" rtl="0">
              <a:lnSpc>
                <a:spcPct val="115000"/>
              </a:lnSpc>
              <a:spcBef>
                <a:spcPts val="1200"/>
              </a:spcBef>
              <a:spcAft>
                <a:spcPts val="0"/>
              </a:spcAft>
              <a:buSzPts val="1100"/>
              <a:buNone/>
            </a:pPr>
            <a:r>
              <a:rPr lang="en-US" sz="2500">
                <a:solidFill>
                  <a:schemeClr val="dk1"/>
                </a:solidFill>
              </a:rPr>
              <a:t>Đặt câu hỏi theo thứ tự: Đảm bảo cuộc phỏng vấn diễn ra có hệ thống, không bỏ sót thông tin quan trọng.</a:t>
            </a:r>
            <a:endParaRPr sz="2500">
              <a:solidFill>
                <a:schemeClr val="dk1"/>
              </a:solidFill>
            </a:endParaRPr>
          </a:p>
          <a:p>
            <a:pPr marL="0" lvl="0" indent="0" algn="just" rtl="0">
              <a:lnSpc>
                <a:spcPct val="115000"/>
              </a:lnSpc>
              <a:spcBef>
                <a:spcPts val="1200"/>
              </a:spcBef>
              <a:spcAft>
                <a:spcPts val="0"/>
              </a:spcAft>
              <a:buSzPts val="1100"/>
              <a:buNone/>
            </a:pPr>
            <a:r>
              <a:rPr lang="en-US" sz="2500">
                <a:solidFill>
                  <a:schemeClr val="dk1"/>
                </a:solidFill>
              </a:rPr>
              <a:t>Lắng nghe tích cực: Chú ý đến cả lời nói và ngôn ngữ cơ thể để hiểu rõ hơn thông tin được cung cấp.</a:t>
            </a:r>
            <a:endParaRPr sz="2500">
              <a:solidFill>
                <a:schemeClr val="dk1"/>
              </a:solidFill>
            </a:endParaRPr>
          </a:p>
          <a:p>
            <a:pPr marL="0" lvl="0" indent="0" algn="just" rtl="0">
              <a:lnSpc>
                <a:spcPct val="115000"/>
              </a:lnSpc>
              <a:spcBef>
                <a:spcPts val="1200"/>
              </a:spcBef>
              <a:spcAft>
                <a:spcPts val="0"/>
              </a:spcAft>
              <a:buSzPts val="1100"/>
              <a:buNone/>
            </a:pPr>
            <a:r>
              <a:rPr lang="en-US" sz="1100">
                <a:solidFill>
                  <a:schemeClr val="dk1"/>
                </a:solidFill>
              </a:rPr>
              <a:t>.</a:t>
            </a:r>
            <a:endParaRPr sz="1100">
              <a:solidFill>
                <a:schemeClr val="dk1"/>
              </a:solidFill>
            </a:endParaRPr>
          </a:p>
          <a:p>
            <a:pPr marL="0" lvl="0" indent="0" algn="just" rtl="0">
              <a:lnSpc>
                <a:spcPct val="115000"/>
              </a:lnSpc>
              <a:spcBef>
                <a:spcPts val="1200"/>
              </a:spcBef>
              <a:spcAft>
                <a:spcPts val="0"/>
              </a:spcAft>
              <a:buClr>
                <a:schemeClr val="dk1"/>
              </a:buClr>
              <a:buSzPts val="1100"/>
              <a:buFont typeface="Arial"/>
              <a:buNone/>
            </a:pPr>
            <a:endParaRPr sz="1100">
              <a:solidFill>
                <a:schemeClr val="dk1"/>
              </a:solidFill>
            </a:endParaRPr>
          </a:p>
          <a:p>
            <a:pPr marL="0" marR="0" lvl="0" indent="0" algn="ctr" rtl="0">
              <a:lnSpc>
                <a:spcPct val="140040"/>
              </a:lnSpc>
              <a:spcBef>
                <a:spcPts val="1200"/>
              </a:spcBef>
              <a:spcAft>
                <a:spcPts val="0"/>
              </a:spcAft>
              <a:buNone/>
            </a:pPr>
            <a:r>
              <a:rPr lang="en-US" sz="1973" b="0" i="0" u="none" strike="noStrike" cap="none">
                <a:solidFill>
                  <a:srgbClr val="145DA0"/>
                </a:solidFill>
                <a:latin typeface="Poppins"/>
                <a:ea typeface="Poppins"/>
                <a:cs typeface="Poppins"/>
                <a:sym typeface="Poppins"/>
              </a:rPr>
              <a:t> </a:t>
            </a:r>
            <a:endParaRPr/>
          </a:p>
        </p:txBody>
      </p:sp>
      <p:sp>
        <p:nvSpPr>
          <p:cNvPr id="383" name="Google Shape;383;g324991e04e6_6_0"/>
          <p:cNvSpPr txBox="1"/>
          <p:nvPr/>
        </p:nvSpPr>
        <p:spPr>
          <a:xfrm>
            <a:off x="10918201" y="2626525"/>
            <a:ext cx="4161900" cy="354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300">
                <a:solidFill>
                  <a:srgbClr val="145DA0"/>
                </a:solidFill>
                <a:latin typeface="Open Sans ExtraBold"/>
                <a:ea typeface="Open Sans ExtraBold"/>
                <a:cs typeface="Open Sans ExtraBold"/>
                <a:sym typeface="Open Sans ExtraBold"/>
              </a:rPr>
              <a:t>3. Cách tiến hành</a:t>
            </a:r>
            <a:endParaRPr sz="2300"/>
          </a:p>
        </p:txBody>
      </p:sp>
      <p:cxnSp>
        <p:nvCxnSpPr>
          <p:cNvPr id="384" name="Google Shape;384;g324991e04e6_6_0"/>
          <p:cNvCxnSpPr/>
          <p:nvPr/>
        </p:nvCxnSpPr>
        <p:spPr>
          <a:xfrm flipH="1">
            <a:off x="10689379" y="3429012"/>
            <a:ext cx="16800" cy="5305200"/>
          </a:xfrm>
          <a:prstGeom prst="straightConnector1">
            <a:avLst/>
          </a:prstGeom>
          <a:noFill/>
          <a:ln w="38100" cap="flat" cmpd="sng">
            <a:solidFill>
              <a:srgbClr val="145DA0"/>
            </a:solidFill>
            <a:prstDash val="solid"/>
            <a:round/>
            <a:headEnd type="none" w="sm" len="sm"/>
            <a:tailEnd type="none" w="sm" len="sm"/>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Shape 388"/>
        <p:cNvGrpSpPr/>
        <p:nvPr/>
      </p:nvGrpSpPr>
      <p:grpSpPr>
        <a:xfrm>
          <a:off x="0" y="0"/>
          <a:ext cx="0" cy="0"/>
          <a:chOff x="0" y="0"/>
          <a:chExt cx="0" cy="0"/>
        </a:xfrm>
      </p:grpSpPr>
      <p:sp>
        <p:nvSpPr>
          <p:cNvPr id="389" name="Google Shape;389;g324991e04e6_6_79"/>
          <p:cNvSpPr/>
          <p:nvPr/>
        </p:nvSpPr>
        <p:spPr>
          <a:xfrm>
            <a:off x="13402273" y="-8767"/>
            <a:ext cx="4907787" cy="10295767"/>
          </a:xfrm>
          <a:custGeom>
            <a:avLst/>
            <a:gdLst/>
            <a:ahLst/>
            <a:cxnLst/>
            <a:rect l="l" t="t" r="r" b="b"/>
            <a:pathLst>
              <a:path w="4907787" h="10295767" extrusionOk="0">
                <a:moveTo>
                  <a:pt x="0" y="0"/>
                </a:moveTo>
                <a:lnTo>
                  <a:pt x="4907787" y="0"/>
                </a:lnTo>
                <a:lnTo>
                  <a:pt x="4907787" y="10295767"/>
                </a:lnTo>
                <a:lnTo>
                  <a:pt x="0" y="10295767"/>
                </a:lnTo>
                <a:lnTo>
                  <a:pt x="0" y="0"/>
                </a:lnTo>
                <a:close/>
              </a:path>
            </a:pathLst>
          </a:custGeom>
          <a:blipFill rotWithShape="1">
            <a:blip r:embed="rId3">
              <a:alphaModFix/>
            </a:blip>
            <a:stretch>
              <a:fillRect l="-19879" r="-19889"/>
            </a:stretch>
          </a:blipFill>
          <a:ln>
            <a:noFill/>
          </a:ln>
        </p:spPr>
      </p:sp>
      <p:grpSp>
        <p:nvGrpSpPr>
          <p:cNvPr id="390" name="Google Shape;390;g324991e04e6_6_79"/>
          <p:cNvGrpSpPr/>
          <p:nvPr/>
        </p:nvGrpSpPr>
        <p:grpSpPr>
          <a:xfrm>
            <a:off x="1087225" y="2339900"/>
            <a:ext cx="14586125" cy="6663945"/>
            <a:chOff x="0" y="-38100"/>
            <a:chExt cx="3841588" cy="1378500"/>
          </a:xfrm>
        </p:grpSpPr>
        <p:sp>
          <p:nvSpPr>
            <p:cNvPr id="391" name="Google Shape;391;g324991e04e6_6_79"/>
            <p:cNvSpPr/>
            <p:nvPr/>
          </p:nvSpPr>
          <p:spPr>
            <a:xfrm>
              <a:off x="0" y="0"/>
              <a:ext cx="3841588" cy="1340288"/>
            </a:xfrm>
            <a:custGeom>
              <a:avLst/>
              <a:gdLst/>
              <a:ahLst/>
              <a:cxnLst/>
              <a:rect l="l" t="t" r="r" b="b"/>
              <a:pathLst>
                <a:path w="3841588" h="1340288" extrusionOk="0">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g324991e04e6_6_79"/>
            <p:cNvSpPr txBox="1"/>
            <p:nvPr/>
          </p:nvSpPr>
          <p:spPr>
            <a:xfrm>
              <a:off x="0" y="-38100"/>
              <a:ext cx="3841500" cy="137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g324991e04e6_6_79"/>
          <p:cNvSpPr txBox="1"/>
          <p:nvPr/>
        </p:nvSpPr>
        <p:spPr>
          <a:xfrm>
            <a:off x="1270430" y="904875"/>
            <a:ext cx="11691000" cy="923400"/>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Font typeface="Arial"/>
              <a:buNone/>
            </a:pPr>
            <a:r>
              <a:rPr lang="en-US" sz="6000">
                <a:solidFill>
                  <a:srgbClr val="FDFDFD"/>
                </a:solidFill>
                <a:latin typeface="Open Sans ExtraBold"/>
                <a:ea typeface="Open Sans ExtraBold"/>
                <a:cs typeface="Open Sans ExtraBold"/>
                <a:sym typeface="Open Sans ExtraBold"/>
              </a:rPr>
              <a:t>Bước 5: Tiến hành phỏng vấn</a:t>
            </a:r>
            <a:endParaRPr/>
          </a:p>
        </p:txBody>
      </p:sp>
      <p:grpSp>
        <p:nvGrpSpPr>
          <p:cNvPr id="394" name="Google Shape;394;g324991e04e6_6_79"/>
          <p:cNvGrpSpPr/>
          <p:nvPr/>
        </p:nvGrpSpPr>
        <p:grpSpPr>
          <a:xfrm>
            <a:off x="15573718" y="7940477"/>
            <a:ext cx="4693026" cy="4693026"/>
            <a:chOff x="0" y="0"/>
            <a:chExt cx="812800" cy="812800"/>
          </a:xfrm>
        </p:grpSpPr>
        <p:sp>
          <p:nvSpPr>
            <p:cNvPr id="395" name="Google Shape;395;g324991e04e6_6_7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0"/>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g324991e04e6_6_7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7" name="Google Shape;397;g324991e04e6_6_79"/>
          <p:cNvSpPr txBox="1"/>
          <p:nvPr/>
        </p:nvSpPr>
        <p:spPr>
          <a:xfrm>
            <a:off x="1462927" y="3828750"/>
            <a:ext cx="6070500" cy="36516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2700"/>
              </a:spcBef>
              <a:spcAft>
                <a:spcPts val="0"/>
              </a:spcAft>
              <a:buClr>
                <a:schemeClr val="dk1"/>
              </a:buClr>
              <a:buSzPts val="1100"/>
              <a:buFont typeface="Arial"/>
              <a:buNone/>
            </a:pPr>
            <a:r>
              <a:rPr lang="en-US" sz="2500">
                <a:solidFill>
                  <a:schemeClr val="dk1"/>
                </a:solidFill>
                <a:latin typeface="Times New Roman"/>
                <a:ea typeface="Times New Roman"/>
                <a:cs typeface="Times New Roman"/>
                <a:sym typeface="Times New Roman"/>
              </a:rPr>
              <a:t> </a:t>
            </a:r>
            <a:r>
              <a:rPr lang="en-US" sz="2500">
                <a:solidFill>
                  <a:schemeClr val="dk1"/>
                </a:solidFill>
              </a:rPr>
              <a:t>Giúp xây dựng mối quan hệ tốt, khiến người phỏng vấn cảm thấy thoải mái và dễ dàng chia sẻ thông tin.</a:t>
            </a:r>
            <a:endParaRPr sz="2500">
              <a:solidFill>
                <a:schemeClr val="dk1"/>
              </a:solidFill>
            </a:endParaRPr>
          </a:p>
          <a:p>
            <a:pPr marL="0" lvl="0" indent="0" algn="l" rtl="0">
              <a:lnSpc>
                <a:spcPct val="115000"/>
              </a:lnSpc>
              <a:spcBef>
                <a:spcPts val="2700"/>
              </a:spcBef>
              <a:spcAft>
                <a:spcPts val="0"/>
              </a:spcAft>
              <a:buClr>
                <a:schemeClr val="dk1"/>
              </a:buClr>
              <a:buSzPts val="1100"/>
              <a:buFont typeface="Arial"/>
              <a:buNone/>
            </a:pPr>
            <a:r>
              <a:rPr lang="en-US" sz="2500">
                <a:solidFill>
                  <a:schemeClr val="dk1"/>
                </a:solidFill>
              </a:rPr>
              <a:t>Thu thập được những câu trả lời chi tiết và sâu sắc, giúp bạn hiểu rõ hơn về vấn đề hoặc tình huống cần làm rõ.</a:t>
            </a:r>
            <a:endParaRPr sz="2500">
              <a:solidFill>
                <a:schemeClr val="dk1"/>
              </a:solidFill>
            </a:endParaRPr>
          </a:p>
          <a:p>
            <a:pPr marL="0" marR="0" lvl="0" indent="0" algn="ctr" rtl="0">
              <a:lnSpc>
                <a:spcPct val="140040"/>
              </a:lnSpc>
              <a:spcBef>
                <a:spcPts val="2700"/>
              </a:spcBef>
              <a:spcAft>
                <a:spcPts val="0"/>
              </a:spcAft>
              <a:buNone/>
            </a:pPr>
            <a:endParaRPr sz="1973">
              <a:solidFill>
                <a:srgbClr val="145DA0"/>
              </a:solidFill>
              <a:latin typeface="Poppins"/>
              <a:ea typeface="Poppins"/>
              <a:cs typeface="Poppins"/>
              <a:sym typeface="Poppins"/>
            </a:endParaRPr>
          </a:p>
        </p:txBody>
      </p:sp>
      <p:sp>
        <p:nvSpPr>
          <p:cNvPr id="398" name="Google Shape;398;g324991e04e6_6_79"/>
          <p:cNvSpPr txBox="1"/>
          <p:nvPr/>
        </p:nvSpPr>
        <p:spPr>
          <a:xfrm>
            <a:off x="3323968" y="3015609"/>
            <a:ext cx="2348400" cy="413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685">
                <a:solidFill>
                  <a:srgbClr val="145DA0"/>
                </a:solidFill>
                <a:latin typeface="Open Sans ExtraBold"/>
                <a:ea typeface="Open Sans ExtraBold"/>
                <a:cs typeface="Open Sans ExtraBold"/>
                <a:sym typeface="Open Sans ExtraBold"/>
              </a:rPr>
              <a:t>4. Ưu điểm</a:t>
            </a:r>
            <a:endParaRPr/>
          </a:p>
        </p:txBody>
      </p:sp>
      <p:sp>
        <p:nvSpPr>
          <p:cNvPr id="399" name="Google Shape;399;g324991e04e6_6_79"/>
          <p:cNvSpPr txBox="1"/>
          <p:nvPr/>
        </p:nvSpPr>
        <p:spPr>
          <a:xfrm>
            <a:off x="8935599" y="3518025"/>
            <a:ext cx="6070500" cy="5864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2700"/>
              </a:spcBef>
              <a:spcAft>
                <a:spcPts val="0"/>
              </a:spcAft>
              <a:buClr>
                <a:schemeClr val="dk1"/>
              </a:buClr>
              <a:buSzPts val="1100"/>
              <a:buFont typeface="Arial"/>
              <a:buNone/>
            </a:pPr>
            <a:r>
              <a:rPr lang="en-US" sz="2500" dirty="0" err="1">
                <a:solidFill>
                  <a:schemeClr val="dk1"/>
                </a:solidFill>
              </a:rPr>
              <a:t>Có</a:t>
            </a:r>
            <a:r>
              <a:rPr lang="en-US" sz="2500" dirty="0">
                <a:solidFill>
                  <a:schemeClr val="dk1"/>
                </a:solidFill>
              </a:rPr>
              <a:t> </a:t>
            </a:r>
            <a:r>
              <a:rPr lang="en-US" sz="2500" dirty="0" err="1">
                <a:solidFill>
                  <a:schemeClr val="dk1"/>
                </a:solidFill>
              </a:rPr>
              <a:t>thể</a:t>
            </a:r>
            <a:r>
              <a:rPr lang="en-US" sz="2500" dirty="0">
                <a:solidFill>
                  <a:schemeClr val="dk1"/>
                </a:solidFill>
              </a:rPr>
              <a:t> </a:t>
            </a:r>
            <a:r>
              <a:rPr lang="en-US" sz="2500" dirty="0" err="1">
                <a:solidFill>
                  <a:schemeClr val="dk1"/>
                </a:solidFill>
              </a:rPr>
              <a:t>mất</a:t>
            </a:r>
            <a:r>
              <a:rPr lang="en-US" sz="2500" dirty="0">
                <a:solidFill>
                  <a:schemeClr val="dk1"/>
                </a:solidFill>
              </a:rPr>
              <a:t> </a:t>
            </a:r>
            <a:r>
              <a:rPr lang="en-US" sz="2500" dirty="0" err="1">
                <a:solidFill>
                  <a:schemeClr val="dk1"/>
                </a:solidFill>
              </a:rPr>
              <a:t>thời</a:t>
            </a:r>
            <a:r>
              <a:rPr lang="en-US" sz="2500" dirty="0">
                <a:solidFill>
                  <a:schemeClr val="dk1"/>
                </a:solidFill>
              </a:rPr>
              <a:t> </a:t>
            </a:r>
            <a:r>
              <a:rPr lang="en-US" sz="2500" dirty="0" err="1">
                <a:solidFill>
                  <a:schemeClr val="dk1"/>
                </a:solidFill>
              </a:rPr>
              <a:t>gian</a:t>
            </a:r>
            <a:r>
              <a:rPr lang="en-US" sz="2500" dirty="0">
                <a:solidFill>
                  <a:schemeClr val="dk1"/>
                </a:solidFill>
              </a:rPr>
              <a:t> </a:t>
            </a:r>
            <a:r>
              <a:rPr lang="en-US" sz="2500" dirty="0" err="1">
                <a:solidFill>
                  <a:schemeClr val="dk1"/>
                </a:solidFill>
              </a:rPr>
              <a:t>nếu</a:t>
            </a:r>
            <a:r>
              <a:rPr lang="en-US" sz="2500" dirty="0">
                <a:solidFill>
                  <a:schemeClr val="dk1"/>
                </a:solidFill>
              </a:rPr>
              <a:t> </a:t>
            </a:r>
            <a:r>
              <a:rPr lang="en-US" sz="2500" dirty="0" err="1">
                <a:solidFill>
                  <a:schemeClr val="dk1"/>
                </a:solidFill>
              </a:rPr>
              <a:t>bạn</a:t>
            </a:r>
            <a:r>
              <a:rPr lang="en-US" sz="2500" dirty="0">
                <a:solidFill>
                  <a:schemeClr val="dk1"/>
                </a:solidFill>
              </a:rPr>
              <a:t> </a:t>
            </a:r>
            <a:r>
              <a:rPr lang="en-US" sz="2500" dirty="0" err="1">
                <a:solidFill>
                  <a:schemeClr val="dk1"/>
                </a:solidFill>
              </a:rPr>
              <a:t>không</a:t>
            </a:r>
            <a:r>
              <a:rPr lang="en-US" sz="2500" dirty="0">
                <a:solidFill>
                  <a:schemeClr val="dk1"/>
                </a:solidFill>
              </a:rPr>
              <a:t> </a:t>
            </a:r>
            <a:r>
              <a:rPr lang="en-US" sz="2500" dirty="0" err="1">
                <a:solidFill>
                  <a:schemeClr val="dk1"/>
                </a:solidFill>
              </a:rPr>
              <a:t>lắng</a:t>
            </a:r>
            <a:r>
              <a:rPr lang="en-US" sz="2500" dirty="0">
                <a:solidFill>
                  <a:schemeClr val="dk1"/>
                </a:solidFill>
              </a:rPr>
              <a:t> </a:t>
            </a:r>
            <a:r>
              <a:rPr lang="en-US" sz="2500" dirty="0" err="1">
                <a:solidFill>
                  <a:schemeClr val="dk1"/>
                </a:solidFill>
              </a:rPr>
              <a:t>nghe</a:t>
            </a:r>
            <a:r>
              <a:rPr lang="en-US" sz="2500" dirty="0">
                <a:solidFill>
                  <a:schemeClr val="dk1"/>
                </a:solidFill>
              </a:rPr>
              <a:t> </a:t>
            </a:r>
            <a:r>
              <a:rPr lang="en-US" sz="2500" dirty="0" err="1">
                <a:solidFill>
                  <a:schemeClr val="dk1"/>
                </a:solidFill>
              </a:rPr>
              <a:t>cẩn</a:t>
            </a:r>
            <a:r>
              <a:rPr lang="en-US" sz="2500" dirty="0">
                <a:solidFill>
                  <a:schemeClr val="dk1"/>
                </a:solidFill>
              </a:rPr>
              <a:t> </a:t>
            </a:r>
            <a:r>
              <a:rPr lang="en-US" sz="2500" dirty="0" err="1">
                <a:solidFill>
                  <a:schemeClr val="dk1"/>
                </a:solidFill>
              </a:rPr>
              <a:t>thận</a:t>
            </a:r>
            <a:r>
              <a:rPr lang="en-US" sz="2500" dirty="0">
                <a:solidFill>
                  <a:schemeClr val="dk1"/>
                </a:solidFill>
              </a:rPr>
              <a:t> </a:t>
            </a:r>
            <a:r>
              <a:rPr lang="en-US" sz="2500" dirty="0" err="1">
                <a:solidFill>
                  <a:schemeClr val="dk1"/>
                </a:solidFill>
              </a:rPr>
              <a:t>hoặc</a:t>
            </a:r>
            <a:r>
              <a:rPr lang="en-US" sz="2500" dirty="0">
                <a:solidFill>
                  <a:schemeClr val="dk1"/>
                </a:solidFill>
              </a:rPr>
              <a:t> </a:t>
            </a:r>
            <a:r>
              <a:rPr lang="en-US" sz="2500" dirty="0" err="1">
                <a:solidFill>
                  <a:schemeClr val="dk1"/>
                </a:solidFill>
              </a:rPr>
              <a:t>không</a:t>
            </a:r>
            <a:r>
              <a:rPr lang="en-US" sz="2500" dirty="0">
                <a:solidFill>
                  <a:schemeClr val="dk1"/>
                </a:solidFill>
              </a:rPr>
              <a:t> </a:t>
            </a:r>
            <a:r>
              <a:rPr lang="en-US" sz="2500" dirty="0" err="1">
                <a:solidFill>
                  <a:schemeClr val="dk1"/>
                </a:solidFill>
              </a:rPr>
              <a:t>điều</a:t>
            </a:r>
            <a:r>
              <a:rPr lang="en-US" sz="2500" dirty="0">
                <a:solidFill>
                  <a:schemeClr val="dk1"/>
                </a:solidFill>
              </a:rPr>
              <a:t> </a:t>
            </a:r>
            <a:r>
              <a:rPr lang="en-US" sz="2500" dirty="0" err="1">
                <a:solidFill>
                  <a:schemeClr val="dk1"/>
                </a:solidFill>
              </a:rPr>
              <a:t>chỉnh</a:t>
            </a:r>
            <a:r>
              <a:rPr lang="en-US" sz="2500" dirty="0">
                <a:solidFill>
                  <a:schemeClr val="dk1"/>
                </a:solidFill>
              </a:rPr>
              <a:t> </a:t>
            </a:r>
            <a:r>
              <a:rPr lang="en-US" sz="2500" dirty="0" err="1">
                <a:solidFill>
                  <a:schemeClr val="dk1"/>
                </a:solidFill>
              </a:rPr>
              <a:t>câu</a:t>
            </a:r>
            <a:r>
              <a:rPr lang="en-US" sz="2500" dirty="0">
                <a:solidFill>
                  <a:schemeClr val="dk1"/>
                </a:solidFill>
              </a:rPr>
              <a:t> </a:t>
            </a:r>
            <a:r>
              <a:rPr lang="en-US" sz="2500" dirty="0" err="1">
                <a:solidFill>
                  <a:schemeClr val="dk1"/>
                </a:solidFill>
              </a:rPr>
              <a:t>hỏi</a:t>
            </a:r>
            <a:r>
              <a:rPr lang="en-US" sz="2500" dirty="0">
                <a:solidFill>
                  <a:schemeClr val="dk1"/>
                </a:solidFill>
              </a:rPr>
              <a:t> </a:t>
            </a:r>
            <a:r>
              <a:rPr lang="en-US" sz="2500" dirty="0" err="1">
                <a:solidFill>
                  <a:schemeClr val="dk1"/>
                </a:solidFill>
              </a:rPr>
              <a:t>phù</a:t>
            </a:r>
            <a:r>
              <a:rPr lang="en-US" sz="2500" dirty="0">
                <a:solidFill>
                  <a:schemeClr val="dk1"/>
                </a:solidFill>
              </a:rPr>
              <a:t> </a:t>
            </a:r>
            <a:r>
              <a:rPr lang="en-US" sz="2500" dirty="0" err="1">
                <a:solidFill>
                  <a:schemeClr val="dk1"/>
                </a:solidFill>
              </a:rPr>
              <a:t>hợp</a:t>
            </a:r>
            <a:r>
              <a:rPr lang="en-US" sz="2500" dirty="0">
                <a:solidFill>
                  <a:schemeClr val="dk1"/>
                </a:solidFill>
              </a:rPr>
              <a:t> </a:t>
            </a:r>
            <a:r>
              <a:rPr lang="en-US" sz="2500" dirty="0" err="1">
                <a:solidFill>
                  <a:schemeClr val="dk1"/>
                </a:solidFill>
              </a:rPr>
              <a:t>với</a:t>
            </a:r>
            <a:r>
              <a:rPr lang="en-US" sz="2500" dirty="0">
                <a:solidFill>
                  <a:schemeClr val="dk1"/>
                </a:solidFill>
              </a:rPr>
              <a:t> </a:t>
            </a:r>
            <a:r>
              <a:rPr lang="en-US" sz="2500" dirty="0" err="1">
                <a:solidFill>
                  <a:schemeClr val="dk1"/>
                </a:solidFill>
              </a:rPr>
              <a:t>từng</a:t>
            </a:r>
            <a:r>
              <a:rPr lang="en-US" sz="2500" dirty="0">
                <a:solidFill>
                  <a:schemeClr val="dk1"/>
                </a:solidFill>
              </a:rPr>
              <a:t> </a:t>
            </a:r>
            <a:r>
              <a:rPr lang="en-US" sz="2500" dirty="0" err="1">
                <a:solidFill>
                  <a:schemeClr val="dk1"/>
                </a:solidFill>
              </a:rPr>
              <a:t>tình</a:t>
            </a:r>
            <a:r>
              <a:rPr lang="en-US" sz="2500" dirty="0">
                <a:solidFill>
                  <a:schemeClr val="dk1"/>
                </a:solidFill>
              </a:rPr>
              <a:t> </a:t>
            </a:r>
            <a:r>
              <a:rPr lang="en-US" sz="2500" dirty="0" err="1">
                <a:solidFill>
                  <a:schemeClr val="dk1"/>
                </a:solidFill>
              </a:rPr>
              <a:t>huống</a:t>
            </a:r>
            <a:r>
              <a:rPr lang="en-US" sz="2500" dirty="0">
                <a:solidFill>
                  <a:schemeClr val="dk1"/>
                </a:solidFill>
              </a:rPr>
              <a:t>. </a:t>
            </a:r>
            <a:r>
              <a:rPr lang="en-US" sz="2500" dirty="0" err="1">
                <a:solidFill>
                  <a:schemeClr val="dk1"/>
                </a:solidFill>
              </a:rPr>
              <a:t>Nếu</a:t>
            </a:r>
            <a:r>
              <a:rPr lang="en-US" sz="2500" dirty="0">
                <a:solidFill>
                  <a:schemeClr val="dk1"/>
                </a:solidFill>
              </a:rPr>
              <a:t> </a:t>
            </a:r>
            <a:r>
              <a:rPr lang="en-US" sz="2500" dirty="0" err="1">
                <a:solidFill>
                  <a:schemeClr val="dk1"/>
                </a:solidFill>
              </a:rPr>
              <a:t>không</a:t>
            </a:r>
            <a:r>
              <a:rPr lang="en-US" sz="2500" dirty="0">
                <a:solidFill>
                  <a:schemeClr val="dk1"/>
                </a:solidFill>
              </a:rPr>
              <a:t> </a:t>
            </a:r>
            <a:r>
              <a:rPr lang="en-US" sz="2500" dirty="0" err="1">
                <a:solidFill>
                  <a:schemeClr val="dk1"/>
                </a:solidFill>
              </a:rPr>
              <a:t>chú</a:t>
            </a:r>
            <a:r>
              <a:rPr lang="en-US" sz="2500" dirty="0">
                <a:solidFill>
                  <a:schemeClr val="dk1"/>
                </a:solidFill>
              </a:rPr>
              <a:t> ý, </a:t>
            </a:r>
            <a:r>
              <a:rPr lang="en-US" sz="2500" dirty="0" err="1">
                <a:solidFill>
                  <a:schemeClr val="dk1"/>
                </a:solidFill>
              </a:rPr>
              <a:t>cuộc</a:t>
            </a:r>
            <a:r>
              <a:rPr lang="en-US" sz="2500" dirty="0">
                <a:solidFill>
                  <a:schemeClr val="dk1"/>
                </a:solidFill>
              </a:rPr>
              <a:t> </a:t>
            </a:r>
            <a:r>
              <a:rPr lang="en-US" sz="2500" dirty="0" err="1">
                <a:solidFill>
                  <a:schemeClr val="dk1"/>
                </a:solidFill>
              </a:rPr>
              <a:t>phỏng</a:t>
            </a:r>
            <a:r>
              <a:rPr lang="en-US" sz="2500" dirty="0">
                <a:solidFill>
                  <a:schemeClr val="dk1"/>
                </a:solidFill>
              </a:rPr>
              <a:t> </a:t>
            </a:r>
            <a:r>
              <a:rPr lang="en-US" sz="2500" dirty="0" err="1">
                <a:solidFill>
                  <a:schemeClr val="dk1"/>
                </a:solidFill>
              </a:rPr>
              <a:t>vấn</a:t>
            </a:r>
            <a:r>
              <a:rPr lang="en-US" sz="2500" dirty="0">
                <a:solidFill>
                  <a:schemeClr val="dk1"/>
                </a:solidFill>
              </a:rPr>
              <a:t> </a:t>
            </a:r>
            <a:r>
              <a:rPr lang="en-US" sz="2500" dirty="0" err="1">
                <a:solidFill>
                  <a:schemeClr val="dk1"/>
                </a:solidFill>
              </a:rPr>
              <a:t>có</a:t>
            </a:r>
            <a:r>
              <a:rPr lang="en-US" sz="2500" dirty="0">
                <a:solidFill>
                  <a:schemeClr val="dk1"/>
                </a:solidFill>
              </a:rPr>
              <a:t> </a:t>
            </a:r>
            <a:r>
              <a:rPr lang="en-US" sz="2500" dirty="0" err="1">
                <a:solidFill>
                  <a:schemeClr val="dk1"/>
                </a:solidFill>
              </a:rPr>
              <a:t>thể</a:t>
            </a:r>
            <a:r>
              <a:rPr lang="en-US" sz="2500" dirty="0">
                <a:solidFill>
                  <a:schemeClr val="dk1"/>
                </a:solidFill>
              </a:rPr>
              <a:t> </a:t>
            </a:r>
            <a:r>
              <a:rPr lang="en-US" sz="2500" dirty="0" err="1">
                <a:solidFill>
                  <a:schemeClr val="dk1"/>
                </a:solidFill>
              </a:rPr>
              <a:t>kéo</a:t>
            </a:r>
            <a:r>
              <a:rPr lang="en-US" sz="2500" dirty="0">
                <a:solidFill>
                  <a:schemeClr val="dk1"/>
                </a:solidFill>
              </a:rPr>
              <a:t> </a:t>
            </a:r>
            <a:r>
              <a:rPr lang="en-US" sz="2500" dirty="0" err="1">
                <a:solidFill>
                  <a:schemeClr val="dk1"/>
                </a:solidFill>
              </a:rPr>
              <a:t>dài</a:t>
            </a:r>
            <a:r>
              <a:rPr lang="en-US" sz="2500" dirty="0">
                <a:solidFill>
                  <a:schemeClr val="dk1"/>
                </a:solidFill>
              </a:rPr>
              <a:t> </a:t>
            </a:r>
            <a:r>
              <a:rPr lang="en-US" sz="2500" dirty="0" err="1">
                <a:solidFill>
                  <a:schemeClr val="dk1"/>
                </a:solidFill>
              </a:rPr>
              <a:t>mà</a:t>
            </a:r>
            <a:r>
              <a:rPr lang="en-US" sz="2500" dirty="0">
                <a:solidFill>
                  <a:schemeClr val="dk1"/>
                </a:solidFill>
              </a:rPr>
              <a:t> </a:t>
            </a:r>
            <a:r>
              <a:rPr lang="en-US" sz="2500" dirty="0" err="1">
                <a:solidFill>
                  <a:schemeClr val="dk1"/>
                </a:solidFill>
              </a:rPr>
              <a:t>không</a:t>
            </a:r>
            <a:r>
              <a:rPr lang="en-US" sz="2500" dirty="0">
                <a:solidFill>
                  <a:schemeClr val="dk1"/>
                </a:solidFill>
              </a:rPr>
              <a:t> </a:t>
            </a:r>
            <a:r>
              <a:rPr lang="en-US" sz="2500" dirty="0" err="1">
                <a:solidFill>
                  <a:schemeClr val="dk1"/>
                </a:solidFill>
              </a:rPr>
              <a:t>thu</a:t>
            </a:r>
            <a:r>
              <a:rPr lang="en-US" sz="2500" dirty="0">
                <a:solidFill>
                  <a:schemeClr val="dk1"/>
                </a:solidFill>
              </a:rPr>
              <a:t> </a:t>
            </a:r>
            <a:r>
              <a:rPr lang="en-US" sz="2500" dirty="0" err="1">
                <a:solidFill>
                  <a:schemeClr val="dk1"/>
                </a:solidFill>
              </a:rPr>
              <a:t>được</a:t>
            </a:r>
            <a:r>
              <a:rPr lang="en-US" sz="2500" dirty="0">
                <a:solidFill>
                  <a:schemeClr val="dk1"/>
                </a:solidFill>
              </a:rPr>
              <a:t> </a:t>
            </a:r>
            <a:r>
              <a:rPr lang="en-US" sz="2500" dirty="0" err="1">
                <a:solidFill>
                  <a:schemeClr val="dk1"/>
                </a:solidFill>
              </a:rPr>
              <a:t>thông</a:t>
            </a:r>
            <a:r>
              <a:rPr lang="en-US" sz="2500" dirty="0">
                <a:solidFill>
                  <a:schemeClr val="dk1"/>
                </a:solidFill>
              </a:rPr>
              <a:t> tin </a:t>
            </a:r>
            <a:r>
              <a:rPr lang="en-US" sz="2500" dirty="0" err="1">
                <a:solidFill>
                  <a:schemeClr val="dk1"/>
                </a:solidFill>
              </a:rPr>
              <a:t>cần</a:t>
            </a:r>
            <a:r>
              <a:rPr lang="en-US" sz="2500" dirty="0">
                <a:solidFill>
                  <a:schemeClr val="dk1"/>
                </a:solidFill>
              </a:rPr>
              <a:t> </a:t>
            </a:r>
            <a:r>
              <a:rPr lang="en-US" sz="2500" dirty="0" err="1">
                <a:solidFill>
                  <a:schemeClr val="dk1"/>
                </a:solidFill>
              </a:rPr>
              <a:t>thiết</a:t>
            </a:r>
            <a:r>
              <a:rPr lang="en-US" sz="2500" dirty="0">
                <a:solidFill>
                  <a:schemeClr val="dk1"/>
                </a:solidFill>
              </a:rPr>
              <a:t>.</a:t>
            </a:r>
            <a:endParaRPr sz="2500" dirty="0">
              <a:solidFill>
                <a:schemeClr val="dk1"/>
              </a:solidFill>
            </a:endParaRPr>
          </a:p>
          <a:p>
            <a:pPr marL="0" lvl="0" indent="0" algn="l" rtl="0">
              <a:lnSpc>
                <a:spcPct val="115000"/>
              </a:lnSpc>
              <a:spcBef>
                <a:spcPts val="2700"/>
              </a:spcBef>
              <a:spcAft>
                <a:spcPts val="0"/>
              </a:spcAft>
              <a:buClr>
                <a:schemeClr val="dk1"/>
              </a:buClr>
              <a:buSzPts val="1100"/>
              <a:buFont typeface="Arial"/>
              <a:buNone/>
            </a:pPr>
            <a:r>
              <a:rPr lang="en-US" sz="2500" dirty="0" err="1">
                <a:solidFill>
                  <a:schemeClr val="dk1"/>
                </a:solidFill>
              </a:rPr>
              <a:t>Có</a:t>
            </a:r>
            <a:r>
              <a:rPr lang="en-US" sz="2500" dirty="0">
                <a:solidFill>
                  <a:schemeClr val="dk1"/>
                </a:solidFill>
              </a:rPr>
              <a:t> </a:t>
            </a:r>
            <a:r>
              <a:rPr lang="en-US" sz="2500" dirty="0" err="1">
                <a:solidFill>
                  <a:schemeClr val="dk1"/>
                </a:solidFill>
              </a:rPr>
              <a:t>thể</a:t>
            </a:r>
            <a:r>
              <a:rPr lang="en-US" sz="2500" dirty="0">
                <a:solidFill>
                  <a:schemeClr val="dk1"/>
                </a:solidFill>
              </a:rPr>
              <a:t> </a:t>
            </a:r>
            <a:r>
              <a:rPr lang="en-US" sz="2500" dirty="0" err="1">
                <a:solidFill>
                  <a:schemeClr val="dk1"/>
                </a:solidFill>
              </a:rPr>
              <a:t>gặp</a:t>
            </a:r>
            <a:r>
              <a:rPr lang="en-US" sz="2500" dirty="0">
                <a:solidFill>
                  <a:schemeClr val="dk1"/>
                </a:solidFill>
              </a:rPr>
              <a:t> </a:t>
            </a:r>
            <a:r>
              <a:rPr lang="en-US" sz="2500" dirty="0" err="1">
                <a:solidFill>
                  <a:schemeClr val="dk1"/>
                </a:solidFill>
              </a:rPr>
              <a:t>khó</a:t>
            </a:r>
            <a:r>
              <a:rPr lang="en-US" sz="2500" dirty="0">
                <a:solidFill>
                  <a:schemeClr val="dk1"/>
                </a:solidFill>
              </a:rPr>
              <a:t> </a:t>
            </a:r>
            <a:r>
              <a:rPr lang="en-US" sz="2500" dirty="0" err="1">
                <a:solidFill>
                  <a:schemeClr val="dk1"/>
                </a:solidFill>
              </a:rPr>
              <a:t>khăn</a:t>
            </a:r>
            <a:r>
              <a:rPr lang="en-US" sz="2500" dirty="0">
                <a:solidFill>
                  <a:schemeClr val="dk1"/>
                </a:solidFill>
              </a:rPr>
              <a:t> </a:t>
            </a:r>
            <a:r>
              <a:rPr lang="en-US" sz="2500" dirty="0" err="1">
                <a:solidFill>
                  <a:schemeClr val="dk1"/>
                </a:solidFill>
              </a:rPr>
              <a:t>trong</a:t>
            </a:r>
            <a:r>
              <a:rPr lang="en-US" sz="2500" dirty="0">
                <a:solidFill>
                  <a:schemeClr val="dk1"/>
                </a:solidFill>
              </a:rPr>
              <a:t> </a:t>
            </a:r>
            <a:r>
              <a:rPr lang="en-US" sz="2500" dirty="0" err="1">
                <a:solidFill>
                  <a:schemeClr val="dk1"/>
                </a:solidFill>
              </a:rPr>
              <a:t>việc</a:t>
            </a:r>
            <a:r>
              <a:rPr lang="en-US" sz="2500" dirty="0">
                <a:solidFill>
                  <a:schemeClr val="dk1"/>
                </a:solidFill>
              </a:rPr>
              <a:t> </a:t>
            </a:r>
            <a:r>
              <a:rPr lang="en-US" sz="2500" dirty="0" err="1">
                <a:solidFill>
                  <a:schemeClr val="dk1"/>
                </a:solidFill>
              </a:rPr>
              <a:t>duy</a:t>
            </a:r>
            <a:r>
              <a:rPr lang="en-US" sz="2500" dirty="0">
                <a:solidFill>
                  <a:schemeClr val="dk1"/>
                </a:solidFill>
              </a:rPr>
              <a:t> </a:t>
            </a:r>
            <a:r>
              <a:rPr lang="en-US" sz="2500" dirty="0" err="1">
                <a:solidFill>
                  <a:schemeClr val="dk1"/>
                </a:solidFill>
              </a:rPr>
              <a:t>trì</a:t>
            </a:r>
            <a:r>
              <a:rPr lang="en-US" sz="2500" dirty="0">
                <a:solidFill>
                  <a:schemeClr val="dk1"/>
                </a:solidFill>
              </a:rPr>
              <a:t> </a:t>
            </a:r>
            <a:r>
              <a:rPr lang="en-US" sz="2500" dirty="0" err="1">
                <a:solidFill>
                  <a:schemeClr val="dk1"/>
                </a:solidFill>
              </a:rPr>
              <a:t>cuộc</a:t>
            </a:r>
            <a:r>
              <a:rPr lang="en-US" sz="2500" dirty="0">
                <a:solidFill>
                  <a:schemeClr val="dk1"/>
                </a:solidFill>
              </a:rPr>
              <a:t> </a:t>
            </a:r>
            <a:r>
              <a:rPr lang="en-US" sz="2500" dirty="0" err="1">
                <a:solidFill>
                  <a:schemeClr val="dk1"/>
                </a:solidFill>
              </a:rPr>
              <a:t>trò</a:t>
            </a:r>
            <a:r>
              <a:rPr lang="en-US" sz="2500" dirty="0">
                <a:solidFill>
                  <a:schemeClr val="dk1"/>
                </a:solidFill>
              </a:rPr>
              <a:t> </a:t>
            </a:r>
            <a:r>
              <a:rPr lang="en-US" sz="2500" dirty="0" err="1">
                <a:solidFill>
                  <a:schemeClr val="dk1"/>
                </a:solidFill>
              </a:rPr>
              <a:t>chuyện</a:t>
            </a:r>
            <a:r>
              <a:rPr lang="en-US" sz="2500" dirty="0">
                <a:solidFill>
                  <a:schemeClr val="dk1"/>
                </a:solidFill>
              </a:rPr>
              <a:t> </a:t>
            </a:r>
            <a:r>
              <a:rPr lang="en-US" sz="2500" dirty="0" err="1">
                <a:solidFill>
                  <a:schemeClr val="dk1"/>
                </a:solidFill>
              </a:rPr>
              <a:t>nếu</a:t>
            </a:r>
            <a:r>
              <a:rPr lang="en-US" sz="2500" dirty="0">
                <a:solidFill>
                  <a:schemeClr val="dk1"/>
                </a:solidFill>
              </a:rPr>
              <a:t> </a:t>
            </a:r>
            <a:r>
              <a:rPr lang="en-US" sz="2500" dirty="0" err="1">
                <a:solidFill>
                  <a:schemeClr val="dk1"/>
                </a:solidFill>
              </a:rPr>
              <a:t>người</a:t>
            </a:r>
            <a:r>
              <a:rPr lang="en-US" sz="2500" dirty="0">
                <a:solidFill>
                  <a:schemeClr val="dk1"/>
                </a:solidFill>
              </a:rPr>
              <a:t> </a:t>
            </a:r>
            <a:r>
              <a:rPr lang="en-US" sz="2500" dirty="0" err="1">
                <a:solidFill>
                  <a:schemeClr val="dk1"/>
                </a:solidFill>
              </a:rPr>
              <a:t>phỏng</a:t>
            </a:r>
            <a:r>
              <a:rPr lang="en-US" sz="2500" dirty="0">
                <a:solidFill>
                  <a:schemeClr val="dk1"/>
                </a:solidFill>
              </a:rPr>
              <a:t> </a:t>
            </a:r>
            <a:r>
              <a:rPr lang="en-US" sz="2500" dirty="0" err="1">
                <a:solidFill>
                  <a:schemeClr val="dk1"/>
                </a:solidFill>
              </a:rPr>
              <a:t>vấn</a:t>
            </a:r>
            <a:r>
              <a:rPr lang="en-US" sz="2500" dirty="0">
                <a:solidFill>
                  <a:schemeClr val="dk1"/>
                </a:solidFill>
              </a:rPr>
              <a:t> </a:t>
            </a:r>
            <a:r>
              <a:rPr lang="en-US" sz="2500" dirty="0" err="1">
                <a:solidFill>
                  <a:schemeClr val="dk1"/>
                </a:solidFill>
              </a:rPr>
              <a:t>không</a:t>
            </a:r>
            <a:r>
              <a:rPr lang="en-US" sz="2500" dirty="0">
                <a:solidFill>
                  <a:schemeClr val="dk1"/>
                </a:solidFill>
              </a:rPr>
              <a:t> </a:t>
            </a:r>
            <a:r>
              <a:rPr lang="en-US" sz="2500" dirty="0" err="1">
                <a:solidFill>
                  <a:schemeClr val="dk1"/>
                </a:solidFill>
              </a:rPr>
              <a:t>thoải</a:t>
            </a:r>
            <a:r>
              <a:rPr lang="en-US" sz="2500" dirty="0">
                <a:solidFill>
                  <a:schemeClr val="dk1"/>
                </a:solidFill>
              </a:rPr>
              <a:t> </a:t>
            </a:r>
            <a:r>
              <a:rPr lang="en-US" sz="2500" dirty="0" err="1">
                <a:solidFill>
                  <a:schemeClr val="dk1"/>
                </a:solidFill>
              </a:rPr>
              <a:t>mái</a:t>
            </a:r>
            <a:r>
              <a:rPr lang="en-US" sz="2500" dirty="0">
                <a:solidFill>
                  <a:schemeClr val="dk1"/>
                </a:solidFill>
              </a:rPr>
              <a:t>. Trong </a:t>
            </a:r>
            <a:r>
              <a:rPr lang="en-US" sz="2500" dirty="0" err="1">
                <a:solidFill>
                  <a:schemeClr val="dk1"/>
                </a:solidFill>
              </a:rPr>
              <a:t>trường</a:t>
            </a:r>
            <a:r>
              <a:rPr lang="en-US" sz="2500" dirty="0">
                <a:solidFill>
                  <a:schemeClr val="dk1"/>
                </a:solidFill>
              </a:rPr>
              <a:t> </a:t>
            </a:r>
            <a:r>
              <a:rPr lang="en-US" sz="2500" dirty="0" err="1">
                <a:solidFill>
                  <a:schemeClr val="dk1"/>
                </a:solidFill>
              </a:rPr>
              <a:t>hợp</a:t>
            </a:r>
            <a:r>
              <a:rPr lang="en-US" sz="2500" dirty="0">
                <a:solidFill>
                  <a:schemeClr val="dk1"/>
                </a:solidFill>
              </a:rPr>
              <a:t> </a:t>
            </a:r>
            <a:r>
              <a:rPr lang="en-US" sz="2500" dirty="0" err="1">
                <a:solidFill>
                  <a:schemeClr val="dk1"/>
                </a:solidFill>
              </a:rPr>
              <a:t>này</a:t>
            </a:r>
            <a:r>
              <a:rPr lang="en-US" sz="2500" dirty="0">
                <a:solidFill>
                  <a:schemeClr val="dk1"/>
                </a:solidFill>
              </a:rPr>
              <a:t>, </a:t>
            </a:r>
            <a:r>
              <a:rPr lang="en-US" sz="2500" dirty="0" err="1">
                <a:solidFill>
                  <a:schemeClr val="dk1"/>
                </a:solidFill>
              </a:rPr>
              <a:t>bạn</a:t>
            </a:r>
            <a:r>
              <a:rPr lang="en-US" sz="2500" dirty="0">
                <a:solidFill>
                  <a:schemeClr val="dk1"/>
                </a:solidFill>
              </a:rPr>
              <a:t> </a:t>
            </a:r>
            <a:r>
              <a:rPr lang="en-US" sz="2500" dirty="0" err="1">
                <a:solidFill>
                  <a:schemeClr val="dk1"/>
                </a:solidFill>
              </a:rPr>
              <a:t>cần</a:t>
            </a:r>
            <a:r>
              <a:rPr lang="en-US" sz="2500" dirty="0">
                <a:solidFill>
                  <a:schemeClr val="dk1"/>
                </a:solidFill>
              </a:rPr>
              <a:t> </a:t>
            </a:r>
            <a:r>
              <a:rPr lang="en-US" sz="2500" dirty="0" err="1">
                <a:solidFill>
                  <a:schemeClr val="dk1"/>
                </a:solidFill>
              </a:rPr>
              <a:t>linh</a:t>
            </a:r>
            <a:r>
              <a:rPr lang="en-US" sz="2500" dirty="0">
                <a:solidFill>
                  <a:schemeClr val="dk1"/>
                </a:solidFill>
              </a:rPr>
              <a:t> </a:t>
            </a:r>
            <a:r>
              <a:rPr lang="en-US" sz="2500" dirty="0" err="1">
                <a:solidFill>
                  <a:schemeClr val="dk1"/>
                </a:solidFill>
              </a:rPr>
              <a:t>hoạt</a:t>
            </a:r>
            <a:r>
              <a:rPr lang="en-US" sz="2500" dirty="0">
                <a:solidFill>
                  <a:schemeClr val="dk1"/>
                </a:solidFill>
              </a:rPr>
              <a:t> </a:t>
            </a:r>
            <a:r>
              <a:rPr lang="en-US" sz="2500" dirty="0" err="1">
                <a:solidFill>
                  <a:schemeClr val="dk1"/>
                </a:solidFill>
              </a:rPr>
              <a:t>và</a:t>
            </a:r>
            <a:r>
              <a:rPr lang="en-US" sz="2500" dirty="0">
                <a:solidFill>
                  <a:schemeClr val="dk1"/>
                </a:solidFill>
              </a:rPr>
              <a:t> </a:t>
            </a:r>
            <a:r>
              <a:rPr lang="en-US" sz="2500" dirty="0" err="1">
                <a:solidFill>
                  <a:schemeClr val="dk1"/>
                </a:solidFill>
              </a:rPr>
              <a:t>tạo</a:t>
            </a:r>
            <a:r>
              <a:rPr lang="en-US" sz="2500" dirty="0">
                <a:solidFill>
                  <a:schemeClr val="dk1"/>
                </a:solidFill>
              </a:rPr>
              <a:t> </a:t>
            </a:r>
            <a:r>
              <a:rPr lang="en-US" sz="2500" dirty="0" err="1">
                <a:solidFill>
                  <a:schemeClr val="dk1"/>
                </a:solidFill>
              </a:rPr>
              <a:t>ra</a:t>
            </a:r>
            <a:r>
              <a:rPr lang="en-US" sz="2500" dirty="0">
                <a:solidFill>
                  <a:schemeClr val="dk1"/>
                </a:solidFill>
              </a:rPr>
              <a:t> </a:t>
            </a:r>
            <a:r>
              <a:rPr lang="en-US" sz="2500" dirty="0" err="1">
                <a:solidFill>
                  <a:schemeClr val="dk1"/>
                </a:solidFill>
              </a:rPr>
              <a:t>không</a:t>
            </a:r>
            <a:r>
              <a:rPr lang="en-US" sz="2500" dirty="0">
                <a:solidFill>
                  <a:schemeClr val="dk1"/>
                </a:solidFill>
              </a:rPr>
              <a:t> </a:t>
            </a:r>
            <a:r>
              <a:rPr lang="en-US" sz="2500" dirty="0" err="1">
                <a:solidFill>
                  <a:schemeClr val="dk1"/>
                </a:solidFill>
              </a:rPr>
              <a:t>khí</a:t>
            </a:r>
            <a:r>
              <a:rPr lang="en-US" sz="2500" dirty="0">
                <a:solidFill>
                  <a:schemeClr val="dk1"/>
                </a:solidFill>
              </a:rPr>
              <a:t> </a:t>
            </a:r>
            <a:r>
              <a:rPr lang="en-US" sz="2500" dirty="0" err="1">
                <a:solidFill>
                  <a:schemeClr val="dk1"/>
                </a:solidFill>
              </a:rPr>
              <a:t>cởi</a:t>
            </a:r>
            <a:r>
              <a:rPr lang="en-US" sz="2500" dirty="0">
                <a:solidFill>
                  <a:schemeClr val="dk1"/>
                </a:solidFill>
              </a:rPr>
              <a:t> </a:t>
            </a:r>
            <a:r>
              <a:rPr lang="en-US" sz="2500" dirty="0" err="1">
                <a:solidFill>
                  <a:schemeClr val="dk1"/>
                </a:solidFill>
              </a:rPr>
              <a:t>mở</a:t>
            </a:r>
            <a:r>
              <a:rPr lang="en-US" sz="2500" dirty="0">
                <a:solidFill>
                  <a:schemeClr val="dk1"/>
                </a:solidFill>
              </a:rPr>
              <a:t> </a:t>
            </a:r>
            <a:r>
              <a:rPr lang="en-US" sz="2500" dirty="0" err="1">
                <a:solidFill>
                  <a:schemeClr val="dk1"/>
                </a:solidFill>
              </a:rPr>
              <a:t>để</a:t>
            </a:r>
            <a:r>
              <a:rPr lang="en-US" sz="2500" dirty="0">
                <a:solidFill>
                  <a:schemeClr val="dk1"/>
                </a:solidFill>
              </a:rPr>
              <a:t> </a:t>
            </a:r>
            <a:r>
              <a:rPr lang="en-US" sz="2500" dirty="0" err="1">
                <a:solidFill>
                  <a:schemeClr val="dk1"/>
                </a:solidFill>
              </a:rPr>
              <a:t>ứng</a:t>
            </a:r>
            <a:r>
              <a:rPr lang="en-US" sz="2500" dirty="0">
                <a:solidFill>
                  <a:schemeClr val="dk1"/>
                </a:solidFill>
              </a:rPr>
              <a:t> </a:t>
            </a:r>
            <a:r>
              <a:rPr lang="en-US" sz="2500" dirty="0" err="1">
                <a:solidFill>
                  <a:schemeClr val="dk1"/>
                </a:solidFill>
              </a:rPr>
              <a:t>viên</a:t>
            </a:r>
            <a:r>
              <a:rPr lang="en-US" sz="2500" dirty="0">
                <a:solidFill>
                  <a:schemeClr val="dk1"/>
                </a:solidFill>
              </a:rPr>
              <a:t> </a:t>
            </a:r>
            <a:r>
              <a:rPr lang="en-US" sz="2500" dirty="0" err="1">
                <a:solidFill>
                  <a:schemeClr val="dk1"/>
                </a:solidFill>
              </a:rPr>
              <a:t>cảm</a:t>
            </a:r>
            <a:r>
              <a:rPr lang="en-US" sz="2500" dirty="0">
                <a:solidFill>
                  <a:schemeClr val="dk1"/>
                </a:solidFill>
              </a:rPr>
              <a:t> </a:t>
            </a:r>
            <a:r>
              <a:rPr lang="en-US" sz="2500" dirty="0" err="1">
                <a:solidFill>
                  <a:schemeClr val="dk1"/>
                </a:solidFill>
              </a:rPr>
              <a:t>thấy</a:t>
            </a:r>
            <a:r>
              <a:rPr lang="en-US" sz="2500" dirty="0">
                <a:solidFill>
                  <a:schemeClr val="dk1"/>
                </a:solidFill>
              </a:rPr>
              <a:t> </a:t>
            </a:r>
            <a:r>
              <a:rPr lang="en-US" sz="2500" dirty="0" err="1">
                <a:solidFill>
                  <a:schemeClr val="dk1"/>
                </a:solidFill>
              </a:rPr>
              <a:t>thoải</a:t>
            </a:r>
            <a:r>
              <a:rPr lang="en-US" sz="2500" dirty="0">
                <a:solidFill>
                  <a:schemeClr val="dk1"/>
                </a:solidFill>
              </a:rPr>
              <a:t> </a:t>
            </a:r>
            <a:r>
              <a:rPr lang="en-US" sz="2500" dirty="0" err="1">
                <a:solidFill>
                  <a:schemeClr val="dk1"/>
                </a:solidFill>
              </a:rPr>
              <a:t>mái</a:t>
            </a:r>
            <a:r>
              <a:rPr lang="en-US" sz="2500" dirty="0">
                <a:solidFill>
                  <a:schemeClr val="dk1"/>
                </a:solidFill>
              </a:rPr>
              <a:t> </a:t>
            </a:r>
            <a:r>
              <a:rPr lang="en-US" sz="2500" dirty="0" err="1">
                <a:solidFill>
                  <a:schemeClr val="dk1"/>
                </a:solidFill>
              </a:rPr>
              <a:t>hơn</a:t>
            </a:r>
            <a:r>
              <a:rPr lang="en-US" sz="2500" dirty="0">
                <a:solidFill>
                  <a:schemeClr val="dk1"/>
                </a:solidFill>
              </a:rPr>
              <a:t> </a:t>
            </a:r>
            <a:r>
              <a:rPr lang="en-US" sz="2500" dirty="0" err="1">
                <a:solidFill>
                  <a:schemeClr val="dk1"/>
                </a:solidFill>
              </a:rPr>
              <a:t>khi</a:t>
            </a:r>
            <a:r>
              <a:rPr lang="en-US" sz="2500" dirty="0">
                <a:solidFill>
                  <a:schemeClr val="dk1"/>
                </a:solidFill>
              </a:rPr>
              <a:t> chia </a:t>
            </a:r>
            <a:r>
              <a:rPr lang="en-US" sz="2500" dirty="0" err="1">
                <a:solidFill>
                  <a:schemeClr val="dk1"/>
                </a:solidFill>
              </a:rPr>
              <a:t>sẻ</a:t>
            </a:r>
            <a:r>
              <a:rPr lang="en-US" sz="2500" dirty="0">
                <a:solidFill>
                  <a:schemeClr val="dk1"/>
                </a:solidFill>
              </a:rPr>
              <a:t>.</a:t>
            </a:r>
            <a:endParaRPr sz="2500" dirty="0">
              <a:solidFill>
                <a:schemeClr val="dk1"/>
              </a:solidFill>
            </a:endParaRPr>
          </a:p>
          <a:p>
            <a:pPr marL="0" marR="0" lvl="0" indent="0" algn="ctr" rtl="0">
              <a:lnSpc>
                <a:spcPct val="140040"/>
              </a:lnSpc>
              <a:spcBef>
                <a:spcPts val="2700"/>
              </a:spcBef>
              <a:spcAft>
                <a:spcPts val="0"/>
              </a:spcAft>
              <a:buNone/>
            </a:pPr>
            <a:endParaRPr sz="1973" dirty="0">
              <a:solidFill>
                <a:srgbClr val="145DA0"/>
              </a:solidFill>
              <a:latin typeface="Poppins"/>
              <a:ea typeface="Poppins"/>
              <a:cs typeface="Poppins"/>
              <a:sym typeface="Poppins"/>
            </a:endParaRPr>
          </a:p>
        </p:txBody>
      </p:sp>
      <p:sp>
        <p:nvSpPr>
          <p:cNvPr id="400" name="Google Shape;400;g324991e04e6_6_79"/>
          <p:cNvSpPr txBox="1"/>
          <p:nvPr/>
        </p:nvSpPr>
        <p:spPr>
          <a:xfrm>
            <a:off x="10655649" y="3015600"/>
            <a:ext cx="2630400" cy="413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685">
                <a:solidFill>
                  <a:srgbClr val="145DA0"/>
                </a:solidFill>
                <a:latin typeface="Open Sans ExtraBold"/>
                <a:ea typeface="Open Sans ExtraBold"/>
                <a:cs typeface="Open Sans ExtraBold"/>
                <a:sym typeface="Open Sans ExtraBold"/>
              </a:rPr>
              <a:t>5. Nhược điểm</a:t>
            </a:r>
            <a:endParaRPr/>
          </a:p>
        </p:txBody>
      </p:sp>
      <p:cxnSp>
        <p:nvCxnSpPr>
          <p:cNvPr id="401" name="Google Shape;401;g324991e04e6_6_79"/>
          <p:cNvCxnSpPr/>
          <p:nvPr/>
        </p:nvCxnSpPr>
        <p:spPr>
          <a:xfrm>
            <a:off x="8380279" y="3449400"/>
            <a:ext cx="0" cy="4410300"/>
          </a:xfrm>
          <a:prstGeom prst="straightConnector1">
            <a:avLst/>
          </a:prstGeom>
          <a:noFill/>
          <a:ln w="38100" cap="flat" cmpd="sng">
            <a:solidFill>
              <a:srgbClr val="145DA0"/>
            </a:solidFill>
            <a:prstDash val="solid"/>
            <a:round/>
            <a:headEnd type="none" w="sm" len="sm"/>
            <a:tailEnd type="none" w="sm" len="sm"/>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41"/>
        <p:cNvGrpSpPr/>
        <p:nvPr/>
      </p:nvGrpSpPr>
      <p:grpSpPr>
        <a:xfrm>
          <a:off x="0" y="0"/>
          <a:ext cx="0" cy="0"/>
          <a:chOff x="0" y="0"/>
          <a:chExt cx="0" cy="0"/>
        </a:xfrm>
      </p:grpSpPr>
      <p:grpSp>
        <p:nvGrpSpPr>
          <p:cNvPr id="442" name="Google Shape;442;p9"/>
          <p:cNvGrpSpPr/>
          <p:nvPr/>
        </p:nvGrpSpPr>
        <p:grpSpPr>
          <a:xfrm>
            <a:off x="247242" y="106233"/>
            <a:ext cx="17793515" cy="9938472"/>
            <a:chOff x="0" y="-38100"/>
            <a:chExt cx="4982580" cy="2782993"/>
          </a:xfrm>
        </p:grpSpPr>
        <p:sp>
          <p:nvSpPr>
            <p:cNvPr id="443" name="Google Shape;443;p9"/>
            <p:cNvSpPr/>
            <p:nvPr/>
          </p:nvSpPr>
          <p:spPr>
            <a:xfrm>
              <a:off x="0" y="0"/>
              <a:ext cx="4982580" cy="2744893"/>
            </a:xfrm>
            <a:custGeom>
              <a:avLst/>
              <a:gdLst/>
              <a:ahLst/>
              <a:cxnLst/>
              <a:rect l="l" t="t" r="r" b="b"/>
              <a:pathLst>
                <a:path w="4982580" h="2744893" extrusionOk="0">
                  <a:moveTo>
                    <a:pt x="0" y="0"/>
                  </a:moveTo>
                  <a:lnTo>
                    <a:pt x="4982580" y="0"/>
                  </a:lnTo>
                  <a:lnTo>
                    <a:pt x="4982580" y="2744893"/>
                  </a:lnTo>
                  <a:lnTo>
                    <a:pt x="0" y="2744893"/>
                  </a:lnTo>
                  <a:close/>
                </a:path>
              </a:pathLst>
            </a:custGeom>
            <a:solidFill>
              <a:srgbClr val="000000">
                <a:alpha val="0"/>
              </a:srgbClr>
            </a:solidFill>
            <a:ln w="228600" cap="sq" cmpd="sng">
              <a:solidFill>
                <a:srgbClr val="145DA0"/>
              </a:solidFill>
              <a:prstDash val="solid"/>
              <a:miter lim="8000"/>
              <a:headEnd type="none" w="sm" len="sm"/>
              <a:tailEnd type="none" w="sm" len="sm"/>
            </a:ln>
          </p:spPr>
        </p:sp>
        <p:sp>
          <p:nvSpPr>
            <p:cNvPr id="444" name="Google Shape;444;p9"/>
            <p:cNvSpPr txBox="1"/>
            <p:nvPr/>
          </p:nvSpPr>
          <p:spPr>
            <a:xfrm>
              <a:off x="0" y="-38100"/>
              <a:ext cx="4982580" cy="278299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5" name="Google Shape;445;p9"/>
          <p:cNvSpPr/>
          <p:nvPr/>
        </p:nvSpPr>
        <p:spPr>
          <a:xfrm>
            <a:off x="2297323" y="8211194"/>
            <a:ext cx="4154377" cy="582587"/>
          </a:xfrm>
          <a:custGeom>
            <a:avLst/>
            <a:gdLst/>
            <a:ahLst/>
            <a:cxnLst/>
            <a:rect l="l" t="t" r="r" b="b"/>
            <a:pathLst>
              <a:path w="4154377" h="582587" extrusionOk="0">
                <a:moveTo>
                  <a:pt x="0" y="0"/>
                </a:moveTo>
                <a:lnTo>
                  <a:pt x="4154377" y="0"/>
                </a:lnTo>
                <a:lnTo>
                  <a:pt x="4154377" y="582587"/>
                </a:lnTo>
                <a:lnTo>
                  <a:pt x="0" y="582587"/>
                </a:lnTo>
                <a:lnTo>
                  <a:pt x="0" y="0"/>
                </a:lnTo>
                <a:close/>
              </a:path>
            </a:pathLst>
          </a:custGeom>
          <a:blipFill rotWithShape="1">
            <a:blip r:embed="rId3">
              <a:alphaModFix/>
            </a:blip>
            <a:stretch>
              <a:fillRect t="-40833"/>
            </a:stretch>
          </a:blipFill>
          <a:ln>
            <a:noFill/>
          </a:ln>
        </p:spPr>
      </p:sp>
      <p:grpSp>
        <p:nvGrpSpPr>
          <p:cNvPr id="446" name="Google Shape;446;p9"/>
          <p:cNvGrpSpPr/>
          <p:nvPr/>
        </p:nvGrpSpPr>
        <p:grpSpPr>
          <a:xfrm>
            <a:off x="2272544" y="2353299"/>
            <a:ext cx="4203375" cy="6086921"/>
            <a:chOff x="0" y="-38100"/>
            <a:chExt cx="1416547" cy="2051307"/>
          </a:xfrm>
        </p:grpSpPr>
        <p:sp>
          <p:nvSpPr>
            <p:cNvPr id="447" name="Google Shape;447;p9"/>
            <p:cNvSpPr/>
            <p:nvPr/>
          </p:nvSpPr>
          <p:spPr>
            <a:xfrm>
              <a:off x="0" y="0"/>
              <a:ext cx="1416547" cy="2013207"/>
            </a:xfrm>
            <a:custGeom>
              <a:avLst/>
              <a:gdLst/>
              <a:ahLst/>
              <a:cxnLst/>
              <a:rect l="l" t="t" r="r" b="b"/>
              <a:pathLst>
                <a:path w="1416547" h="2013207" extrusionOk="0">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cmpd="sng">
              <a:solidFill>
                <a:srgbClr val="145D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txBox="1"/>
            <p:nvPr/>
          </p:nvSpPr>
          <p:spPr>
            <a:xfrm>
              <a:off x="0" y="-38100"/>
              <a:ext cx="1416547" cy="205130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49" name="Google Shape;449;p9"/>
          <p:cNvCxnSpPr/>
          <p:nvPr/>
        </p:nvCxnSpPr>
        <p:spPr>
          <a:xfrm>
            <a:off x="2320273" y="3428999"/>
            <a:ext cx="4154400" cy="0"/>
          </a:xfrm>
          <a:prstGeom prst="straightConnector1">
            <a:avLst/>
          </a:prstGeom>
          <a:noFill/>
          <a:ln w="38100" cap="flat" cmpd="sng">
            <a:solidFill>
              <a:srgbClr val="145DA0"/>
            </a:solidFill>
            <a:prstDash val="solid"/>
            <a:round/>
            <a:headEnd type="none" w="sm" len="sm"/>
            <a:tailEnd type="none" w="sm" len="sm"/>
          </a:ln>
        </p:spPr>
      </p:cxnSp>
      <p:cxnSp>
        <p:nvCxnSpPr>
          <p:cNvPr id="450" name="Google Shape;450;p9"/>
          <p:cNvCxnSpPr/>
          <p:nvPr/>
        </p:nvCxnSpPr>
        <p:spPr>
          <a:xfrm>
            <a:off x="2297323" y="7190257"/>
            <a:ext cx="4154377" cy="0"/>
          </a:xfrm>
          <a:prstGeom prst="straightConnector1">
            <a:avLst/>
          </a:prstGeom>
          <a:noFill/>
          <a:ln w="38100" cap="flat" cmpd="sng">
            <a:solidFill>
              <a:srgbClr val="145DA0"/>
            </a:solidFill>
            <a:prstDash val="solid"/>
            <a:round/>
            <a:headEnd type="none" w="sm" len="sm"/>
            <a:tailEnd type="none" w="sm" len="sm"/>
          </a:ln>
        </p:spPr>
      </p:cxnSp>
      <p:sp>
        <p:nvSpPr>
          <p:cNvPr id="451" name="Google Shape;451;p9"/>
          <p:cNvSpPr/>
          <p:nvPr/>
        </p:nvSpPr>
        <p:spPr>
          <a:xfrm>
            <a:off x="7066494" y="8211194"/>
            <a:ext cx="4154377" cy="582587"/>
          </a:xfrm>
          <a:custGeom>
            <a:avLst/>
            <a:gdLst/>
            <a:ahLst/>
            <a:cxnLst/>
            <a:rect l="l" t="t" r="r" b="b"/>
            <a:pathLst>
              <a:path w="4154377" h="582587" extrusionOk="0">
                <a:moveTo>
                  <a:pt x="0" y="0"/>
                </a:moveTo>
                <a:lnTo>
                  <a:pt x="4154377" y="0"/>
                </a:lnTo>
                <a:lnTo>
                  <a:pt x="4154377" y="582587"/>
                </a:lnTo>
                <a:lnTo>
                  <a:pt x="0" y="582587"/>
                </a:lnTo>
                <a:lnTo>
                  <a:pt x="0" y="0"/>
                </a:lnTo>
                <a:close/>
              </a:path>
            </a:pathLst>
          </a:custGeom>
          <a:blipFill rotWithShape="1">
            <a:blip r:embed="rId3">
              <a:alphaModFix/>
            </a:blip>
            <a:stretch>
              <a:fillRect t="-40833"/>
            </a:stretch>
          </a:blipFill>
          <a:ln>
            <a:noFill/>
          </a:ln>
        </p:spPr>
      </p:sp>
      <p:grpSp>
        <p:nvGrpSpPr>
          <p:cNvPr id="452" name="Google Shape;452;p9"/>
          <p:cNvGrpSpPr/>
          <p:nvPr/>
        </p:nvGrpSpPr>
        <p:grpSpPr>
          <a:xfrm>
            <a:off x="7041715" y="2353299"/>
            <a:ext cx="4203375" cy="6086921"/>
            <a:chOff x="0" y="-38100"/>
            <a:chExt cx="1416547" cy="2051307"/>
          </a:xfrm>
        </p:grpSpPr>
        <p:sp>
          <p:nvSpPr>
            <p:cNvPr id="453" name="Google Shape;453;p9"/>
            <p:cNvSpPr/>
            <p:nvPr/>
          </p:nvSpPr>
          <p:spPr>
            <a:xfrm>
              <a:off x="0" y="0"/>
              <a:ext cx="1416547" cy="2013207"/>
            </a:xfrm>
            <a:custGeom>
              <a:avLst/>
              <a:gdLst/>
              <a:ahLst/>
              <a:cxnLst/>
              <a:rect l="l" t="t" r="r" b="b"/>
              <a:pathLst>
                <a:path w="1416547" h="2013207" extrusionOk="0">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cmpd="sng">
              <a:solidFill>
                <a:srgbClr val="145D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txBox="1"/>
            <p:nvPr/>
          </p:nvSpPr>
          <p:spPr>
            <a:xfrm>
              <a:off x="0" y="-38100"/>
              <a:ext cx="1416547" cy="205130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55" name="Google Shape;455;p9"/>
          <p:cNvCxnSpPr/>
          <p:nvPr/>
        </p:nvCxnSpPr>
        <p:spPr>
          <a:xfrm>
            <a:off x="7066782" y="3414899"/>
            <a:ext cx="4154400" cy="0"/>
          </a:xfrm>
          <a:prstGeom prst="straightConnector1">
            <a:avLst/>
          </a:prstGeom>
          <a:noFill/>
          <a:ln w="38100" cap="flat" cmpd="sng">
            <a:solidFill>
              <a:srgbClr val="145DA0"/>
            </a:solidFill>
            <a:prstDash val="solid"/>
            <a:round/>
            <a:headEnd type="none" w="sm" len="sm"/>
            <a:tailEnd type="none" w="sm" len="sm"/>
          </a:ln>
        </p:spPr>
      </p:cxnSp>
      <p:cxnSp>
        <p:nvCxnSpPr>
          <p:cNvPr id="456" name="Google Shape;456;p9"/>
          <p:cNvCxnSpPr/>
          <p:nvPr/>
        </p:nvCxnSpPr>
        <p:spPr>
          <a:xfrm>
            <a:off x="7066494" y="7190257"/>
            <a:ext cx="4154377" cy="0"/>
          </a:xfrm>
          <a:prstGeom prst="straightConnector1">
            <a:avLst/>
          </a:prstGeom>
          <a:noFill/>
          <a:ln w="38100" cap="flat" cmpd="sng">
            <a:solidFill>
              <a:srgbClr val="145DA0"/>
            </a:solidFill>
            <a:prstDash val="solid"/>
            <a:round/>
            <a:headEnd type="none" w="sm" len="sm"/>
            <a:tailEnd type="none" w="sm" len="sm"/>
          </a:ln>
        </p:spPr>
      </p:cxnSp>
      <p:sp>
        <p:nvSpPr>
          <p:cNvPr id="457" name="Google Shape;457;p9"/>
          <p:cNvSpPr/>
          <p:nvPr/>
        </p:nvSpPr>
        <p:spPr>
          <a:xfrm>
            <a:off x="11836861" y="8211194"/>
            <a:ext cx="4154377" cy="582587"/>
          </a:xfrm>
          <a:custGeom>
            <a:avLst/>
            <a:gdLst/>
            <a:ahLst/>
            <a:cxnLst/>
            <a:rect l="l" t="t" r="r" b="b"/>
            <a:pathLst>
              <a:path w="4154377" h="582587" extrusionOk="0">
                <a:moveTo>
                  <a:pt x="0" y="0"/>
                </a:moveTo>
                <a:lnTo>
                  <a:pt x="4154377" y="0"/>
                </a:lnTo>
                <a:lnTo>
                  <a:pt x="4154377" y="582587"/>
                </a:lnTo>
                <a:lnTo>
                  <a:pt x="0" y="582587"/>
                </a:lnTo>
                <a:lnTo>
                  <a:pt x="0" y="0"/>
                </a:lnTo>
                <a:close/>
              </a:path>
            </a:pathLst>
          </a:custGeom>
          <a:blipFill rotWithShape="1">
            <a:blip r:embed="rId3">
              <a:alphaModFix/>
            </a:blip>
            <a:stretch>
              <a:fillRect t="-40833"/>
            </a:stretch>
          </a:blipFill>
          <a:ln>
            <a:noFill/>
          </a:ln>
        </p:spPr>
      </p:sp>
      <p:grpSp>
        <p:nvGrpSpPr>
          <p:cNvPr id="458" name="Google Shape;458;p9"/>
          <p:cNvGrpSpPr/>
          <p:nvPr/>
        </p:nvGrpSpPr>
        <p:grpSpPr>
          <a:xfrm>
            <a:off x="11812082" y="2353301"/>
            <a:ext cx="4203320" cy="6086843"/>
            <a:chOff x="0" y="-38100"/>
            <a:chExt cx="1416547" cy="2051307"/>
          </a:xfrm>
        </p:grpSpPr>
        <p:sp>
          <p:nvSpPr>
            <p:cNvPr id="459" name="Google Shape;459;p9"/>
            <p:cNvSpPr/>
            <p:nvPr/>
          </p:nvSpPr>
          <p:spPr>
            <a:xfrm>
              <a:off x="0" y="0"/>
              <a:ext cx="1416547" cy="2013207"/>
            </a:xfrm>
            <a:custGeom>
              <a:avLst/>
              <a:gdLst/>
              <a:ahLst/>
              <a:cxnLst/>
              <a:rect l="l" t="t" r="r" b="b"/>
              <a:pathLst>
                <a:path w="1416547" h="2013207" extrusionOk="0">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cmpd="sng">
              <a:solidFill>
                <a:srgbClr val="145D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txBox="1"/>
            <p:nvPr/>
          </p:nvSpPr>
          <p:spPr>
            <a:xfrm>
              <a:off x="0" y="-38100"/>
              <a:ext cx="1416547" cy="205130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61" name="Google Shape;461;p9"/>
          <p:cNvCxnSpPr/>
          <p:nvPr/>
        </p:nvCxnSpPr>
        <p:spPr>
          <a:xfrm>
            <a:off x="11810886" y="3406861"/>
            <a:ext cx="4154400" cy="0"/>
          </a:xfrm>
          <a:prstGeom prst="straightConnector1">
            <a:avLst/>
          </a:prstGeom>
          <a:noFill/>
          <a:ln w="38100" cap="flat" cmpd="sng">
            <a:solidFill>
              <a:srgbClr val="145DA0"/>
            </a:solidFill>
            <a:prstDash val="solid"/>
            <a:round/>
            <a:headEnd type="none" w="sm" len="sm"/>
            <a:tailEnd type="none" w="sm" len="sm"/>
          </a:ln>
        </p:spPr>
      </p:cxnSp>
      <p:sp>
        <p:nvSpPr>
          <p:cNvPr id="462" name="Google Shape;462;p9"/>
          <p:cNvSpPr txBox="1"/>
          <p:nvPr/>
        </p:nvSpPr>
        <p:spPr>
          <a:xfrm>
            <a:off x="4829100" y="1054125"/>
            <a:ext cx="8629800" cy="692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a:solidFill>
                  <a:srgbClr val="051D40"/>
                </a:solidFill>
                <a:latin typeface="Open Sans ExtraBold"/>
                <a:ea typeface="Open Sans ExtraBold"/>
                <a:cs typeface="Open Sans ExtraBold"/>
                <a:sym typeface="Open Sans ExtraBold"/>
              </a:rPr>
              <a:t>Bước 6: Ghi chép phỏng vấn</a:t>
            </a:r>
            <a:endParaRPr/>
          </a:p>
        </p:txBody>
      </p:sp>
      <p:sp>
        <p:nvSpPr>
          <p:cNvPr id="463" name="Google Shape;463;p9"/>
          <p:cNvSpPr txBox="1"/>
          <p:nvPr/>
        </p:nvSpPr>
        <p:spPr>
          <a:xfrm>
            <a:off x="2583380" y="3702125"/>
            <a:ext cx="3579300" cy="2310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None/>
            </a:pPr>
            <a:r>
              <a:rPr lang="en-US" sz="2500" dirty="0" err="1">
                <a:solidFill>
                  <a:schemeClr val="dk1"/>
                </a:solidFill>
              </a:rPr>
              <a:t>Ghi</a:t>
            </a:r>
            <a:r>
              <a:rPr lang="en-US" sz="2500" dirty="0">
                <a:solidFill>
                  <a:schemeClr val="dk1"/>
                </a:solidFill>
              </a:rPr>
              <a:t> </a:t>
            </a:r>
            <a:r>
              <a:rPr lang="en-US" sz="2500" dirty="0" err="1">
                <a:solidFill>
                  <a:schemeClr val="dk1"/>
                </a:solidFill>
              </a:rPr>
              <a:t>chép</a:t>
            </a:r>
            <a:r>
              <a:rPr lang="en-US" sz="2500" dirty="0">
                <a:solidFill>
                  <a:schemeClr val="dk1"/>
                </a:solidFill>
              </a:rPr>
              <a:t> </a:t>
            </a:r>
            <a:r>
              <a:rPr lang="en-US" sz="2500" dirty="0" err="1">
                <a:solidFill>
                  <a:schemeClr val="dk1"/>
                </a:solidFill>
              </a:rPr>
              <a:t>cuộc</a:t>
            </a:r>
            <a:r>
              <a:rPr lang="en-US" sz="2500" dirty="0">
                <a:solidFill>
                  <a:schemeClr val="dk1"/>
                </a:solidFill>
              </a:rPr>
              <a:t> </a:t>
            </a:r>
            <a:r>
              <a:rPr lang="en-US" sz="2500" dirty="0" err="1">
                <a:solidFill>
                  <a:schemeClr val="dk1"/>
                </a:solidFill>
              </a:rPr>
              <a:t>phỏng</a:t>
            </a:r>
            <a:r>
              <a:rPr lang="en-US" sz="2500" dirty="0">
                <a:solidFill>
                  <a:schemeClr val="dk1"/>
                </a:solidFill>
              </a:rPr>
              <a:t> </a:t>
            </a:r>
            <a:r>
              <a:rPr lang="en-US" sz="2500" dirty="0" err="1">
                <a:solidFill>
                  <a:schemeClr val="dk1"/>
                </a:solidFill>
              </a:rPr>
              <a:t>vấn</a:t>
            </a:r>
            <a:r>
              <a:rPr lang="en-US" sz="2500" dirty="0">
                <a:solidFill>
                  <a:schemeClr val="dk1"/>
                </a:solidFill>
              </a:rPr>
              <a:t> </a:t>
            </a:r>
            <a:r>
              <a:rPr lang="en-US" sz="2500" dirty="0" err="1">
                <a:solidFill>
                  <a:schemeClr val="dk1"/>
                </a:solidFill>
              </a:rPr>
              <a:t>giúp</a:t>
            </a:r>
            <a:r>
              <a:rPr lang="en-US" sz="2500" dirty="0">
                <a:solidFill>
                  <a:schemeClr val="dk1"/>
                </a:solidFill>
              </a:rPr>
              <a:t> </a:t>
            </a:r>
            <a:r>
              <a:rPr lang="en-US" sz="2500" dirty="0" err="1">
                <a:solidFill>
                  <a:schemeClr val="dk1"/>
                </a:solidFill>
              </a:rPr>
              <a:t>lưu</a:t>
            </a:r>
            <a:r>
              <a:rPr lang="en-US" sz="2500" dirty="0">
                <a:solidFill>
                  <a:schemeClr val="dk1"/>
                </a:solidFill>
              </a:rPr>
              <a:t> </a:t>
            </a:r>
            <a:r>
              <a:rPr lang="en-US" sz="2500" dirty="0" err="1">
                <a:solidFill>
                  <a:schemeClr val="dk1"/>
                </a:solidFill>
              </a:rPr>
              <a:t>giữ</a:t>
            </a:r>
            <a:r>
              <a:rPr lang="en-US" sz="2500" dirty="0">
                <a:solidFill>
                  <a:schemeClr val="dk1"/>
                </a:solidFill>
              </a:rPr>
              <a:t> </a:t>
            </a:r>
            <a:r>
              <a:rPr lang="en-US" sz="2500" dirty="0" err="1">
                <a:solidFill>
                  <a:schemeClr val="dk1"/>
                </a:solidFill>
              </a:rPr>
              <a:t>thông</a:t>
            </a:r>
            <a:r>
              <a:rPr lang="en-US" sz="2500" dirty="0">
                <a:solidFill>
                  <a:schemeClr val="dk1"/>
                </a:solidFill>
              </a:rPr>
              <a:t> tin </a:t>
            </a:r>
            <a:r>
              <a:rPr lang="en-US" sz="2500" dirty="0" err="1">
                <a:solidFill>
                  <a:schemeClr val="dk1"/>
                </a:solidFill>
              </a:rPr>
              <a:t>và</a:t>
            </a:r>
            <a:r>
              <a:rPr lang="en-US" sz="2500" dirty="0">
                <a:solidFill>
                  <a:schemeClr val="dk1"/>
                </a:solidFill>
              </a:rPr>
              <a:t> </a:t>
            </a:r>
            <a:r>
              <a:rPr lang="en-US" sz="2500" dirty="0" err="1">
                <a:solidFill>
                  <a:schemeClr val="dk1"/>
                </a:solidFill>
              </a:rPr>
              <a:t>làm</a:t>
            </a:r>
            <a:r>
              <a:rPr lang="en-US" sz="2500" dirty="0">
                <a:solidFill>
                  <a:schemeClr val="dk1"/>
                </a:solidFill>
              </a:rPr>
              <a:t> </a:t>
            </a:r>
            <a:r>
              <a:rPr lang="en-US" sz="2500" dirty="0" err="1">
                <a:solidFill>
                  <a:schemeClr val="dk1"/>
                </a:solidFill>
              </a:rPr>
              <a:t>tài</a:t>
            </a:r>
            <a:r>
              <a:rPr lang="en-US" sz="2500" dirty="0">
                <a:solidFill>
                  <a:schemeClr val="dk1"/>
                </a:solidFill>
              </a:rPr>
              <a:t> </a:t>
            </a:r>
            <a:r>
              <a:rPr lang="en-US" sz="2500" dirty="0" err="1">
                <a:solidFill>
                  <a:schemeClr val="dk1"/>
                </a:solidFill>
              </a:rPr>
              <a:t>liệu</a:t>
            </a:r>
            <a:r>
              <a:rPr lang="en-US" sz="2500" dirty="0">
                <a:solidFill>
                  <a:schemeClr val="dk1"/>
                </a:solidFill>
              </a:rPr>
              <a:t> </a:t>
            </a:r>
            <a:r>
              <a:rPr lang="en-US" sz="2500" dirty="0" err="1">
                <a:solidFill>
                  <a:schemeClr val="dk1"/>
                </a:solidFill>
              </a:rPr>
              <a:t>tham</a:t>
            </a:r>
            <a:r>
              <a:rPr lang="en-US" sz="2500" dirty="0">
                <a:solidFill>
                  <a:schemeClr val="dk1"/>
                </a:solidFill>
              </a:rPr>
              <a:t> </a:t>
            </a:r>
            <a:r>
              <a:rPr lang="en-US" sz="2500" dirty="0" err="1">
                <a:solidFill>
                  <a:schemeClr val="dk1"/>
                </a:solidFill>
              </a:rPr>
              <a:t>khảo</a:t>
            </a:r>
            <a:r>
              <a:rPr lang="en-US" sz="2500" dirty="0">
                <a:solidFill>
                  <a:schemeClr val="dk1"/>
                </a:solidFill>
              </a:rPr>
              <a:t> </a:t>
            </a:r>
            <a:r>
              <a:rPr lang="en-US" sz="2500" dirty="0" err="1">
                <a:solidFill>
                  <a:schemeClr val="dk1"/>
                </a:solidFill>
              </a:rPr>
              <a:t>sau</a:t>
            </a:r>
            <a:r>
              <a:rPr lang="en-US" sz="2500" dirty="0">
                <a:solidFill>
                  <a:schemeClr val="dk1"/>
                </a:solidFill>
              </a:rPr>
              <a:t> </a:t>
            </a:r>
            <a:r>
              <a:rPr lang="en-US" sz="2500" dirty="0" err="1">
                <a:solidFill>
                  <a:schemeClr val="dk1"/>
                </a:solidFill>
              </a:rPr>
              <a:t>này</a:t>
            </a:r>
            <a:r>
              <a:rPr lang="en-US" sz="2500" dirty="0">
                <a:solidFill>
                  <a:schemeClr val="dk1"/>
                </a:solidFill>
              </a:rPr>
              <a:t>.</a:t>
            </a:r>
            <a:endParaRPr sz="2500" dirty="0">
              <a:solidFill>
                <a:schemeClr val="dk1"/>
              </a:solidFill>
            </a:endParaRPr>
          </a:p>
          <a:p>
            <a:pPr marL="0" marR="0" lvl="0" indent="0" algn="ctr" rtl="0">
              <a:lnSpc>
                <a:spcPct val="140000"/>
              </a:lnSpc>
              <a:spcBef>
                <a:spcPts val="2400"/>
              </a:spcBef>
              <a:spcAft>
                <a:spcPts val="0"/>
              </a:spcAft>
              <a:buNone/>
            </a:pPr>
            <a:endParaRPr sz="1510" dirty="0">
              <a:solidFill>
                <a:srgbClr val="145DA0"/>
              </a:solidFill>
              <a:latin typeface="Poppins"/>
              <a:ea typeface="Poppins"/>
              <a:cs typeface="Poppins"/>
              <a:sym typeface="Poppins"/>
            </a:endParaRPr>
          </a:p>
        </p:txBody>
      </p:sp>
      <p:sp>
        <p:nvSpPr>
          <p:cNvPr id="464" name="Google Shape;464;p9"/>
          <p:cNvSpPr txBox="1"/>
          <p:nvPr/>
        </p:nvSpPr>
        <p:spPr>
          <a:xfrm>
            <a:off x="2628718" y="2780825"/>
            <a:ext cx="3491100" cy="369300"/>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00" b="1">
                <a:solidFill>
                  <a:srgbClr val="145DA0"/>
                </a:solidFill>
              </a:rPr>
              <a:t>1. Đặc trưng kỹ thuật</a:t>
            </a:r>
            <a:endParaRPr sz="2400" b="1"/>
          </a:p>
        </p:txBody>
      </p:sp>
      <p:sp>
        <p:nvSpPr>
          <p:cNvPr id="465" name="Google Shape;465;p9"/>
          <p:cNvSpPr txBox="1"/>
          <p:nvPr/>
        </p:nvSpPr>
        <p:spPr>
          <a:xfrm>
            <a:off x="7310376" y="3702125"/>
            <a:ext cx="3579300" cy="1867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None/>
            </a:pPr>
            <a:r>
              <a:rPr lang="en-US" sz="2500">
                <a:solidFill>
                  <a:schemeClr val="dk1"/>
                </a:solidFill>
              </a:rPr>
              <a:t>Dùng khi bạn cần ghi lại các thông tin thu được trong cuộc phỏng vấn.</a:t>
            </a:r>
            <a:endParaRPr sz="2500">
              <a:solidFill>
                <a:schemeClr val="dk1"/>
              </a:solidFill>
            </a:endParaRPr>
          </a:p>
          <a:p>
            <a:pPr marL="0" marR="0" lvl="0" indent="0" algn="ctr" rtl="0">
              <a:lnSpc>
                <a:spcPct val="140000"/>
              </a:lnSpc>
              <a:spcBef>
                <a:spcPts val="2400"/>
              </a:spcBef>
              <a:spcAft>
                <a:spcPts val="0"/>
              </a:spcAft>
              <a:buNone/>
            </a:pPr>
            <a:endParaRPr sz="1510">
              <a:solidFill>
                <a:srgbClr val="145DA0"/>
              </a:solidFill>
              <a:latin typeface="Poppins"/>
              <a:ea typeface="Poppins"/>
              <a:cs typeface="Poppins"/>
              <a:sym typeface="Poppins"/>
            </a:endParaRPr>
          </a:p>
        </p:txBody>
      </p:sp>
      <p:sp>
        <p:nvSpPr>
          <p:cNvPr id="466" name="Google Shape;466;p9"/>
          <p:cNvSpPr txBox="1"/>
          <p:nvPr/>
        </p:nvSpPr>
        <p:spPr>
          <a:xfrm>
            <a:off x="7136750" y="2748225"/>
            <a:ext cx="4041300" cy="369300"/>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00" b="1">
                <a:solidFill>
                  <a:srgbClr val="145DA0"/>
                </a:solidFill>
              </a:rPr>
              <a:t>2. Dùng trong trường hợp</a:t>
            </a:r>
            <a:endParaRPr sz="2400" b="1"/>
          </a:p>
        </p:txBody>
      </p:sp>
      <p:sp>
        <p:nvSpPr>
          <p:cNvPr id="467" name="Google Shape;467;p9"/>
          <p:cNvSpPr txBox="1"/>
          <p:nvPr/>
        </p:nvSpPr>
        <p:spPr>
          <a:xfrm>
            <a:off x="12124068" y="3728775"/>
            <a:ext cx="3579300" cy="3540300"/>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SzPts val="1100"/>
              <a:buFont typeface="Arial"/>
              <a:buNone/>
            </a:pPr>
            <a:r>
              <a:rPr lang="en-US" sz="2500">
                <a:solidFill>
                  <a:schemeClr val="dk1"/>
                </a:solidFill>
              </a:rPr>
              <a:t>Ghi chép đủ ý chính.</a:t>
            </a:r>
            <a:endParaRPr sz="2500">
              <a:solidFill>
                <a:schemeClr val="dk1"/>
              </a:solidFill>
            </a:endParaRPr>
          </a:p>
          <a:p>
            <a:pPr marL="0" lvl="0" indent="0" algn="l" rtl="0">
              <a:lnSpc>
                <a:spcPct val="140000"/>
              </a:lnSpc>
              <a:spcBef>
                <a:spcPts val="0"/>
              </a:spcBef>
              <a:spcAft>
                <a:spcPts val="0"/>
              </a:spcAft>
              <a:buClr>
                <a:schemeClr val="dk1"/>
              </a:buClr>
              <a:buSzPts val="1100"/>
              <a:buFont typeface="Arial"/>
              <a:buNone/>
            </a:pPr>
            <a:r>
              <a:rPr lang="en-US" sz="2500">
                <a:solidFill>
                  <a:schemeClr val="dk1"/>
                </a:solidFill>
              </a:rPr>
              <a:t>Ghi âm nếu được phép.</a:t>
            </a:r>
            <a:endParaRPr sz="2500">
              <a:solidFill>
                <a:schemeClr val="dk1"/>
              </a:solidFill>
            </a:endParaRPr>
          </a:p>
          <a:p>
            <a:pPr marL="0" lvl="0" indent="0" algn="l" rtl="0">
              <a:lnSpc>
                <a:spcPct val="140000"/>
              </a:lnSpc>
              <a:spcBef>
                <a:spcPts val="0"/>
              </a:spcBef>
              <a:spcAft>
                <a:spcPts val="0"/>
              </a:spcAft>
              <a:buClr>
                <a:schemeClr val="dk1"/>
              </a:buClr>
              <a:buSzPts val="1100"/>
              <a:buFont typeface="Arial"/>
              <a:buNone/>
            </a:pPr>
            <a:r>
              <a:rPr lang="en-US" sz="2500">
                <a:solidFill>
                  <a:schemeClr val="dk1"/>
                </a:solidFill>
              </a:rPr>
              <a:t>Sử dụng phần mềm quản lý thông tin.</a:t>
            </a:r>
            <a:endParaRPr sz="2500">
              <a:solidFill>
                <a:schemeClr val="dk1"/>
              </a:solidFill>
            </a:endParaRPr>
          </a:p>
          <a:p>
            <a:pPr marL="0" lvl="0" indent="0" algn="l" rtl="0">
              <a:lnSpc>
                <a:spcPct val="140000"/>
              </a:lnSpc>
              <a:spcBef>
                <a:spcPts val="0"/>
              </a:spcBef>
              <a:spcAft>
                <a:spcPts val="0"/>
              </a:spcAft>
              <a:buClr>
                <a:schemeClr val="dk1"/>
              </a:buClr>
              <a:buSzPts val="1100"/>
              <a:buFont typeface="Arial"/>
              <a:buNone/>
            </a:pPr>
            <a:r>
              <a:rPr lang="en-US" sz="2500">
                <a:solidFill>
                  <a:schemeClr val="dk1"/>
                </a:solidFill>
              </a:rPr>
              <a:t>Lắng nghe, tương tác.</a:t>
            </a:r>
            <a:endParaRPr sz="2500">
              <a:solidFill>
                <a:schemeClr val="dk1"/>
              </a:solidFill>
            </a:endParaRPr>
          </a:p>
          <a:p>
            <a:pPr marL="0" lvl="0" indent="0" algn="l" rtl="0">
              <a:lnSpc>
                <a:spcPct val="140000"/>
              </a:lnSpc>
              <a:spcBef>
                <a:spcPts val="0"/>
              </a:spcBef>
              <a:spcAft>
                <a:spcPts val="0"/>
              </a:spcAft>
              <a:buClr>
                <a:schemeClr val="dk1"/>
              </a:buClr>
              <a:buSzPts val="1100"/>
              <a:buFont typeface="Arial"/>
              <a:buNone/>
            </a:pPr>
            <a:r>
              <a:rPr lang="en-US" sz="2500">
                <a:solidFill>
                  <a:schemeClr val="dk1"/>
                </a:solidFill>
              </a:rPr>
              <a:t>Cảm ơn và tóm tắt.</a:t>
            </a:r>
            <a:endParaRPr sz="2500">
              <a:solidFill>
                <a:schemeClr val="dk1"/>
              </a:solidFill>
            </a:endParaRPr>
          </a:p>
          <a:p>
            <a:pPr marL="0" marR="0" lvl="0" indent="0" algn="l" rtl="0">
              <a:lnSpc>
                <a:spcPct val="140000"/>
              </a:lnSpc>
              <a:spcBef>
                <a:spcPts val="0"/>
              </a:spcBef>
              <a:spcAft>
                <a:spcPts val="0"/>
              </a:spcAft>
              <a:buNone/>
            </a:pPr>
            <a:endParaRPr sz="2000">
              <a:solidFill>
                <a:schemeClr val="dk1"/>
              </a:solidFill>
            </a:endParaRPr>
          </a:p>
        </p:txBody>
      </p:sp>
      <p:sp>
        <p:nvSpPr>
          <p:cNvPr id="468" name="Google Shape;468;p9"/>
          <p:cNvSpPr txBox="1"/>
          <p:nvPr/>
        </p:nvSpPr>
        <p:spPr>
          <a:xfrm>
            <a:off x="12166918" y="2780813"/>
            <a:ext cx="3491100" cy="369300"/>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00" b="1">
                <a:solidFill>
                  <a:srgbClr val="145DA0"/>
                </a:solidFill>
              </a:rPr>
              <a:t>3. Cách tiến hành</a:t>
            </a:r>
            <a:endParaRPr sz="2400" b="1"/>
          </a:p>
        </p:txBody>
      </p:sp>
      <p:cxnSp>
        <p:nvCxnSpPr>
          <p:cNvPr id="469" name="Google Shape;469;p9"/>
          <p:cNvCxnSpPr/>
          <p:nvPr/>
        </p:nvCxnSpPr>
        <p:spPr>
          <a:xfrm>
            <a:off x="11810869" y="7190257"/>
            <a:ext cx="4154400" cy="0"/>
          </a:xfrm>
          <a:prstGeom prst="straightConnector1">
            <a:avLst/>
          </a:prstGeom>
          <a:noFill/>
          <a:ln w="38100" cap="flat" cmpd="sng">
            <a:solidFill>
              <a:srgbClr val="145DA0"/>
            </a:solidFill>
            <a:prstDash val="solid"/>
            <a:round/>
            <a:headEnd type="none" w="sm" len="sm"/>
            <a:tailEnd type="none" w="sm" len="sm"/>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73"/>
        <p:cNvGrpSpPr/>
        <p:nvPr/>
      </p:nvGrpSpPr>
      <p:grpSpPr>
        <a:xfrm>
          <a:off x="0" y="0"/>
          <a:ext cx="0" cy="0"/>
          <a:chOff x="0" y="0"/>
          <a:chExt cx="0" cy="0"/>
        </a:xfrm>
      </p:grpSpPr>
      <p:grpSp>
        <p:nvGrpSpPr>
          <p:cNvPr id="474" name="Google Shape;474;g324991e04e6_6_104"/>
          <p:cNvGrpSpPr/>
          <p:nvPr/>
        </p:nvGrpSpPr>
        <p:grpSpPr>
          <a:xfrm>
            <a:off x="247242" y="106235"/>
            <a:ext cx="17793720" cy="9938728"/>
            <a:chOff x="0" y="-38100"/>
            <a:chExt cx="4982700" cy="2783100"/>
          </a:xfrm>
        </p:grpSpPr>
        <p:sp>
          <p:nvSpPr>
            <p:cNvPr id="475" name="Google Shape;475;g324991e04e6_6_104"/>
            <p:cNvSpPr/>
            <p:nvPr/>
          </p:nvSpPr>
          <p:spPr>
            <a:xfrm>
              <a:off x="0" y="0"/>
              <a:ext cx="4982580" cy="2744893"/>
            </a:xfrm>
            <a:custGeom>
              <a:avLst/>
              <a:gdLst/>
              <a:ahLst/>
              <a:cxnLst/>
              <a:rect l="l" t="t" r="r" b="b"/>
              <a:pathLst>
                <a:path w="4982580" h="2744893" extrusionOk="0">
                  <a:moveTo>
                    <a:pt x="0" y="0"/>
                  </a:moveTo>
                  <a:lnTo>
                    <a:pt x="4982580" y="0"/>
                  </a:lnTo>
                  <a:lnTo>
                    <a:pt x="4982580" y="2744893"/>
                  </a:lnTo>
                  <a:lnTo>
                    <a:pt x="0" y="2744893"/>
                  </a:lnTo>
                  <a:close/>
                </a:path>
              </a:pathLst>
            </a:custGeom>
            <a:solidFill>
              <a:srgbClr val="000000">
                <a:alpha val="0"/>
              </a:srgbClr>
            </a:solidFill>
            <a:ln w="228600" cap="sq" cmpd="sng">
              <a:solidFill>
                <a:srgbClr val="145DA0"/>
              </a:solidFill>
              <a:prstDash val="solid"/>
              <a:miter lim="8000"/>
              <a:headEnd type="none" w="sm" len="sm"/>
              <a:tailEnd type="none" w="sm" len="sm"/>
            </a:ln>
          </p:spPr>
        </p:sp>
        <p:sp>
          <p:nvSpPr>
            <p:cNvPr id="476" name="Google Shape;476;g324991e04e6_6_104"/>
            <p:cNvSpPr txBox="1"/>
            <p:nvPr/>
          </p:nvSpPr>
          <p:spPr>
            <a:xfrm>
              <a:off x="0" y="-38100"/>
              <a:ext cx="4982700" cy="2783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7" name="Google Shape;477;g324991e04e6_6_104"/>
          <p:cNvSpPr/>
          <p:nvPr/>
        </p:nvSpPr>
        <p:spPr>
          <a:xfrm>
            <a:off x="3599757" y="8440419"/>
            <a:ext cx="4154377" cy="582587"/>
          </a:xfrm>
          <a:custGeom>
            <a:avLst/>
            <a:gdLst/>
            <a:ahLst/>
            <a:cxnLst/>
            <a:rect l="l" t="t" r="r" b="b"/>
            <a:pathLst>
              <a:path w="4154377" h="582587" extrusionOk="0">
                <a:moveTo>
                  <a:pt x="0" y="0"/>
                </a:moveTo>
                <a:lnTo>
                  <a:pt x="4154377" y="0"/>
                </a:lnTo>
                <a:lnTo>
                  <a:pt x="4154377" y="582587"/>
                </a:lnTo>
                <a:lnTo>
                  <a:pt x="0" y="582587"/>
                </a:lnTo>
                <a:lnTo>
                  <a:pt x="0" y="0"/>
                </a:lnTo>
                <a:close/>
              </a:path>
            </a:pathLst>
          </a:custGeom>
          <a:blipFill rotWithShape="1">
            <a:blip r:embed="rId3">
              <a:alphaModFix/>
            </a:blip>
            <a:stretch>
              <a:fillRect t="-40829"/>
            </a:stretch>
          </a:blipFill>
          <a:ln>
            <a:noFill/>
          </a:ln>
        </p:spPr>
      </p:sp>
      <p:grpSp>
        <p:nvGrpSpPr>
          <p:cNvPr id="478" name="Google Shape;478;g324991e04e6_6_104"/>
          <p:cNvGrpSpPr/>
          <p:nvPr/>
        </p:nvGrpSpPr>
        <p:grpSpPr>
          <a:xfrm>
            <a:off x="3599740" y="2353301"/>
            <a:ext cx="4203477" cy="6087119"/>
            <a:chOff x="0" y="-38100"/>
            <a:chExt cx="1416600" cy="2051400"/>
          </a:xfrm>
        </p:grpSpPr>
        <p:sp>
          <p:nvSpPr>
            <p:cNvPr id="479" name="Google Shape;479;g324991e04e6_6_104"/>
            <p:cNvSpPr/>
            <p:nvPr/>
          </p:nvSpPr>
          <p:spPr>
            <a:xfrm>
              <a:off x="0" y="0"/>
              <a:ext cx="1416547" cy="2013207"/>
            </a:xfrm>
            <a:custGeom>
              <a:avLst/>
              <a:gdLst/>
              <a:ahLst/>
              <a:cxnLst/>
              <a:rect l="l" t="t" r="r" b="b"/>
              <a:pathLst>
                <a:path w="1416547" h="2013207" extrusionOk="0">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cmpd="sng">
              <a:solidFill>
                <a:srgbClr val="145D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g324991e04e6_6_104"/>
            <p:cNvSpPr txBox="1"/>
            <p:nvPr/>
          </p:nvSpPr>
          <p:spPr>
            <a:xfrm>
              <a:off x="0" y="-38100"/>
              <a:ext cx="1416600" cy="2051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81" name="Google Shape;481;g324991e04e6_6_104"/>
          <p:cNvCxnSpPr/>
          <p:nvPr/>
        </p:nvCxnSpPr>
        <p:spPr>
          <a:xfrm>
            <a:off x="3599744" y="3514261"/>
            <a:ext cx="4154400" cy="0"/>
          </a:xfrm>
          <a:prstGeom prst="straightConnector1">
            <a:avLst/>
          </a:prstGeom>
          <a:noFill/>
          <a:ln w="38100" cap="flat" cmpd="sng">
            <a:solidFill>
              <a:srgbClr val="145DA0"/>
            </a:solidFill>
            <a:prstDash val="solid"/>
            <a:round/>
            <a:headEnd type="none" w="sm" len="sm"/>
            <a:tailEnd type="none" w="sm" len="sm"/>
          </a:ln>
        </p:spPr>
      </p:cxnSp>
      <p:cxnSp>
        <p:nvCxnSpPr>
          <p:cNvPr id="482" name="Google Shape;482;g324991e04e6_6_104"/>
          <p:cNvCxnSpPr/>
          <p:nvPr/>
        </p:nvCxnSpPr>
        <p:spPr>
          <a:xfrm>
            <a:off x="3599744" y="7467582"/>
            <a:ext cx="4154400" cy="0"/>
          </a:xfrm>
          <a:prstGeom prst="straightConnector1">
            <a:avLst/>
          </a:prstGeom>
          <a:noFill/>
          <a:ln w="38100" cap="flat" cmpd="sng">
            <a:solidFill>
              <a:srgbClr val="145DA0"/>
            </a:solidFill>
            <a:prstDash val="solid"/>
            <a:round/>
            <a:headEnd type="none" w="sm" len="sm"/>
            <a:tailEnd type="none" w="sm" len="sm"/>
          </a:ln>
        </p:spPr>
      </p:cxnSp>
      <p:sp>
        <p:nvSpPr>
          <p:cNvPr id="483" name="Google Shape;483;g324991e04e6_6_104"/>
          <p:cNvSpPr/>
          <p:nvPr/>
        </p:nvSpPr>
        <p:spPr>
          <a:xfrm>
            <a:off x="10426186" y="8440419"/>
            <a:ext cx="4154377" cy="582587"/>
          </a:xfrm>
          <a:custGeom>
            <a:avLst/>
            <a:gdLst/>
            <a:ahLst/>
            <a:cxnLst/>
            <a:rect l="l" t="t" r="r" b="b"/>
            <a:pathLst>
              <a:path w="4154377" h="582587" extrusionOk="0">
                <a:moveTo>
                  <a:pt x="0" y="0"/>
                </a:moveTo>
                <a:lnTo>
                  <a:pt x="4154377" y="0"/>
                </a:lnTo>
                <a:lnTo>
                  <a:pt x="4154377" y="582587"/>
                </a:lnTo>
                <a:lnTo>
                  <a:pt x="0" y="582587"/>
                </a:lnTo>
                <a:lnTo>
                  <a:pt x="0" y="0"/>
                </a:lnTo>
                <a:close/>
              </a:path>
            </a:pathLst>
          </a:custGeom>
          <a:blipFill rotWithShape="1">
            <a:blip r:embed="rId3">
              <a:alphaModFix/>
            </a:blip>
            <a:stretch>
              <a:fillRect t="-40829"/>
            </a:stretch>
          </a:blipFill>
          <a:ln>
            <a:noFill/>
          </a:ln>
        </p:spPr>
      </p:sp>
      <p:grpSp>
        <p:nvGrpSpPr>
          <p:cNvPr id="484" name="Google Shape;484;g324991e04e6_6_104"/>
          <p:cNvGrpSpPr/>
          <p:nvPr/>
        </p:nvGrpSpPr>
        <p:grpSpPr>
          <a:xfrm>
            <a:off x="10401657" y="2353301"/>
            <a:ext cx="4203477" cy="6087119"/>
            <a:chOff x="0" y="-38100"/>
            <a:chExt cx="1416600" cy="2051400"/>
          </a:xfrm>
        </p:grpSpPr>
        <p:sp>
          <p:nvSpPr>
            <p:cNvPr id="485" name="Google Shape;485;g324991e04e6_6_104"/>
            <p:cNvSpPr/>
            <p:nvPr/>
          </p:nvSpPr>
          <p:spPr>
            <a:xfrm>
              <a:off x="0" y="0"/>
              <a:ext cx="1416547" cy="2013207"/>
            </a:xfrm>
            <a:custGeom>
              <a:avLst/>
              <a:gdLst/>
              <a:ahLst/>
              <a:cxnLst/>
              <a:rect l="l" t="t" r="r" b="b"/>
              <a:pathLst>
                <a:path w="1416547" h="2013207" extrusionOk="0">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cmpd="sng">
              <a:solidFill>
                <a:srgbClr val="145D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g324991e04e6_6_104"/>
            <p:cNvSpPr txBox="1"/>
            <p:nvPr/>
          </p:nvSpPr>
          <p:spPr>
            <a:xfrm>
              <a:off x="0" y="-38100"/>
              <a:ext cx="1416600" cy="2051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87" name="Google Shape;487;g324991e04e6_6_104"/>
          <p:cNvCxnSpPr/>
          <p:nvPr/>
        </p:nvCxnSpPr>
        <p:spPr>
          <a:xfrm>
            <a:off x="10426199" y="3514261"/>
            <a:ext cx="4154400" cy="0"/>
          </a:xfrm>
          <a:prstGeom prst="straightConnector1">
            <a:avLst/>
          </a:prstGeom>
          <a:noFill/>
          <a:ln w="38100" cap="flat" cmpd="sng">
            <a:solidFill>
              <a:srgbClr val="145DA0"/>
            </a:solidFill>
            <a:prstDash val="solid"/>
            <a:round/>
            <a:headEnd type="none" w="sm" len="sm"/>
            <a:tailEnd type="none" w="sm" len="sm"/>
          </a:ln>
        </p:spPr>
      </p:cxnSp>
      <p:cxnSp>
        <p:nvCxnSpPr>
          <p:cNvPr id="488" name="Google Shape;488;g324991e04e6_6_104"/>
          <p:cNvCxnSpPr/>
          <p:nvPr/>
        </p:nvCxnSpPr>
        <p:spPr>
          <a:xfrm>
            <a:off x="10426211" y="7467582"/>
            <a:ext cx="4154400" cy="0"/>
          </a:xfrm>
          <a:prstGeom prst="straightConnector1">
            <a:avLst/>
          </a:prstGeom>
          <a:noFill/>
          <a:ln w="38100" cap="flat" cmpd="sng">
            <a:solidFill>
              <a:srgbClr val="145DA0"/>
            </a:solidFill>
            <a:prstDash val="solid"/>
            <a:round/>
            <a:headEnd type="none" w="sm" len="sm"/>
            <a:tailEnd type="none" w="sm" len="sm"/>
          </a:ln>
        </p:spPr>
      </p:cxnSp>
      <p:sp>
        <p:nvSpPr>
          <p:cNvPr id="489" name="Google Shape;489;g324991e04e6_6_104"/>
          <p:cNvSpPr txBox="1"/>
          <p:nvPr/>
        </p:nvSpPr>
        <p:spPr>
          <a:xfrm>
            <a:off x="4951300" y="1066175"/>
            <a:ext cx="8385600" cy="692700"/>
          </a:xfrm>
          <a:prstGeom prst="rect">
            <a:avLst/>
          </a:prstGeom>
          <a:noFill/>
          <a:ln>
            <a:noFill/>
          </a:ln>
        </p:spPr>
        <p:txBody>
          <a:bodyPr spcFirstLastPara="1" wrap="square" lIns="0" tIns="0" rIns="0" bIns="0" anchor="t" anchorCtr="0">
            <a:spAutoFit/>
          </a:bodyPr>
          <a:lstStyle/>
          <a:p>
            <a:pPr marL="0" lvl="0" indent="0" algn="ctr" rtl="0">
              <a:lnSpc>
                <a:spcPct val="140000"/>
              </a:lnSpc>
              <a:spcBef>
                <a:spcPts val="0"/>
              </a:spcBef>
              <a:spcAft>
                <a:spcPts val="0"/>
              </a:spcAft>
              <a:buClr>
                <a:schemeClr val="dk1"/>
              </a:buClr>
              <a:buFont typeface="Arial"/>
              <a:buNone/>
            </a:pPr>
            <a:r>
              <a:rPr lang="en-US" sz="4500">
                <a:solidFill>
                  <a:srgbClr val="051D40"/>
                </a:solidFill>
                <a:latin typeface="Open Sans ExtraBold"/>
                <a:ea typeface="Open Sans ExtraBold"/>
                <a:cs typeface="Open Sans ExtraBold"/>
                <a:sym typeface="Open Sans ExtraBold"/>
              </a:rPr>
              <a:t>Bước 6: Ghi chép phỏng vấn</a:t>
            </a:r>
            <a:endParaRPr/>
          </a:p>
        </p:txBody>
      </p:sp>
      <p:sp>
        <p:nvSpPr>
          <p:cNvPr id="490" name="Google Shape;490;g324991e04e6_6_104"/>
          <p:cNvSpPr txBox="1"/>
          <p:nvPr/>
        </p:nvSpPr>
        <p:spPr>
          <a:xfrm>
            <a:off x="3887300" y="4002875"/>
            <a:ext cx="3579300" cy="3945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SzPts val="1100"/>
              <a:buNone/>
            </a:pPr>
            <a:r>
              <a:rPr lang="en-US" sz="2500">
                <a:solidFill>
                  <a:schemeClr val="dk1"/>
                </a:solidFill>
              </a:rPr>
              <a:t>Ghi chép đầy đủ, chính xác, tránh sai sót.</a:t>
            </a:r>
            <a:endParaRPr sz="2500">
              <a:solidFill>
                <a:schemeClr val="dk1"/>
              </a:solidFill>
            </a:endParaRPr>
          </a:p>
          <a:p>
            <a:pPr marL="0" lvl="0" indent="0" algn="l" rtl="0">
              <a:lnSpc>
                <a:spcPct val="115000"/>
              </a:lnSpc>
              <a:spcBef>
                <a:spcPts val="1200"/>
              </a:spcBef>
              <a:spcAft>
                <a:spcPts val="0"/>
              </a:spcAft>
              <a:buSzPts val="1100"/>
              <a:buNone/>
            </a:pPr>
            <a:r>
              <a:rPr lang="en-US" sz="2500">
                <a:solidFill>
                  <a:schemeClr val="dk1"/>
                </a:solidFill>
              </a:rPr>
              <a:t>Tiết kiệm thời gian.</a:t>
            </a:r>
            <a:endParaRPr sz="2500">
              <a:solidFill>
                <a:schemeClr val="dk1"/>
              </a:solidFill>
            </a:endParaRPr>
          </a:p>
          <a:p>
            <a:pPr marL="0" lvl="0" indent="0" algn="l" rtl="0">
              <a:lnSpc>
                <a:spcPct val="115000"/>
              </a:lnSpc>
              <a:spcBef>
                <a:spcPts val="1200"/>
              </a:spcBef>
              <a:spcAft>
                <a:spcPts val="0"/>
              </a:spcAft>
              <a:buSzPts val="1100"/>
              <a:buNone/>
            </a:pPr>
            <a:r>
              <a:rPr lang="en-US" sz="2500">
                <a:solidFill>
                  <a:schemeClr val="dk1"/>
                </a:solidFill>
              </a:rPr>
              <a:t>Tăng cường chuyên nghiệp, thể hiện sự tôn trọng.</a:t>
            </a:r>
            <a:endParaRPr sz="2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rPr>
              <a:t>.</a:t>
            </a:r>
            <a:endParaRPr sz="2500">
              <a:solidFill>
                <a:schemeClr val="dk1"/>
              </a:solidFill>
            </a:endParaRPr>
          </a:p>
          <a:p>
            <a:pPr marL="0" marR="0" lvl="0" indent="0" algn="ctr" rtl="0">
              <a:lnSpc>
                <a:spcPct val="140000"/>
              </a:lnSpc>
              <a:spcBef>
                <a:spcPts val="1200"/>
              </a:spcBef>
              <a:spcAft>
                <a:spcPts val="0"/>
              </a:spcAft>
              <a:buNone/>
            </a:pPr>
            <a:endParaRPr sz="1510">
              <a:solidFill>
                <a:srgbClr val="145DA0"/>
              </a:solidFill>
              <a:latin typeface="Poppins"/>
              <a:ea typeface="Poppins"/>
              <a:cs typeface="Poppins"/>
              <a:sym typeface="Poppins"/>
            </a:endParaRPr>
          </a:p>
        </p:txBody>
      </p:sp>
      <p:sp>
        <p:nvSpPr>
          <p:cNvPr id="491" name="Google Shape;491;g324991e04e6_6_104"/>
          <p:cNvSpPr txBox="1"/>
          <p:nvPr/>
        </p:nvSpPr>
        <p:spPr>
          <a:xfrm>
            <a:off x="3955938" y="2812925"/>
            <a:ext cx="3491100" cy="369300"/>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00" b="1">
                <a:solidFill>
                  <a:srgbClr val="145DA0"/>
                </a:solidFill>
              </a:rPr>
              <a:t>4. Ưu điểm</a:t>
            </a:r>
            <a:endParaRPr sz="2400" b="1"/>
          </a:p>
        </p:txBody>
      </p:sp>
      <p:sp>
        <p:nvSpPr>
          <p:cNvPr id="492" name="Google Shape;492;g324991e04e6_6_104"/>
          <p:cNvSpPr txBox="1"/>
          <p:nvPr/>
        </p:nvSpPr>
        <p:spPr>
          <a:xfrm>
            <a:off x="10713731" y="4002875"/>
            <a:ext cx="3579300" cy="3464700"/>
          </a:xfrm>
          <a:prstGeom prst="rect">
            <a:avLst/>
          </a:prstGeom>
          <a:noFill/>
          <a:ln>
            <a:noFill/>
          </a:ln>
        </p:spPr>
        <p:txBody>
          <a:bodyPr spcFirstLastPara="1" wrap="square" lIns="0" tIns="0" rIns="0" bIns="0" anchor="t" anchorCtr="0">
            <a:spAutoFit/>
          </a:bodyPr>
          <a:lstStyle/>
          <a:p>
            <a:pPr marL="0" lvl="0" indent="0" algn="just" rtl="0">
              <a:lnSpc>
                <a:spcPct val="140000"/>
              </a:lnSpc>
              <a:spcBef>
                <a:spcPts val="0"/>
              </a:spcBef>
              <a:spcAft>
                <a:spcPts val="0"/>
              </a:spcAft>
              <a:buClr>
                <a:schemeClr val="dk1"/>
              </a:buClr>
              <a:buSzPts val="1100"/>
              <a:buFont typeface="Arial"/>
              <a:buNone/>
            </a:pPr>
            <a:r>
              <a:rPr lang="en-US" sz="2500">
                <a:solidFill>
                  <a:schemeClr val="dk1"/>
                </a:solidFill>
              </a:rPr>
              <a:t>Ghi chép quá nhiều gây mất tập trung.</a:t>
            </a:r>
            <a:endParaRPr sz="2500">
              <a:solidFill>
                <a:schemeClr val="dk1"/>
              </a:solidFill>
            </a:endParaRPr>
          </a:p>
          <a:p>
            <a:pPr marL="0" lvl="0" indent="0" algn="just" rtl="0">
              <a:lnSpc>
                <a:spcPct val="140000"/>
              </a:lnSpc>
              <a:spcBef>
                <a:spcPts val="0"/>
              </a:spcBef>
              <a:spcAft>
                <a:spcPts val="0"/>
              </a:spcAft>
              <a:buClr>
                <a:schemeClr val="dk1"/>
              </a:buClr>
              <a:buSzPts val="1100"/>
              <a:buFont typeface="Arial"/>
              <a:buNone/>
            </a:pPr>
            <a:r>
              <a:rPr lang="en-US" sz="2500">
                <a:solidFill>
                  <a:schemeClr val="dk1"/>
                </a:solidFill>
              </a:rPr>
              <a:t>Ghi âm có thể gây khó chịu.</a:t>
            </a:r>
            <a:endParaRPr sz="2500">
              <a:solidFill>
                <a:schemeClr val="dk1"/>
              </a:solidFill>
            </a:endParaRPr>
          </a:p>
          <a:p>
            <a:pPr marL="0" lvl="0" indent="0" algn="just" rtl="0">
              <a:lnSpc>
                <a:spcPct val="140000"/>
              </a:lnSpc>
              <a:spcBef>
                <a:spcPts val="0"/>
              </a:spcBef>
              <a:spcAft>
                <a:spcPts val="0"/>
              </a:spcAft>
              <a:buClr>
                <a:schemeClr val="dk1"/>
              </a:buClr>
              <a:buSzPts val="1100"/>
              <a:buFont typeface="Arial"/>
              <a:buNone/>
            </a:pPr>
            <a:r>
              <a:rPr lang="en-US" sz="2500">
                <a:solidFill>
                  <a:schemeClr val="dk1"/>
                </a:solidFill>
              </a:rPr>
              <a:t>Tốn thời gian xử lý thông tin ghi âm.</a:t>
            </a:r>
            <a:endParaRPr sz="2500">
              <a:solidFill>
                <a:schemeClr val="dk1"/>
              </a:solidFill>
            </a:endParaRPr>
          </a:p>
          <a:p>
            <a:pPr marL="0" marR="0" lvl="0" indent="0" algn="ctr" rtl="0">
              <a:lnSpc>
                <a:spcPct val="140000"/>
              </a:lnSpc>
              <a:spcBef>
                <a:spcPts val="0"/>
              </a:spcBef>
              <a:spcAft>
                <a:spcPts val="0"/>
              </a:spcAft>
              <a:buNone/>
            </a:pPr>
            <a:endParaRPr sz="1510">
              <a:solidFill>
                <a:srgbClr val="145DA0"/>
              </a:solidFill>
              <a:latin typeface="Poppins"/>
              <a:ea typeface="Poppins"/>
              <a:cs typeface="Poppins"/>
              <a:sym typeface="Poppins"/>
            </a:endParaRPr>
          </a:p>
        </p:txBody>
      </p:sp>
      <p:sp>
        <p:nvSpPr>
          <p:cNvPr id="493" name="Google Shape;493;g324991e04e6_6_104"/>
          <p:cNvSpPr txBox="1"/>
          <p:nvPr/>
        </p:nvSpPr>
        <p:spPr>
          <a:xfrm>
            <a:off x="10841968" y="2812925"/>
            <a:ext cx="3491100" cy="369300"/>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00" b="1">
                <a:solidFill>
                  <a:srgbClr val="145DA0"/>
                </a:solidFill>
              </a:rPr>
              <a:t>5. Nhược điểm</a:t>
            </a:r>
            <a:endParaRPr sz="2400"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Shape 536"/>
        <p:cNvGrpSpPr/>
        <p:nvPr/>
      </p:nvGrpSpPr>
      <p:grpSpPr>
        <a:xfrm>
          <a:off x="0" y="0"/>
          <a:ext cx="0" cy="0"/>
          <a:chOff x="0" y="0"/>
          <a:chExt cx="0" cy="0"/>
        </a:xfrm>
      </p:grpSpPr>
      <p:sp>
        <p:nvSpPr>
          <p:cNvPr id="537" name="Google Shape;537;g324991e04e6_2_70"/>
          <p:cNvSpPr/>
          <p:nvPr/>
        </p:nvSpPr>
        <p:spPr>
          <a:xfrm>
            <a:off x="13402273" y="-8767"/>
            <a:ext cx="4907787" cy="10295767"/>
          </a:xfrm>
          <a:custGeom>
            <a:avLst/>
            <a:gdLst/>
            <a:ahLst/>
            <a:cxnLst/>
            <a:rect l="l" t="t" r="r" b="b"/>
            <a:pathLst>
              <a:path w="4907787" h="10295767" extrusionOk="0">
                <a:moveTo>
                  <a:pt x="0" y="0"/>
                </a:moveTo>
                <a:lnTo>
                  <a:pt x="4907787" y="0"/>
                </a:lnTo>
                <a:lnTo>
                  <a:pt x="4907787" y="10295767"/>
                </a:lnTo>
                <a:lnTo>
                  <a:pt x="0" y="10295767"/>
                </a:lnTo>
                <a:lnTo>
                  <a:pt x="0" y="0"/>
                </a:lnTo>
                <a:close/>
              </a:path>
            </a:pathLst>
          </a:custGeom>
          <a:blipFill rotWithShape="1">
            <a:blip r:embed="rId3">
              <a:alphaModFix/>
            </a:blip>
            <a:stretch>
              <a:fillRect l="-19879" r="-19889"/>
            </a:stretch>
          </a:blipFill>
          <a:ln>
            <a:noFill/>
          </a:ln>
        </p:spPr>
      </p:sp>
      <p:grpSp>
        <p:nvGrpSpPr>
          <p:cNvPr id="538" name="Google Shape;538;g324991e04e6_2_70"/>
          <p:cNvGrpSpPr/>
          <p:nvPr/>
        </p:nvGrpSpPr>
        <p:grpSpPr>
          <a:xfrm>
            <a:off x="645875" y="3708300"/>
            <a:ext cx="14969132" cy="5234027"/>
            <a:chOff x="0" y="-38100"/>
            <a:chExt cx="3841588" cy="1378500"/>
          </a:xfrm>
        </p:grpSpPr>
        <p:sp>
          <p:nvSpPr>
            <p:cNvPr id="539" name="Google Shape;539;g324991e04e6_2_70"/>
            <p:cNvSpPr/>
            <p:nvPr/>
          </p:nvSpPr>
          <p:spPr>
            <a:xfrm>
              <a:off x="0" y="0"/>
              <a:ext cx="3841588" cy="1340288"/>
            </a:xfrm>
            <a:custGeom>
              <a:avLst/>
              <a:gdLst/>
              <a:ahLst/>
              <a:cxnLst/>
              <a:rect l="l" t="t" r="r" b="b"/>
              <a:pathLst>
                <a:path w="3841588" h="1340288" extrusionOk="0">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g324991e04e6_2_70"/>
            <p:cNvSpPr txBox="1"/>
            <p:nvPr/>
          </p:nvSpPr>
          <p:spPr>
            <a:xfrm>
              <a:off x="0" y="-38100"/>
              <a:ext cx="3841500" cy="137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1" name="Google Shape;541;g324991e04e6_2_70"/>
          <p:cNvSpPr txBox="1"/>
          <p:nvPr/>
        </p:nvSpPr>
        <p:spPr>
          <a:xfrm>
            <a:off x="1270425" y="904875"/>
            <a:ext cx="10646400" cy="769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5000" b="1">
                <a:solidFill>
                  <a:schemeClr val="lt1"/>
                </a:solidFill>
              </a:rPr>
              <a:t>Bước 7: Đánh giá cuộc phỏng vấn</a:t>
            </a:r>
            <a:r>
              <a:rPr lang="en-US" sz="5000">
                <a:solidFill>
                  <a:schemeClr val="lt1"/>
                </a:solidFill>
              </a:rPr>
              <a:t>:</a:t>
            </a:r>
            <a:endParaRPr sz="5300">
              <a:solidFill>
                <a:schemeClr val="lt1"/>
              </a:solidFill>
            </a:endParaRPr>
          </a:p>
        </p:txBody>
      </p:sp>
      <p:sp>
        <p:nvSpPr>
          <p:cNvPr id="542" name="Google Shape;542;g324991e04e6_2_70"/>
          <p:cNvSpPr txBox="1"/>
          <p:nvPr/>
        </p:nvSpPr>
        <p:spPr>
          <a:xfrm>
            <a:off x="1270420" y="2245049"/>
            <a:ext cx="9913200" cy="215400"/>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endParaRPr/>
          </a:p>
        </p:txBody>
      </p:sp>
      <p:grpSp>
        <p:nvGrpSpPr>
          <p:cNvPr id="543" name="Google Shape;543;g324991e04e6_2_70"/>
          <p:cNvGrpSpPr/>
          <p:nvPr/>
        </p:nvGrpSpPr>
        <p:grpSpPr>
          <a:xfrm>
            <a:off x="15573718" y="7940477"/>
            <a:ext cx="4693026" cy="4693026"/>
            <a:chOff x="0" y="0"/>
            <a:chExt cx="812800" cy="812800"/>
          </a:xfrm>
        </p:grpSpPr>
        <p:sp>
          <p:nvSpPr>
            <p:cNvPr id="544" name="Google Shape;544;g324991e04e6_2_7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290"/>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g324991e04e6_2_70"/>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6" name="Google Shape;546;g324991e04e6_2_70"/>
          <p:cNvSpPr txBox="1"/>
          <p:nvPr/>
        </p:nvSpPr>
        <p:spPr>
          <a:xfrm>
            <a:off x="1028774" y="4311975"/>
            <a:ext cx="7421100" cy="3628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3200" b="1">
                <a:solidFill>
                  <a:schemeClr val="dk1"/>
                </a:solidFill>
              </a:rPr>
              <a:t>Đặc trưng của kỹ thuật:</a:t>
            </a:r>
            <a:endParaRPr sz="3200" b="1">
              <a:solidFill>
                <a:schemeClr val="dk1"/>
              </a:solidFill>
            </a:endParaRPr>
          </a:p>
          <a:p>
            <a:pPr marL="457200" lvl="0" indent="-431800" algn="l" rtl="0">
              <a:lnSpc>
                <a:spcPct val="115000"/>
              </a:lnSpc>
              <a:spcBef>
                <a:spcPts val="1200"/>
              </a:spcBef>
              <a:spcAft>
                <a:spcPts val="0"/>
              </a:spcAft>
              <a:buClr>
                <a:schemeClr val="dk1"/>
              </a:buClr>
              <a:buSzPts val="3200"/>
              <a:buChar char="●"/>
            </a:pPr>
            <a:r>
              <a:rPr lang="en-US" sz="3200">
                <a:solidFill>
                  <a:schemeClr val="dk1"/>
                </a:solidFill>
              </a:rPr>
              <a:t>Phân tích thông tin thu thập được và đánh giá chất lượng cuộc phỏng vấn.</a:t>
            </a:r>
            <a:endParaRPr sz="3200">
              <a:solidFill>
                <a:schemeClr val="dk1"/>
              </a:solidFill>
            </a:endParaRPr>
          </a:p>
          <a:p>
            <a:pPr marL="457200" lvl="0" indent="-431800" algn="l" rtl="0">
              <a:lnSpc>
                <a:spcPct val="115000"/>
              </a:lnSpc>
              <a:spcBef>
                <a:spcPts val="0"/>
              </a:spcBef>
              <a:spcAft>
                <a:spcPts val="0"/>
              </a:spcAft>
              <a:buClr>
                <a:schemeClr val="dk1"/>
              </a:buClr>
              <a:buSzPts val="3200"/>
              <a:buChar char="●"/>
            </a:pPr>
            <a:r>
              <a:rPr lang="en-US" sz="3200">
                <a:solidFill>
                  <a:schemeClr val="dk1"/>
                </a:solidFill>
              </a:rPr>
              <a:t>Nhận diện các yếu tố có thể làm sai lệch kết quả.</a:t>
            </a:r>
            <a:endParaRPr sz="3200">
              <a:solidFill>
                <a:schemeClr val="dk1"/>
              </a:solidFill>
            </a:endParaRPr>
          </a:p>
          <a:p>
            <a:pPr marL="0" marR="0" lvl="0" indent="0" algn="ctr" rtl="0">
              <a:lnSpc>
                <a:spcPct val="140040"/>
              </a:lnSpc>
              <a:spcBef>
                <a:spcPts val="1200"/>
              </a:spcBef>
              <a:spcAft>
                <a:spcPts val="0"/>
              </a:spcAft>
              <a:buNone/>
            </a:pPr>
            <a:endParaRPr sz="3173">
              <a:solidFill>
                <a:srgbClr val="145DA0"/>
              </a:solidFill>
              <a:latin typeface="Poppins"/>
              <a:ea typeface="Poppins"/>
              <a:cs typeface="Poppins"/>
              <a:sym typeface="Poppins"/>
            </a:endParaRPr>
          </a:p>
        </p:txBody>
      </p:sp>
      <p:cxnSp>
        <p:nvCxnSpPr>
          <p:cNvPr id="547" name="Google Shape;547;g324991e04e6_2_70"/>
          <p:cNvCxnSpPr/>
          <p:nvPr/>
        </p:nvCxnSpPr>
        <p:spPr>
          <a:xfrm>
            <a:off x="8257390" y="4311987"/>
            <a:ext cx="0" cy="4410300"/>
          </a:xfrm>
          <a:prstGeom prst="straightConnector1">
            <a:avLst/>
          </a:prstGeom>
          <a:noFill/>
          <a:ln w="38100" cap="flat" cmpd="sng">
            <a:solidFill>
              <a:srgbClr val="145DA0"/>
            </a:solidFill>
            <a:prstDash val="solid"/>
            <a:round/>
            <a:headEnd type="none" w="sm" len="sm"/>
            <a:tailEnd type="none" w="sm" len="sm"/>
          </a:ln>
        </p:spPr>
      </p:cxnSp>
      <p:sp>
        <p:nvSpPr>
          <p:cNvPr id="548" name="Google Shape;548;g324991e04e6_2_70"/>
          <p:cNvSpPr txBox="1"/>
          <p:nvPr/>
        </p:nvSpPr>
        <p:spPr>
          <a:xfrm>
            <a:off x="8449869" y="4443400"/>
            <a:ext cx="7123800" cy="2877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3200" b="1">
                <a:solidFill>
                  <a:schemeClr val="dk1"/>
                </a:solidFill>
              </a:rPr>
              <a:t>Trường hợp sử dụng:</a:t>
            </a:r>
            <a:endParaRPr sz="3200" b="1">
              <a:solidFill>
                <a:schemeClr val="dk1"/>
              </a:solidFill>
            </a:endParaRPr>
          </a:p>
          <a:p>
            <a:pPr marL="457200" lvl="0" indent="-431800" algn="l" rtl="0">
              <a:lnSpc>
                <a:spcPct val="115000"/>
              </a:lnSpc>
              <a:spcBef>
                <a:spcPts val="1200"/>
              </a:spcBef>
              <a:spcAft>
                <a:spcPts val="0"/>
              </a:spcAft>
              <a:buClr>
                <a:schemeClr val="dk1"/>
              </a:buClr>
              <a:buSzPts val="3200"/>
              <a:buChar char="●"/>
            </a:pPr>
            <a:r>
              <a:rPr lang="en-US" sz="3200">
                <a:solidFill>
                  <a:schemeClr val="dk1"/>
                </a:solidFill>
              </a:rPr>
              <a:t>Khi cần đánh giá tính chính xác và đầy đủ của thông tin thu thập từ phỏng vấn.</a:t>
            </a:r>
            <a:endParaRPr sz="3200">
              <a:solidFill>
                <a:schemeClr val="dk1"/>
              </a:solidFill>
            </a:endParaRPr>
          </a:p>
          <a:p>
            <a:pPr marL="0" marR="0" lvl="0" indent="0" algn="ctr" rtl="0">
              <a:lnSpc>
                <a:spcPct val="140040"/>
              </a:lnSpc>
              <a:spcBef>
                <a:spcPts val="1200"/>
              </a:spcBef>
              <a:spcAft>
                <a:spcPts val="0"/>
              </a:spcAft>
              <a:buNone/>
            </a:pPr>
            <a:endParaRPr sz="1973">
              <a:solidFill>
                <a:srgbClr val="145DA0"/>
              </a:solidFill>
              <a:latin typeface="Poppins"/>
              <a:ea typeface="Poppins"/>
              <a:cs typeface="Poppins"/>
              <a:sym typeface="Poppins"/>
            </a:endParaRPr>
          </a:p>
        </p:txBody>
      </p:sp>
      <p:sp>
        <p:nvSpPr>
          <p:cNvPr id="549" name="Google Shape;549;g324991e04e6_2_70"/>
          <p:cNvSpPr txBox="1"/>
          <p:nvPr/>
        </p:nvSpPr>
        <p:spPr>
          <a:xfrm>
            <a:off x="1028700" y="2845875"/>
            <a:ext cx="10460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a:solidFill>
                  <a:schemeClr val="lt1"/>
                </a:solidFill>
              </a:rPr>
              <a:t>Đặc trưng của kỹ thuật và trường hợp sử dụng</a:t>
            </a:r>
            <a:endParaRPr sz="3600" b="1">
              <a:solidFill>
                <a:schemeClr val="lt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53"/>
        <p:cNvGrpSpPr/>
        <p:nvPr/>
      </p:nvGrpSpPr>
      <p:grpSpPr>
        <a:xfrm>
          <a:off x="0" y="0"/>
          <a:ext cx="0" cy="0"/>
          <a:chOff x="0" y="0"/>
          <a:chExt cx="0" cy="0"/>
        </a:xfrm>
      </p:grpSpPr>
      <p:sp>
        <p:nvSpPr>
          <p:cNvPr id="554" name="Google Shape;554;g324991e04e6_2_100"/>
          <p:cNvSpPr/>
          <p:nvPr/>
        </p:nvSpPr>
        <p:spPr>
          <a:xfrm>
            <a:off x="0" y="0"/>
            <a:ext cx="18288000" cy="5143500"/>
          </a:xfrm>
          <a:custGeom>
            <a:avLst/>
            <a:gdLst/>
            <a:ahLst/>
            <a:cxnLst/>
            <a:rect l="l" t="t" r="r" b="b"/>
            <a:pathLst>
              <a:path w="18288000" h="5143500" extrusionOk="0">
                <a:moveTo>
                  <a:pt x="0" y="0"/>
                </a:moveTo>
                <a:lnTo>
                  <a:pt x="18288000" y="0"/>
                </a:lnTo>
                <a:lnTo>
                  <a:pt x="18288000" y="5143500"/>
                </a:lnTo>
                <a:lnTo>
                  <a:pt x="0" y="5143500"/>
                </a:lnTo>
                <a:lnTo>
                  <a:pt x="0" y="0"/>
                </a:lnTo>
                <a:close/>
              </a:path>
            </a:pathLst>
          </a:custGeom>
          <a:blipFill rotWithShape="1">
            <a:blip r:embed="rId3">
              <a:alphaModFix/>
            </a:blip>
            <a:stretch>
              <a:fillRect t="-72399" b="-64477"/>
            </a:stretch>
          </a:blipFill>
          <a:ln>
            <a:noFill/>
          </a:ln>
        </p:spPr>
      </p:sp>
      <p:grpSp>
        <p:nvGrpSpPr>
          <p:cNvPr id="555" name="Google Shape;555;g324991e04e6_2_100"/>
          <p:cNvGrpSpPr/>
          <p:nvPr/>
        </p:nvGrpSpPr>
        <p:grpSpPr>
          <a:xfrm>
            <a:off x="-188217" y="9113638"/>
            <a:ext cx="18476854" cy="1173367"/>
            <a:chOff x="0" y="-38100"/>
            <a:chExt cx="4866300" cy="309033"/>
          </a:xfrm>
        </p:grpSpPr>
        <p:sp>
          <p:nvSpPr>
            <p:cNvPr id="556" name="Google Shape;556;g324991e04e6_2_100"/>
            <p:cNvSpPr/>
            <p:nvPr/>
          </p:nvSpPr>
          <p:spPr>
            <a:xfrm>
              <a:off x="0" y="0"/>
              <a:ext cx="4866164" cy="270933"/>
            </a:xfrm>
            <a:custGeom>
              <a:avLst/>
              <a:gdLst/>
              <a:ahLst/>
              <a:cxnLst/>
              <a:rect l="l" t="t" r="r" b="b"/>
              <a:pathLst>
                <a:path w="4866164" h="270933" extrusionOk="0">
                  <a:moveTo>
                    <a:pt x="0" y="0"/>
                  </a:moveTo>
                  <a:lnTo>
                    <a:pt x="4866164" y="0"/>
                  </a:lnTo>
                  <a:lnTo>
                    <a:pt x="4866164" y="270933"/>
                  </a:lnTo>
                  <a:lnTo>
                    <a:pt x="0" y="270933"/>
                  </a:lnTo>
                  <a:close/>
                </a:path>
              </a:pathLst>
            </a:custGeom>
            <a:solidFill>
              <a:srgbClr val="5B98BA"/>
            </a:solidFill>
            <a:ln>
              <a:noFill/>
            </a:ln>
          </p:spPr>
        </p:sp>
        <p:sp>
          <p:nvSpPr>
            <p:cNvPr id="557" name="Google Shape;557;g324991e04e6_2_100"/>
            <p:cNvSpPr txBox="1"/>
            <p:nvPr/>
          </p:nvSpPr>
          <p:spPr>
            <a:xfrm>
              <a:off x="0" y="-38100"/>
              <a:ext cx="4866300" cy="309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58" name="Google Shape;558;g324991e04e6_2_100"/>
          <p:cNvSpPr/>
          <p:nvPr/>
        </p:nvSpPr>
        <p:spPr>
          <a:xfrm>
            <a:off x="6073800" y="4863325"/>
            <a:ext cx="6073800" cy="36357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rPr>
              <a:t>2. Xử lý phỏng vấn không thành công:</a:t>
            </a:r>
            <a:endParaRPr sz="24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a:solidFill>
                  <a:schemeClr val="dk1"/>
                </a:solidFill>
              </a:rPr>
              <a:t>Điều chỉnh cách tiếp cận:</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Chuyển câu hỏi đóng/mở phù hợp.</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Diễn đạt lại câu hỏi.</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Kết thúc khéo léo nếu không hiệu quả.</a:t>
            </a:r>
            <a:endParaRPr sz="2400">
              <a:solidFill>
                <a:schemeClr val="dk1"/>
              </a:solidFill>
            </a:endParaRPr>
          </a:p>
        </p:txBody>
      </p:sp>
      <p:sp>
        <p:nvSpPr>
          <p:cNvPr id="559" name="Google Shape;559;g324991e04e6_2_100"/>
          <p:cNvSpPr/>
          <p:nvPr/>
        </p:nvSpPr>
        <p:spPr>
          <a:xfrm>
            <a:off x="0" y="4777775"/>
            <a:ext cx="6073800" cy="37212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rPr>
              <a:t>1. Nhận diện thành kiến:</a:t>
            </a:r>
            <a:endParaRPr sz="24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a:solidFill>
                  <a:schemeClr val="dk1"/>
                </a:solidFill>
              </a:rPr>
              <a:t>Phân tích thái độ và câu trả lời.</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Thành kiến thường gặp:</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Bảo vệ lợi ích cá nhân/bộ phận.</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Quan điểm thiên lệch về hệ thống.</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Thiếu kinh nghiệm dẫn đến sai lệch.</a:t>
            </a:r>
            <a:endParaRPr sz="2400">
              <a:solidFill>
                <a:schemeClr val="dk1"/>
              </a:solidFill>
            </a:endParaRPr>
          </a:p>
        </p:txBody>
      </p:sp>
      <p:sp>
        <p:nvSpPr>
          <p:cNvPr id="560" name="Google Shape;560;g324991e04e6_2_100"/>
          <p:cNvSpPr/>
          <p:nvPr/>
        </p:nvSpPr>
        <p:spPr>
          <a:xfrm>
            <a:off x="12147600" y="4863250"/>
            <a:ext cx="6073800" cy="36357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rPr>
              <a:t>3. Báo cáo với cấp trên khi cần thiết:</a:t>
            </a:r>
            <a:endParaRPr sz="24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a:solidFill>
                  <a:schemeClr val="dk1"/>
                </a:solidFill>
              </a:rPr>
              <a:t>Báo cáo khó khăn và tìm giải pháp.</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Ví dụ:</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Liên hệ cấp trên của đối tượng.</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Phân công người khác phỏng vấn.</a:t>
            </a:r>
            <a:endParaRPr sz="2400">
              <a:solidFill>
                <a:schemeClr val="dk1"/>
              </a:solidFill>
            </a:endParaRPr>
          </a:p>
          <a:p>
            <a:pPr marL="914400" lvl="1" indent="-381000" algn="l" rtl="0">
              <a:lnSpc>
                <a:spcPct val="115000"/>
              </a:lnSpc>
              <a:spcBef>
                <a:spcPts val="0"/>
              </a:spcBef>
              <a:spcAft>
                <a:spcPts val="0"/>
              </a:spcAft>
              <a:buClr>
                <a:schemeClr val="dk1"/>
              </a:buClr>
              <a:buSzPts val="2400"/>
              <a:buChar char="○"/>
            </a:pPr>
            <a:r>
              <a:rPr lang="en-US" sz="2400">
                <a:solidFill>
                  <a:schemeClr val="dk1"/>
                </a:solidFill>
              </a:rPr>
              <a:t>Tìm nguồn thông tin thay thế.</a:t>
            </a:r>
            <a:endParaRPr sz="2400">
              <a:solidFill>
                <a:schemeClr val="dk1"/>
              </a:solidFill>
            </a:endParaRPr>
          </a:p>
        </p:txBody>
      </p:sp>
      <p:sp>
        <p:nvSpPr>
          <p:cNvPr id="561" name="Google Shape;561;g324991e04e6_2_100"/>
          <p:cNvSpPr txBox="1"/>
          <p:nvPr/>
        </p:nvSpPr>
        <p:spPr>
          <a:xfrm>
            <a:off x="855475" y="3135725"/>
            <a:ext cx="11403300" cy="112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100" b="1">
                <a:solidFill>
                  <a:schemeClr val="lt1"/>
                </a:solidFill>
              </a:rPr>
              <a:t>Cách tiến hành:</a:t>
            </a:r>
            <a:endParaRPr sz="6100" b="1">
              <a:solidFill>
                <a:schemeClr val="lt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65"/>
        <p:cNvGrpSpPr/>
        <p:nvPr/>
      </p:nvGrpSpPr>
      <p:grpSpPr>
        <a:xfrm>
          <a:off x="0" y="0"/>
          <a:ext cx="0" cy="0"/>
          <a:chOff x="0" y="0"/>
          <a:chExt cx="0" cy="0"/>
        </a:xfrm>
      </p:grpSpPr>
      <p:sp>
        <p:nvSpPr>
          <p:cNvPr id="566" name="Google Shape;566;g324991e04e6_2_123"/>
          <p:cNvSpPr/>
          <p:nvPr/>
        </p:nvSpPr>
        <p:spPr>
          <a:xfrm>
            <a:off x="458614" y="270488"/>
            <a:ext cx="704088" cy="896408"/>
          </a:xfrm>
          <a:custGeom>
            <a:avLst/>
            <a:gdLst/>
            <a:ahLst/>
            <a:cxnLst/>
            <a:rect l="l" t="t" r="r" b="b"/>
            <a:pathLst>
              <a:path w="704088" h="896408" extrusionOk="0">
                <a:moveTo>
                  <a:pt x="0" y="0"/>
                </a:moveTo>
                <a:lnTo>
                  <a:pt x="704088" y="0"/>
                </a:lnTo>
                <a:lnTo>
                  <a:pt x="704088" y="896408"/>
                </a:lnTo>
                <a:lnTo>
                  <a:pt x="0" y="896408"/>
                </a:lnTo>
                <a:lnTo>
                  <a:pt x="0" y="0"/>
                </a:lnTo>
                <a:close/>
              </a:path>
            </a:pathLst>
          </a:custGeom>
          <a:blipFill rotWithShape="1">
            <a:blip r:embed="rId3">
              <a:alphaModFix/>
            </a:blip>
            <a:stretch>
              <a:fillRect/>
            </a:stretch>
          </a:blipFill>
          <a:ln>
            <a:noFill/>
          </a:ln>
        </p:spPr>
      </p:sp>
      <p:sp>
        <p:nvSpPr>
          <p:cNvPr id="567" name="Google Shape;567;g324991e04e6_2_123"/>
          <p:cNvSpPr/>
          <p:nvPr/>
        </p:nvSpPr>
        <p:spPr>
          <a:xfrm>
            <a:off x="3521152" y="8196791"/>
            <a:ext cx="1043341" cy="1016784"/>
          </a:xfrm>
          <a:custGeom>
            <a:avLst/>
            <a:gdLst/>
            <a:ahLst/>
            <a:cxnLst/>
            <a:rect l="l" t="t" r="r" b="b"/>
            <a:pathLst>
              <a:path w="1043341" h="1016784" extrusionOk="0">
                <a:moveTo>
                  <a:pt x="0" y="0"/>
                </a:moveTo>
                <a:lnTo>
                  <a:pt x="1043341" y="0"/>
                </a:lnTo>
                <a:lnTo>
                  <a:pt x="1043341" y="1016783"/>
                </a:lnTo>
                <a:lnTo>
                  <a:pt x="0" y="1016783"/>
                </a:lnTo>
                <a:lnTo>
                  <a:pt x="0" y="0"/>
                </a:lnTo>
                <a:close/>
              </a:path>
            </a:pathLst>
          </a:custGeom>
          <a:blipFill rotWithShape="1">
            <a:blip r:embed="rId4">
              <a:alphaModFix/>
            </a:blip>
            <a:stretch>
              <a:fillRect/>
            </a:stretch>
          </a:blipFill>
          <a:ln>
            <a:noFill/>
          </a:ln>
        </p:spPr>
      </p:sp>
      <p:sp>
        <p:nvSpPr>
          <p:cNvPr id="568" name="Google Shape;568;g324991e04e6_2_123"/>
          <p:cNvSpPr/>
          <p:nvPr/>
        </p:nvSpPr>
        <p:spPr>
          <a:xfrm>
            <a:off x="5202424" y="8230226"/>
            <a:ext cx="825844" cy="895886"/>
          </a:xfrm>
          <a:custGeom>
            <a:avLst/>
            <a:gdLst/>
            <a:ahLst/>
            <a:cxnLst/>
            <a:rect l="l" t="t" r="r" b="b"/>
            <a:pathLst>
              <a:path w="825844" h="895886" extrusionOk="0">
                <a:moveTo>
                  <a:pt x="0" y="0"/>
                </a:moveTo>
                <a:lnTo>
                  <a:pt x="825844" y="0"/>
                </a:lnTo>
                <a:lnTo>
                  <a:pt x="825844" y="895886"/>
                </a:lnTo>
                <a:lnTo>
                  <a:pt x="0" y="895886"/>
                </a:lnTo>
                <a:lnTo>
                  <a:pt x="0" y="0"/>
                </a:lnTo>
                <a:close/>
              </a:path>
            </a:pathLst>
          </a:custGeom>
          <a:blipFill rotWithShape="1">
            <a:blip r:embed="rId5">
              <a:alphaModFix/>
            </a:blip>
            <a:stretch>
              <a:fillRect/>
            </a:stretch>
          </a:blipFill>
          <a:ln>
            <a:noFill/>
          </a:ln>
        </p:spPr>
      </p:sp>
      <p:sp>
        <p:nvSpPr>
          <p:cNvPr id="569" name="Google Shape;569;g324991e04e6_2_123"/>
          <p:cNvSpPr/>
          <p:nvPr/>
        </p:nvSpPr>
        <p:spPr>
          <a:xfrm>
            <a:off x="6476583" y="8394737"/>
            <a:ext cx="801428" cy="735857"/>
          </a:xfrm>
          <a:custGeom>
            <a:avLst/>
            <a:gdLst/>
            <a:ahLst/>
            <a:cxnLst/>
            <a:rect l="l" t="t" r="r" b="b"/>
            <a:pathLst>
              <a:path w="801428" h="735857" extrusionOk="0">
                <a:moveTo>
                  <a:pt x="0" y="0"/>
                </a:moveTo>
                <a:lnTo>
                  <a:pt x="801428" y="0"/>
                </a:lnTo>
                <a:lnTo>
                  <a:pt x="801428" y="735857"/>
                </a:lnTo>
                <a:lnTo>
                  <a:pt x="0" y="735857"/>
                </a:lnTo>
                <a:lnTo>
                  <a:pt x="0" y="0"/>
                </a:lnTo>
                <a:close/>
              </a:path>
            </a:pathLst>
          </a:custGeom>
          <a:blipFill rotWithShape="1">
            <a:blip r:embed="rId6">
              <a:alphaModFix/>
            </a:blip>
            <a:stretch>
              <a:fillRect/>
            </a:stretch>
          </a:blipFill>
          <a:ln>
            <a:noFill/>
          </a:ln>
        </p:spPr>
      </p:sp>
      <p:sp>
        <p:nvSpPr>
          <p:cNvPr id="570" name="Google Shape;570;g324991e04e6_2_123"/>
          <p:cNvSpPr/>
          <p:nvPr/>
        </p:nvSpPr>
        <p:spPr>
          <a:xfrm>
            <a:off x="6752291" y="5608303"/>
            <a:ext cx="682965" cy="813054"/>
          </a:xfrm>
          <a:custGeom>
            <a:avLst/>
            <a:gdLst/>
            <a:ahLst/>
            <a:cxnLst/>
            <a:rect l="l" t="t" r="r" b="b"/>
            <a:pathLst>
              <a:path w="682965" h="813054" extrusionOk="0">
                <a:moveTo>
                  <a:pt x="0" y="0"/>
                </a:moveTo>
                <a:lnTo>
                  <a:pt x="682965" y="0"/>
                </a:lnTo>
                <a:lnTo>
                  <a:pt x="682965" y="813054"/>
                </a:lnTo>
                <a:lnTo>
                  <a:pt x="0" y="813054"/>
                </a:lnTo>
                <a:lnTo>
                  <a:pt x="0" y="0"/>
                </a:lnTo>
                <a:close/>
              </a:path>
            </a:pathLst>
          </a:custGeom>
          <a:blipFill rotWithShape="1">
            <a:blip r:embed="rId7">
              <a:alphaModFix/>
            </a:blip>
            <a:stretch>
              <a:fillRect/>
            </a:stretch>
          </a:blipFill>
          <a:ln>
            <a:noFill/>
          </a:ln>
        </p:spPr>
      </p:sp>
      <p:sp>
        <p:nvSpPr>
          <p:cNvPr id="571" name="Google Shape;571;g324991e04e6_2_123"/>
          <p:cNvSpPr/>
          <p:nvPr/>
        </p:nvSpPr>
        <p:spPr>
          <a:xfrm>
            <a:off x="10996000" y="4533662"/>
            <a:ext cx="795968" cy="706241"/>
          </a:xfrm>
          <a:custGeom>
            <a:avLst/>
            <a:gdLst/>
            <a:ahLst/>
            <a:cxnLst/>
            <a:rect l="l" t="t" r="r" b="b"/>
            <a:pathLst>
              <a:path w="795968" h="706241" extrusionOk="0">
                <a:moveTo>
                  <a:pt x="0" y="0"/>
                </a:moveTo>
                <a:lnTo>
                  <a:pt x="795968" y="0"/>
                </a:lnTo>
                <a:lnTo>
                  <a:pt x="795968" y="706241"/>
                </a:lnTo>
                <a:lnTo>
                  <a:pt x="0" y="706241"/>
                </a:lnTo>
                <a:lnTo>
                  <a:pt x="0" y="0"/>
                </a:lnTo>
                <a:close/>
              </a:path>
            </a:pathLst>
          </a:custGeom>
          <a:blipFill rotWithShape="1">
            <a:blip r:embed="rId8">
              <a:alphaModFix/>
            </a:blip>
            <a:stretch>
              <a:fillRect/>
            </a:stretch>
          </a:blipFill>
          <a:ln>
            <a:noFill/>
          </a:ln>
        </p:spPr>
      </p:sp>
      <p:sp>
        <p:nvSpPr>
          <p:cNvPr id="572" name="Google Shape;572;g324991e04e6_2_123"/>
          <p:cNvSpPr/>
          <p:nvPr/>
        </p:nvSpPr>
        <p:spPr>
          <a:xfrm>
            <a:off x="12418051" y="4486006"/>
            <a:ext cx="698242" cy="672851"/>
          </a:xfrm>
          <a:custGeom>
            <a:avLst/>
            <a:gdLst/>
            <a:ahLst/>
            <a:cxnLst/>
            <a:rect l="l" t="t" r="r" b="b"/>
            <a:pathLst>
              <a:path w="698242" h="672851" extrusionOk="0">
                <a:moveTo>
                  <a:pt x="0" y="0"/>
                </a:moveTo>
                <a:lnTo>
                  <a:pt x="698241" y="0"/>
                </a:lnTo>
                <a:lnTo>
                  <a:pt x="698241" y="672851"/>
                </a:lnTo>
                <a:lnTo>
                  <a:pt x="0" y="672851"/>
                </a:lnTo>
                <a:lnTo>
                  <a:pt x="0" y="0"/>
                </a:lnTo>
                <a:close/>
              </a:path>
            </a:pathLst>
          </a:custGeom>
          <a:blipFill rotWithShape="1">
            <a:blip r:embed="rId9">
              <a:alphaModFix/>
            </a:blip>
            <a:stretch>
              <a:fillRect/>
            </a:stretch>
          </a:blipFill>
          <a:ln>
            <a:noFill/>
          </a:ln>
        </p:spPr>
      </p:sp>
      <p:sp>
        <p:nvSpPr>
          <p:cNvPr id="573" name="Google Shape;573;g324991e04e6_2_123"/>
          <p:cNvSpPr/>
          <p:nvPr/>
        </p:nvSpPr>
        <p:spPr>
          <a:xfrm>
            <a:off x="8150242" y="5734112"/>
            <a:ext cx="775043" cy="868174"/>
          </a:xfrm>
          <a:custGeom>
            <a:avLst/>
            <a:gdLst/>
            <a:ahLst/>
            <a:cxnLst/>
            <a:rect l="l" t="t" r="r" b="b"/>
            <a:pathLst>
              <a:path w="775043" h="868174" extrusionOk="0">
                <a:moveTo>
                  <a:pt x="0" y="0"/>
                </a:moveTo>
                <a:lnTo>
                  <a:pt x="775043" y="0"/>
                </a:lnTo>
                <a:lnTo>
                  <a:pt x="775043" y="868174"/>
                </a:lnTo>
                <a:lnTo>
                  <a:pt x="0" y="868174"/>
                </a:lnTo>
                <a:lnTo>
                  <a:pt x="0" y="0"/>
                </a:lnTo>
                <a:close/>
              </a:path>
            </a:pathLst>
          </a:custGeom>
          <a:blipFill rotWithShape="1">
            <a:blip r:embed="rId10">
              <a:alphaModFix/>
            </a:blip>
            <a:stretch>
              <a:fillRect/>
            </a:stretch>
          </a:blipFill>
          <a:ln>
            <a:noFill/>
          </a:ln>
        </p:spPr>
      </p:sp>
      <p:sp>
        <p:nvSpPr>
          <p:cNvPr id="574" name="Google Shape;574;g324991e04e6_2_123"/>
          <p:cNvSpPr/>
          <p:nvPr/>
        </p:nvSpPr>
        <p:spPr>
          <a:xfrm>
            <a:off x="9684728" y="6927753"/>
            <a:ext cx="833753" cy="868492"/>
          </a:xfrm>
          <a:custGeom>
            <a:avLst/>
            <a:gdLst/>
            <a:ahLst/>
            <a:cxnLst/>
            <a:rect l="l" t="t" r="r" b="b"/>
            <a:pathLst>
              <a:path w="833753" h="868492" extrusionOk="0">
                <a:moveTo>
                  <a:pt x="0" y="0"/>
                </a:moveTo>
                <a:lnTo>
                  <a:pt x="833752" y="0"/>
                </a:lnTo>
                <a:lnTo>
                  <a:pt x="833752" y="868492"/>
                </a:lnTo>
                <a:lnTo>
                  <a:pt x="0" y="868492"/>
                </a:lnTo>
                <a:lnTo>
                  <a:pt x="0" y="0"/>
                </a:lnTo>
                <a:close/>
              </a:path>
            </a:pathLst>
          </a:custGeom>
          <a:blipFill rotWithShape="1">
            <a:blip r:embed="rId11">
              <a:alphaModFix/>
            </a:blip>
            <a:stretch>
              <a:fillRect/>
            </a:stretch>
          </a:blipFill>
          <a:ln>
            <a:noFill/>
          </a:ln>
        </p:spPr>
      </p:sp>
      <p:sp>
        <p:nvSpPr>
          <p:cNvPr id="575" name="Google Shape;575;g324991e04e6_2_123"/>
          <p:cNvSpPr/>
          <p:nvPr/>
        </p:nvSpPr>
        <p:spPr>
          <a:xfrm>
            <a:off x="9737808" y="5628671"/>
            <a:ext cx="727593" cy="835440"/>
          </a:xfrm>
          <a:custGeom>
            <a:avLst/>
            <a:gdLst/>
            <a:ahLst/>
            <a:cxnLst/>
            <a:rect l="l" t="t" r="r" b="b"/>
            <a:pathLst>
              <a:path w="727593" h="835440" extrusionOk="0">
                <a:moveTo>
                  <a:pt x="0" y="0"/>
                </a:moveTo>
                <a:lnTo>
                  <a:pt x="727592" y="0"/>
                </a:lnTo>
                <a:lnTo>
                  <a:pt x="727592" y="835441"/>
                </a:lnTo>
                <a:lnTo>
                  <a:pt x="0" y="835441"/>
                </a:lnTo>
                <a:lnTo>
                  <a:pt x="0" y="0"/>
                </a:lnTo>
                <a:close/>
              </a:path>
            </a:pathLst>
          </a:custGeom>
          <a:blipFill rotWithShape="1">
            <a:blip r:embed="rId12">
              <a:alphaModFix/>
            </a:blip>
            <a:stretch>
              <a:fillRect/>
            </a:stretch>
          </a:blipFill>
          <a:ln>
            <a:noFill/>
          </a:ln>
        </p:spPr>
      </p:sp>
      <p:sp>
        <p:nvSpPr>
          <p:cNvPr id="576" name="Google Shape;576;g324991e04e6_2_123"/>
          <p:cNvSpPr/>
          <p:nvPr/>
        </p:nvSpPr>
        <p:spPr>
          <a:xfrm>
            <a:off x="10959897" y="5693520"/>
            <a:ext cx="868174" cy="868174"/>
          </a:xfrm>
          <a:custGeom>
            <a:avLst/>
            <a:gdLst/>
            <a:ahLst/>
            <a:cxnLst/>
            <a:rect l="l" t="t" r="r" b="b"/>
            <a:pathLst>
              <a:path w="868174" h="868174" extrusionOk="0">
                <a:moveTo>
                  <a:pt x="0" y="0"/>
                </a:moveTo>
                <a:lnTo>
                  <a:pt x="868174" y="0"/>
                </a:lnTo>
                <a:lnTo>
                  <a:pt x="868174" y="868174"/>
                </a:lnTo>
                <a:lnTo>
                  <a:pt x="0" y="868174"/>
                </a:lnTo>
                <a:lnTo>
                  <a:pt x="0" y="0"/>
                </a:lnTo>
                <a:close/>
              </a:path>
            </a:pathLst>
          </a:custGeom>
          <a:blipFill rotWithShape="1">
            <a:blip r:embed="rId13">
              <a:alphaModFix/>
            </a:blip>
            <a:stretch>
              <a:fillRect/>
            </a:stretch>
          </a:blipFill>
          <a:ln>
            <a:noFill/>
          </a:ln>
        </p:spPr>
      </p:sp>
      <p:sp>
        <p:nvSpPr>
          <p:cNvPr id="577" name="Google Shape;577;g324991e04e6_2_123"/>
          <p:cNvSpPr/>
          <p:nvPr/>
        </p:nvSpPr>
        <p:spPr>
          <a:xfrm>
            <a:off x="8504855" y="8358896"/>
            <a:ext cx="899568" cy="868492"/>
          </a:xfrm>
          <a:custGeom>
            <a:avLst/>
            <a:gdLst/>
            <a:ahLst/>
            <a:cxnLst/>
            <a:rect l="l" t="t" r="r" b="b"/>
            <a:pathLst>
              <a:path w="899568" h="868492" extrusionOk="0">
                <a:moveTo>
                  <a:pt x="0" y="0"/>
                </a:moveTo>
                <a:lnTo>
                  <a:pt x="899569" y="0"/>
                </a:lnTo>
                <a:lnTo>
                  <a:pt x="899569" y="868492"/>
                </a:lnTo>
                <a:lnTo>
                  <a:pt x="0" y="868492"/>
                </a:lnTo>
                <a:lnTo>
                  <a:pt x="0" y="0"/>
                </a:lnTo>
                <a:close/>
              </a:path>
            </a:pathLst>
          </a:custGeom>
          <a:blipFill rotWithShape="1">
            <a:blip r:embed="rId14">
              <a:alphaModFix/>
            </a:blip>
            <a:stretch>
              <a:fillRect/>
            </a:stretch>
          </a:blipFill>
          <a:ln>
            <a:noFill/>
          </a:ln>
        </p:spPr>
      </p:sp>
      <p:sp>
        <p:nvSpPr>
          <p:cNvPr id="578" name="Google Shape;578;g324991e04e6_2_123"/>
          <p:cNvSpPr/>
          <p:nvPr/>
        </p:nvSpPr>
        <p:spPr>
          <a:xfrm>
            <a:off x="13635175" y="6934814"/>
            <a:ext cx="928806" cy="896720"/>
          </a:xfrm>
          <a:custGeom>
            <a:avLst/>
            <a:gdLst/>
            <a:ahLst/>
            <a:cxnLst/>
            <a:rect l="l" t="t" r="r" b="b"/>
            <a:pathLst>
              <a:path w="928806" h="896720" extrusionOk="0">
                <a:moveTo>
                  <a:pt x="0" y="0"/>
                </a:moveTo>
                <a:lnTo>
                  <a:pt x="928805" y="0"/>
                </a:lnTo>
                <a:lnTo>
                  <a:pt x="928805" y="896719"/>
                </a:lnTo>
                <a:lnTo>
                  <a:pt x="0" y="896719"/>
                </a:lnTo>
                <a:lnTo>
                  <a:pt x="0" y="0"/>
                </a:lnTo>
                <a:close/>
              </a:path>
            </a:pathLst>
          </a:custGeom>
          <a:blipFill rotWithShape="1">
            <a:blip r:embed="rId15">
              <a:alphaModFix/>
            </a:blip>
            <a:stretch>
              <a:fillRect/>
            </a:stretch>
          </a:blipFill>
          <a:ln>
            <a:noFill/>
          </a:ln>
        </p:spPr>
      </p:sp>
      <p:sp>
        <p:nvSpPr>
          <p:cNvPr id="579" name="Google Shape;579;g324991e04e6_2_123"/>
          <p:cNvSpPr/>
          <p:nvPr/>
        </p:nvSpPr>
        <p:spPr>
          <a:xfrm>
            <a:off x="13874191" y="4397581"/>
            <a:ext cx="778541" cy="767216"/>
          </a:xfrm>
          <a:custGeom>
            <a:avLst/>
            <a:gdLst/>
            <a:ahLst/>
            <a:cxnLst/>
            <a:rect l="l" t="t" r="r" b="b"/>
            <a:pathLst>
              <a:path w="778541" h="767216" extrusionOk="0">
                <a:moveTo>
                  <a:pt x="0" y="0"/>
                </a:moveTo>
                <a:lnTo>
                  <a:pt x="778540" y="0"/>
                </a:lnTo>
                <a:lnTo>
                  <a:pt x="778540" y="767216"/>
                </a:lnTo>
                <a:lnTo>
                  <a:pt x="0" y="767216"/>
                </a:lnTo>
                <a:lnTo>
                  <a:pt x="0" y="0"/>
                </a:lnTo>
                <a:close/>
              </a:path>
            </a:pathLst>
          </a:custGeom>
          <a:blipFill rotWithShape="1">
            <a:blip r:embed="rId16">
              <a:alphaModFix/>
            </a:blip>
            <a:stretch>
              <a:fillRect/>
            </a:stretch>
          </a:blipFill>
          <a:ln>
            <a:noFill/>
          </a:ln>
        </p:spPr>
      </p:sp>
      <p:sp>
        <p:nvSpPr>
          <p:cNvPr id="580" name="Google Shape;580;g324991e04e6_2_123"/>
          <p:cNvSpPr/>
          <p:nvPr/>
        </p:nvSpPr>
        <p:spPr>
          <a:xfrm>
            <a:off x="9620774" y="4304351"/>
            <a:ext cx="889451" cy="889451"/>
          </a:xfrm>
          <a:custGeom>
            <a:avLst/>
            <a:gdLst/>
            <a:ahLst/>
            <a:cxnLst/>
            <a:rect l="l" t="t" r="r" b="b"/>
            <a:pathLst>
              <a:path w="889451" h="889451" extrusionOk="0">
                <a:moveTo>
                  <a:pt x="0" y="0"/>
                </a:moveTo>
                <a:lnTo>
                  <a:pt x="889451" y="0"/>
                </a:lnTo>
                <a:lnTo>
                  <a:pt x="889451" y="889451"/>
                </a:lnTo>
                <a:lnTo>
                  <a:pt x="0" y="889451"/>
                </a:lnTo>
                <a:lnTo>
                  <a:pt x="0" y="0"/>
                </a:lnTo>
                <a:close/>
              </a:path>
            </a:pathLst>
          </a:custGeom>
          <a:blipFill rotWithShape="1">
            <a:blip r:embed="rId17">
              <a:alphaModFix/>
            </a:blip>
            <a:stretch>
              <a:fillRect/>
            </a:stretch>
          </a:blipFill>
          <a:ln>
            <a:noFill/>
          </a:ln>
        </p:spPr>
      </p:sp>
      <p:sp>
        <p:nvSpPr>
          <p:cNvPr id="581" name="Google Shape;581;g324991e04e6_2_123"/>
          <p:cNvSpPr/>
          <p:nvPr/>
        </p:nvSpPr>
        <p:spPr>
          <a:xfrm>
            <a:off x="11010376" y="7015311"/>
            <a:ext cx="767216" cy="767216"/>
          </a:xfrm>
          <a:custGeom>
            <a:avLst/>
            <a:gdLst/>
            <a:ahLst/>
            <a:cxnLst/>
            <a:rect l="l" t="t" r="r" b="b"/>
            <a:pathLst>
              <a:path w="767216" h="767216" extrusionOk="0">
                <a:moveTo>
                  <a:pt x="0" y="0"/>
                </a:moveTo>
                <a:lnTo>
                  <a:pt x="767217" y="0"/>
                </a:lnTo>
                <a:lnTo>
                  <a:pt x="767217" y="767216"/>
                </a:lnTo>
                <a:lnTo>
                  <a:pt x="0" y="767216"/>
                </a:lnTo>
                <a:lnTo>
                  <a:pt x="0" y="0"/>
                </a:lnTo>
                <a:close/>
              </a:path>
            </a:pathLst>
          </a:custGeom>
          <a:blipFill rotWithShape="1">
            <a:blip r:embed="rId18">
              <a:alphaModFix/>
            </a:blip>
            <a:stretch>
              <a:fillRect/>
            </a:stretch>
          </a:blipFill>
          <a:ln>
            <a:noFill/>
          </a:ln>
        </p:spPr>
      </p:sp>
      <p:sp>
        <p:nvSpPr>
          <p:cNvPr id="582" name="Google Shape;582;g324991e04e6_2_123"/>
          <p:cNvSpPr/>
          <p:nvPr/>
        </p:nvSpPr>
        <p:spPr>
          <a:xfrm>
            <a:off x="5241013" y="5665856"/>
            <a:ext cx="787256" cy="767216"/>
          </a:xfrm>
          <a:custGeom>
            <a:avLst/>
            <a:gdLst/>
            <a:ahLst/>
            <a:cxnLst/>
            <a:rect l="l" t="t" r="r" b="b"/>
            <a:pathLst>
              <a:path w="787256" h="767216" extrusionOk="0">
                <a:moveTo>
                  <a:pt x="0" y="0"/>
                </a:moveTo>
                <a:lnTo>
                  <a:pt x="787255" y="0"/>
                </a:lnTo>
                <a:lnTo>
                  <a:pt x="787255" y="767217"/>
                </a:lnTo>
                <a:lnTo>
                  <a:pt x="0" y="767217"/>
                </a:lnTo>
                <a:lnTo>
                  <a:pt x="0" y="0"/>
                </a:lnTo>
                <a:close/>
              </a:path>
            </a:pathLst>
          </a:custGeom>
          <a:blipFill rotWithShape="1">
            <a:blip r:embed="rId19">
              <a:alphaModFix/>
            </a:blip>
            <a:stretch>
              <a:fillRect/>
            </a:stretch>
          </a:blipFill>
          <a:ln>
            <a:noFill/>
          </a:ln>
        </p:spPr>
      </p:sp>
      <p:sp>
        <p:nvSpPr>
          <p:cNvPr id="583" name="Google Shape;583;g324991e04e6_2_123"/>
          <p:cNvSpPr/>
          <p:nvPr/>
        </p:nvSpPr>
        <p:spPr>
          <a:xfrm>
            <a:off x="12318268" y="7030117"/>
            <a:ext cx="897806" cy="767216"/>
          </a:xfrm>
          <a:custGeom>
            <a:avLst/>
            <a:gdLst/>
            <a:ahLst/>
            <a:cxnLst/>
            <a:rect l="l" t="t" r="r" b="b"/>
            <a:pathLst>
              <a:path w="897806" h="767216" extrusionOk="0">
                <a:moveTo>
                  <a:pt x="0" y="0"/>
                </a:moveTo>
                <a:lnTo>
                  <a:pt x="897807" y="0"/>
                </a:lnTo>
                <a:lnTo>
                  <a:pt x="897807" y="767216"/>
                </a:lnTo>
                <a:lnTo>
                  <a:pt x="0" y="767216"/>
                </a:lnTo>
                <a:lnTo>
                  <a:pt x="0" y="0"/>
                </a:lnTo>
                <a:close/>
              </a:path>
            </a:pathLst>
          </a:custGeom>
          <a:blipFill rotWithShape="1">
            <a:blip r:embed="rId20">
              <a:alphaModFix/>
            </a:blip>
            <a:stretch>
              <a:fillRect/>
            </a:stretch>
          </a:blipFill>
          <a:ln>
            <a:noFill/>
          </a:ln>
        </p:spPr>
      </p:sp>
      <p:sp>
        <p:nvSpPr>
          <p:cNvPr id="584" name="Google Shape;584;g324991e04e6_2_123"/>
          <p:cNvSpPr/>
          <p:nvPr/>
        </p:nvSpPr>
        <p:spPr>
          <a:xfrm>
            <a:off x="3715218" y="5654140"/>
            <a:ext cx="708629" cy="767216"/>
          </a:xfrm>
          <a:custGeom>
            <a:avLst/>
            <a:gdLst/>
            <a:ahLst/>
            <a:cxnLst/>
            <a:rect l="l" t="t" r="r" b="b"/>
            <a:pathLst>
              <a:path w="708629" h="767216" extrusionOk="0">
                <a:moveTo>
                  <a:pt x="0" y="0"/>
                </a:moveTo>
                <a:lnTo>
                  <a:pt x="708629" y="0"/>
                </a:lnTo>
                <a:lnTo>
                  <a:pt x="708629" y="767217"/>
                </a:lnTo>
                <a:lnTo>
                  <a:pt x="0" y="767217"/>
                </a:lnTo>
                <a:lnTo>
                  <a:pt x="0" y="0"/>
                </a:lnTo>
                <a:close/>
              </a:path>
            </a:pathLst>
          </a:custGeom>
          <a:blipFill rotWithShape="1">
            <a:blip r:embed="rId21">
              <a:alphaModFix/>
            </a:blip>
            <a:stretch>
              <a:fillRect/>
            </a:stretch>
          </a:blipFill>
          <a:ln>
            <a:noFill/>
          </a:ln>
        </p:spPr>
      </p:sp>
      <p:sp>
        <p:nvSpPr>
          <p:cNvPr id="585" name="Google Shape;585;g324991e04e6_2_123"/>
          <p:cNvSpPr/>
          <p:nvPr/>
        </p:nvSpPr>
        <p:spPr>
          <a:xfrm>
            <a:off x="2233312" y="5823048"/>
            <a:ext cx="669571" cy="767216"/>
          </a:xfrm>
          <a:custGeom>
            <a:avLst/>
            <a:gdLst/>
            <a:ahLst/>
            <a:cxnLst/>
            <a:rect l="l" t="t" r="r" b="b"/>
            <a:pathLst>
              <a:path w="669571" h="767216" extrusionOk="0">
                <a:moveTo>
                  <a:pt x="0" y="0"/>
                </a:moveTo>
                <a:lnTo>
                  <a:pt x="669570" y="0"/>
                </a:lnTo>
                <a:lnTo>
                  <a:pt x="669570" y="767217"/>
                </a:lnTo>
                <a:lnTo>
                  <a:pt x="0" y="767217"/>
                </a:lnTo>
                <a:lnTo>
                  <a:pt x="0" y="0"/>
                </a:lnTo>
                <a:close/>
              </a:path>
            </a:pathLst>
          </a:custGeom>
          <a:blipFill rotWithShape="1">
            <a:blip r:embed="rId22">
              <a:alphaModFix/>
            </a:blip>
            <a:stretch>
              <a:fillRect/>
            </a:stretch>
          </a:blipFill>
          <a:ln>
            <a:noFill/>
          </a:ln>
        </p:spPr>
      </p:sp>
      <p:sp>
        <p:nvSpPr>
          <p:cNvPr id="586" name="Google Shape;586;g324991e04e6_2_123"/>
          <p:cNvSpPr/>
          <p:nvPr/>
        </p:nvSpPr>
        <p:spPr>
          <a:xfrm>
            <a:off x="13869833" y="8298717"/>
            <a:ext cx="514732" cy="767216"/>
          </a:xfrm>
          <a:custGeom>
            <a:avLst/>
            <a:gdLst/>
            <a:ahLst/>
            <a:cxnLst/>
            <a:rect l="l" t="t" r="r" b="b"/>
            <a:pathLst>
              <a:path w="514732" h="767216" extrusionOk="0">
                <a:moveTo>
                  <a:pt x="0" y="0"/>
                </a:moveTo>
                <a:lnTo>
                  <a:pt x="514733" y="0"/>
                </a:lnTo>
                <a:lnTo>
                  <a:pt x="514733" y="767216"/>
                </a:lnTo>
                <a:lnTo>
                  <a:pt x="0" y="767216"/>
                </a:lnTo>
                <a:lnTo>
                  <a:pt x="0" y="0"/>
                </a:lnTo>
                <a:close/>
              </a:path>
            </a:pathLst>
          </a:custGeom>
          <a:blipFill rotWithShape="1">
            <a:blip r:embed="rId23">
              <a:alphaModFix/>
            </a:blip>
            <a:stretch>
              <a:fillRect/>
            </a:stretch>
          </a:blipFill>
          <a:ln>
            <a:noFill/>
          </a:ln>
        </p:spPr>
      </p:sp>
      <p:sp>
        <p:nvSpPr>
          <p:cNvPr id="587" name="Google Shape;587;g324991e04e6_2_123"/>
          <p:cNvSpPr/>
          <p:nvPr/>
        </p:nvSpPr>
        <p:spPr>
          <a:xfrm>
            <a:off x="7967619" y="8358896"/>
            <a:ext cx="796168" cy="767216"/>
          </a:xfrm>
          <a:custGeom>
            <a:avLst/>
            <a:gdLst/>
            <a:ahLst/>
            <a:cxnLst/>
            <a:rect l="l" t="t" r="r" b="b"/>
            <a:pathLst>
              <a:path w="796168" h="767216" extrusionOk="0">
                <a:moveTo>
                  <a:pt x="0" y="0"/>
                </a:moveTo>
                <a:lnTo>
                  <a:pt x="796168" y="0"/>
                </a:lnTo>
                <a:lnTo>
                  <a:pt x="796168" y="767216"/>
                </a:lnTo>
                <a:lnTo>
                  <a:pt x="0" y="767216"/>
                </a:lnTo>
                <a:lnTo>
                  <a:pt x="0" y="0"/>
                </a:lnTo>
                <a:close/>
              </a:path>
            </a:pathLst>
          </a:custGeom>
          <a:blipFill rotWithShape="1">
            <a:blip r:embed="rId24">
              <a:alphaModFix/>
            </a:blip>
            <a:stretch>
              <a:fillRect/>
            </a:stretch>
          </a:blipFill>
          <a:ln>
            <a:noFill/>
          </a:ln>
        </p:spPr>
      </p:sp>
      <p:sp>
        <p:nvSpPr>
          <p:cNvPr id="588" name="Google Shape;588;g324991e04e6_2_123"/>
          <p:cNvSpPr/>
          <p:nvPr/>
        </p:nvSpPr>
        <p:spPr>
          <a:xfrm>
            <a:off x="13869833" y="5572814"/>
            <a:ext cx="787256" cy="767216"/>
          </a:xfrm>
          <a:custGeom>
            <a:avLst/>
            <a:gdLst/>
            <a:ahLst/>
            <a:cxnLst/>
            <a:rect l="l" t="t" r="r" b="b"/>
            <a:pathLst>
              <a:path w="787256" h="767216" extrusionOk="0">
                <a:moveTo>
                  <a:pt x="0" y="0"/>
                </a:moveTo>
                <a:lnTo>
                  <a:pt x="787256" y="0"/>
                </a:lnTo>
                <a:lnTo>
                  <a:pt x="787256" y="767217"/>
                </a:lnTo>
                <a:lnTo>
                  <a:pt x="0" y="767217"/>
                </a:lnTo>
                <a:lnTo>
                  <a:pt x="0" y="0"/>
                </a:lnTo>
                <a:close/>
              </a:path>
            </a:pathLst>
          </a:custGeom>
          <a:blipFill rotWithShape="1">
            <a:blip r:embed="rId25">
              <a:alphaModFix/>
            </a:blip>
            <a:stretch>
              <a:fillRect/>
            </a:stretch>
          </a:blipFill>
          <a:ln>
            <a:noFill/>
          </a:ln>
        </p:spPr>
      </p:sp>
      <p:sp>
        <p:nvSpPr>
          <p:cNvPr id="589" name="Google Shape;589;g324991e04e6_2_123"/>
          <p:cNvSpPr/>
          <p:nvPr/>
        </p:nvSpPr>
        <p:spPr>
          <a:xfrm>
            <a:off x="10904670" y="8236144"/>
            <a:ext cx="978628" cy="991244"/>
          </a:xfrm>
          <a:custGeom>
            <a:avLst/>
            <a:gdLst/>
            <a:ahLst/>
            <a:cxnLst/>
            <a:rect l="l" t="t" r="r" b="b"/>
            <a:pathLst>
              <a:path w="978628" h="991244" extrusionOk="0">
                <a:moveTo>
                  <a:pt x="0" y="0"/>
                </a:moveTo>
                <a:lnTo>
                  <a:pt x="978628" y="0"/>
                </a:lnTo>
                <a:lnTo>
                  <a:pt x="978628" y="991244"/>
                </a:lnTo>
                <a:lnTo>
                  <a:pt x="0" y="991244"/>
                </a:lnTo>
                <a:lnTo>
                  <a:pt x="0" y="0"/>
                </a:lnTo>
                <a:close/>
              </a:path>
            </a:pathLst>
          </a:custGeom>
          <a:blipFill rotWithShape="1">
            <a:blip r:embed="rId26">
              <a:alphaModFix/>
            </a:blip>
            <a:stretch>
              <a:fillRect/>
            </a:stretch>
          </a:blipFill>
          <a:ln>
            <a:noFill/>
          </a:ln>
        </p:spPr>
      </p:sp>
      <p:sp>
        <p:nvSpPr>
          <p:cNvPr id="590" name="Google Shape;590;g324991e04e6_2_123"/>
          <p:cNvSpPr/>
          <p:nvPr/>
        </p:nvSpPr>
        <p:spPr>
          <a:xfrm>
            <a:off x="12317663" y="8298717"/>
            <a:ext cx="899016" cy="887574"/>
          </a:xfrm>
          <a:custGeom>
            <a:avLst/>
            <a:gdLst/>
            <a:ahLst/>
            <a:cxnLst/>
            <a:rect l="l" t="t" r="r" b="b"/>
            <a:pathLst>
              <a:path w="899016" h="887574" extrusionOk="0">
                <a:moveTo>
                  <a:pt x="0" y="0"/>
                </a:moveTo>
                <a:lnTo>
                  <a:pt x="899017" y="0"/>
                </a:lnTo>
                <a:lnTo>
                  <a:pt x="899017" y="887574"/>
                </a:lnTo>
                <a:lnTo>
                  <a:pt x="0" y="887574"/>
                </a:lnTo>
                <a:lnTo>
                  <a:pt x="0" y="0"/>
                </a:lnTo>
                <a:close/>
              </a:path>
            </a:pathLst>
          </a:custGeom>
          <a:blipFill rotWithShape="1">
            <a:blip r:embed="rId27">
              <a:alphaModFix/>
            </a:blip>
            <a:stretch>
              <a:fillRect/>
            </a:stretch>
          </a:blipFill>
          <a:ln>
            <a:noFill/>
          </a:ln>
        </p:spPr>
      </p:sp>
      <p:sp>
        <p:nvSpPr>
          <p:cNvPr id="591" name="Google Shape;591;g324991e04e6_2_123"/>
          <p:cNvSpPr/>
          <p:nvPr/>
        </p:nvSpPr>
        <p:spPr>
          <a:xfrm>
            <a:off x="12373090" y="5707040"/>
            <a:ext cx="788162" cy="922318"/>
          </a:xfrm>
          <a:custGeom>
            <a:avLst/>
            <a:gdLst/>
            <a:ahLst/>
            <a:cxnLst/>
            <a:rect l="l" t="t" r="r" b="b"/>
            <a:pathLst>
              <a:path w="788162" h="922318" extrusionOk="0">
                <a:moveTo>
                  <a:pt x="0" y="0"/>
                </a:moveTo>
                <a:lnTo>
                  <a:pt x="788163" y="0"/>
                </a:lnTo>
                <a:lnTo>
                  <a:pt x="788163" y="922318"/>
                </a:lnTo>
                <a:lnTo>
                  <a:pt x="0" y="922318"/>
                </a:lnTo>
                <a:lnTo>
                  <a:pt x="0" y="0"/>
                </a:lnTo>
                <a:close/>
              </a:path>
            </a:pathLst>
          </a:custGeom>
          <a:blipFill rotWithShape="1">
            <a:blip r:embed="rId28">
              <a:alphaModFix/>
            </a:blip>
            <a:stretch>
              <a:fillRect/>
            </a:stretch>
          </a:blipFill>
          <a:ln>
            <a:noFill/>
          </a:ln>
        </p:spPr>
      </p:sp>
      <p:sp>
        <p:nvSpPr>
          <p:cNvPr id="592" name="Google Shape;592;g324991e04e6_2_123"/>
          <p:cNvSpPr/>
          <p:nvPr/>
        </p:nvSpPr>
        <p:spPr>
          <a:xfrm>
            <a:off x="5155175" y="6914222"/>
            <a:ext cx="958932" cy="922318"/>
          </a:xfrm>
          <a:custGeom>
            <a:avLst/>
            <a:gdLst/>
            <a:ahLst/>
            <a:cxnLst/>
            <a:rect l="l" t="t" r="r" b="b"/>
            <a:pathLst>
              <a:path w="958932" h="922318" extrusionOk="0">
                <a:moveTo>
                  <a:pt x="0" y="0"/>
                </a:moveTo>
                <a:lnTo>
                  <a:pt x="958931" y="0"/>
                </a:lnTo>
                <a:lnTo>
                  <a:pt x="958931" y="922317"/>
                </a:lnTo>
                <a:lnTo>
                  <a:pt x="0" y="922317"/>
                </a:lnTo>
                <a:lnTo>
                  <a:pt x="0" y="0"/>
                </a:lnTo>
                <a:close/>
              </a:path>
            </a:pathLst>
          </a:custGeom>
          <a:blipFill rotWithShape="1">
            <a:blip r:embed="rId29">
              <a:alphaModFix/>
            </a:blip>
            <a:stretch>
              <a:fillRect/>
            </a:stretch>
          </a:blipFill>
          <a:ln>
            <a:noFill/>
          </a:ln>
        </p:spPr>
      </p:sp>
      <p:sp>
        <p:nvSpPr>
          <p:cNvPr id="593" name="Google Shape;593;g324991e04e6_2_123"/>
          <p:cNvSpPr/>
          <p:nvPr/>
        </p:nvSpPr>
        <p:spPr>
          <a:xfrm>
            <a:off x="3606270" y="6918016"/>
            <a:ext cx="926524" cy="950724"/>
          </a:xfrm>
          <a:custGeom>
            <a:avLst/>
            <a:gdLst/>
            <a:ahLst/>
            <a:cxnLst/>
            <a:rect l="l" t="t" r="r" b="b"/>
            <a:pathLst>
              <a:path w="926524" h="950724" extrusionOk="0">
                <a:moveTo>
                  <a:pt x="0" y="0"/>
                </a:moveTo>
                <a:lnTo>
                  <a:pt x="926524" y="0"/>
                </a:lnTo>
                <a:lnTo>
                  <a:pt x="926524" y="950724"/>
                </a:lnTo>
                <a:lnTo>
                  <a:pt x="0" y="950724"/>
                </a:lnTo>
                <a:lnTo>
                  <a:pt x="0" y="0"/>
                </a:lnTo>
                <a:close/>
              </a:path>
            </a:pathLst>
          </a:custGeom>
          <a:blipFill rotWithShape="1">
            <a:blip r:embed="rId30">
              <a:alphaModFix/>
            </a:blip>
            <a:stretch>
              <a:fillRect/>
            </a:stretch>
          </a:blipFill>
          <a:ln>
            <a:noFill/>
          </a:ln>
        </p:spPr>
      </p:sp>
      <p:sp>
        <p:nvSpPr>
          <p:cNvPr id="594" name="Google Shape;594;g324991e04e6_2_123"/>
          <p:cNvSpPr/>
          <p:nvPr/>
        </p:nvSpPr>
        <p:spPr>
          <a:xfrm>
            <a:off x="2129499" y="7047708"/>
            <a:ext cx="877197" cy="877197"/>
          </a:xfrm>
          <a:custGeom>
            <a:avLst/>
            <a:gdLst/>
            <a:ahLst/>
            <a:cxnLst/>
            <a:rect l="l" t="t" r="r" b="b"/>
            <a:pathLst>
              <a:path w="877197" h="877197" extrusionOk="0">
                <a:moveTo>
                  <a:pt x="0" y="0"/>
                </a:moveTo>
                <a:lnTo>
                  <a:pt x="877197" y="0"/>
                </a:lnTo>
                <a:lnTo>
                  <a:pt x="877197" y="877197"/>
                </a:lnTo>
                <a:lnTo>
                  <a:pt x="0" y="877197"/>
                </a:lnTo>
                <a:lnTo>
                  <a:pt x="0" y="0"/>
                </a:lnTo>
                <a:close/>
              </a:path>
            </a:pathLst>
          </a:custGeom>
          <a:blipFill rotWithShape="1">
            <a:blip r:embed="rId31">
              <a:alphaModFix/>
            </a:blip>
            <a:stretch>
              <a:fillRect/>
            </a:stretch>
          </a:blipFill>
          <a:ln>
            <a:noFill/>
          </a:ln>
        </p:spPr>
      </p:sp>
      <p:sp>
        <p:nvSpPr>
          <p:cNvPr id="595" name="Google Shape;595;g324991e04e6_2_123"/>
          <p:cNvSpPr/>
          <p:nvPr/>
        </p:nvSpPr>
        <p:spPr>
          <a:xfrm>
            <a:off x="2084262" y="2968672"/>
            <a:ext cx="967671" cy="967671"/>
          </a:xfrm>
          <a:custGeom>
            <a:avLst/>
            <a:gdLst/>
            <a:ahLst/>
            <a:cxnLst/>
            <a:rect l="l" t="t" r="r" b="b"/>
            <a:pathLst>
              <a:path w="967671" h="967671" extrusionOk="0">
                <a:moveTo>
                  <a:pt x="0" y="0"/>
                </a:moveTo>
                <a:lnTo>
                  <a:pt x="967670" y="0"/>
                </a:lnTo>
                <a:lnTo>
                  <a:pt x="967670" y="967670"/>
                </a:lnTo>
                <a:lnTo>
                  <a:pt x="0" y="967670"/>
                </a:lnTo>
                <a:lnTo>
                  <a:pt x="0" y="0"/>
                </a:lnTo>
                <a:close/>
              </a:path>
            </a:pathLst>
          </a:custGeom>
          <a:blipFill rotWithShape="1">
            <a:blip r:embed="rId32">
              <a:alphaModFix/>
            </a:blip>
            <a:stretch>
              <a:fillRect/>
            </a:stretch>
          </a:blipFill>
          <a:ln>
            <a:noFill/>
          </a:ln>
        </p:spPr>
      </p:sp>
      <p:sp>
        <p:nvSpPr>
          <p:cNvPr id="596" name="Google Shape;596;g324991e04e6_2_123"/>
          <p:cNvSpPr/>
          <p:nvPr/>
        </p:nvSpPr>
        <p:spPr>
          <a:xfrm>
            <a:off x="14955465" y="7047481"/>
            <a:ext cx="1064254" cy="799158"/>
          </a:xfrm>
          <a:custGeom>
            <a:avLst/>
            <a:gdLst/>
            <a:ahLst/>
            <a:cxnLst/>
            <a:rect l="l" t="t" r="r" b="b"/>
            <a:pathLst>
              <a:path w="1064254" h="799158" extrusionOk="0">
                <a:moveTo>
                  <a:pt x="0" y="0"/>
                </a:moveTo>
                <a:lnTo>
                  <a:pt x="1064254" y="0"/>
                </a:lnTo>
                <a:lnTo>
                  <a:pt x="1064254" y="799158"/>
                </a:lnTo>
                <a:lnTo>
                  <a:pt x="0" y="799158"/>
                </a:lnTo>
                <a:lnTo>
                  <a:pt x="0" y="0"/>
                </a:lnTo>
                <a:close/>
              </a:path>
            </a:pathLst>
          </a:custGeom>
          <a:blipFill rotWithShape="1">
            <a:blip r:embed="rId33">
              <a:alphaModFix/>
            </a:blip>
            <a:stretch>
              <a:fillRect/>
            </a:stretch>
          </a:blipFill>
          <a:ln>
            <a:noFill/>
          </a:ln>
        </p:spPr>
      </p:sp>
      <p:sp>
        <p:nvSpPr>
          <p:cNvPr id="597" name="Google Shape;597;g324991e04e6_2_123"/>
          <p:cNvSpPr/>
          <p:nvPr/>
        </p:nvSpPr>
        <p:spPr>
          <a:xfrm>
            <a:off x="15136669" y="4378202"/>
            <a:ext cx="701847" cy="977255"/>
          </a:xfrm>
          <a:custGeom>
            <a:avLst/>
            <a:gdLst/>
            <a:ahLst/>
            <a:cxnLst/>
            <a:rect l="l" t="t" r="r" b="b"/>
            <a:pathLst>
              <a:path w="701847" h="977255" extrusionOk="0">
                <a:moveTo>
                  <a:pt x="0" y="0"/>
                </a:moveTo>
                <a:lnTo>
                  <a:pt x="701847" y="0"/>
                </a:lnTo>
                <a:lnTo>
                  <a:pt x="701847" y="977255"/>
                </a:lnTo>
                <a:lnTo>
                  <a:pt x="0" y="977255"/>
                </a:lnTo>
                <a:lnTo>
                  <a:pt x="0" y="0"/>
                </a:lnTo>
                <a:close/>
              </a:path>
            </a:pathLst>
          </a:custGeom>
          <a:blipFill rotWithShape="1">
            <a:blip r:embed="rId34">
              <a:alphaModFix/>
            </a:blip>
            <a:stretch>
              <a:fillRect/>
            </a:stretch>
          </a:blipFill>
          <a:ln>
            <a:noFill/>
          </a:ln>
        </p:spPr>
      </p:sp>
      <p:sp>
        <p:nvSpPr>
          <p:cNvPr id="598" name="Google Shape;598;g324991e04e6_2_123"/>
          <p:cNvSpPr/>
          <p:nvPr/>
        </p:nvSpPr>
        <p:spPr>
          <a:xfrm>
            <a:off x="14913497" y="8247738"/>
            <a:ext cx="1148191" cy="989531"/>
          </a:xfrm>
          <a:custGeom>
            <a:avLst/>
            <a:gdLst/>
            <a:ahLst/>
            <a:cxnLst/>
            <a:rect l="l" t="t" r="r" b="b"/>
            <a:pathLst>
              <a:path w="1148191" h="989531" extrusionOk="0">
                <a:moveTo>
                  <a:pt x="0" y="0"/>
                </a:moveTo>
                <a:lnTo>
                  <a:pt x="1148191" y="0"/>
                </a:lnTo>
                <a:lnTo>
                  <a:pt x="1148191" y="989532"/>
                </a:lnTo>
                <a:lnTo>
                  <a:pt x="0" y="989532"/>
                </a:lnTo>
                <a:lnTo>
                  <a:pt x="0" y="0"/>
                </a:lnTo>
                <a:close/>
              </a:path>
            </a:pathLst>
          </a:custGeom>
          <a:blipFill rotWithShape="1">
            <a:blip r:embed="rId35">
              <a:alphaModFix/>
            </a:blip>
            <a:stretch>
              <a:fillRect/>
            </a:stretch>
          </a:blipFill>
          <a:ln>
            <a:noFill/>
          </a:ln>
        </p:spPr>
      </p:sp>
      <p:sp>
        <p:nvSpPr>
          <p:cNvPr id="599" name="Google Shape;599;g324991e04e6_2_123"/>
          <p:cNvSpPr/>
          <p:nvPr/>
        </p:nvSpPr>
        <p:spPr>
          <a:xfrm>
            <a:off x="9760121" y="8289530"/>
            <a:ext cx="884472" cy="884472"/>
          </a:xfrm>
          <a:custGeom>
            <a:avLst/>
            <a:gdLst/>
            <a:ahLst/>
            <a:cxnLst/>
            <a:rect l="l" t="t" r="r" b="b"/>
            <a:pathLst>
              <a:path w="884472" h="884472" extrusionOk="0">
                <a:moveTo>
                  <a:pt x="0" y="0"/>
                </a:moveTo>
                <a:lnTo>
                  <a:pt x="884472" y="0"/>
                </a:lnTo>
                <a:lnTo>
                  <a:pt x="884472" y="884472"/>
                </a:lnTo>
                <a:lnTo>
                  <a:pt x="0" y="884472"/>
                </a:lnTo>
                <a:lnTo>
                  <a:pt x="0" y="0"/>
                </a:lnTo>
                <a:close/>
              </a:path>
            </a:pathLst>
          </a:custGeom>
          <a:blipFill rotWithShape="1">
            <a:blip r:embed="rId36">
              <a:alphaModFix/>
            </a:blip>
            <a:stretch>
              <a:fillRect/>
            </a:stretch>
          </a:blipFill>
          <a:ln>
            <a:noFill/>
          </a:ln>
        </p:spPr>
      </p:sp>
      <p:sp>
        <p:nvSpPr>
          <p:cNvPr id="600" name="Google Shape;600;g324991e04e6_2_123"/>
          <p:cNvSpPr/>
          <p:nvPr/>
        </p:nvSpPr>
        <p:spPr>
          <a:xfrm>
            <a:off x="15136669" y="5628671"/>
            <a:ext cx="1027960" cy="1043133"/>
          </a:xfrm>
          <a:custGeom>
            <a:avLst/>
            <a:gdLst/>
            <a:ahLst/>
            <a:cxnLst/>
            <a:rect l="l" t="t" r="r" b="b"/>
            <a:pathLst>
              <a:path w="1027960" h="1043133" extrusionOk="0">
                <a:moveTo>
                  <a:pt x="0" y="0"/>
                </a:moveTo>
                <a:lnTo>
                  <a:pt x="1027960" y="0"/>
                </a:lnTo>
                <a:lnTo>
                  <a:pt x="1027960" y="1043133"/>
                </a:lnTo>
                <a:lnTo>
                  <a:pt x="0" y="1043133"/>
                </a:lnTo>
                <a:lnTo>
                  <a:pt x="0" y="0"/>
                </a:lnTo>
                <a:close/>
              </a:path>
            </a:pathLst>
          </a:custGeom>
          <a:blipFill rotWithShape="1">
            <a:blip r:embed="rId37">
              <a:alphaModFix/>
            </a:blip>
            <a:stretch>
              <a:fillRect/>
            </a:stretch>
          </a:blipFill>
          <a:ln>
            <a:noFill/>
          </a:ln>
        </p:spPr>
      </p:sp>
      <p:sp>
        <p:nvSpPr>
          <p:cNvPr id="601" name="Google Shape;601;g324991e04e6_2_123"/>
          <p:cNvSpPr/>
          <p:nvPr/>
        </p:nvSpPr>
        <p:spPr>
          <a:xfrm>
            <a:off x="6560968" y="2925089"/>
            <a:ext cx="789574" cy="975879"/>
          </a:xfrm>
          <a:custGeom>
            <a:avLst/>
            <a:gdLst/>
            <a:ahLst/>
            <a:cxnLst/>
            <a:rect l="l" t="t" r="r" b="b"/>
            <a:pathLst>
              <a:path w="789574" h="975879" extrusionOk="0">
                <a:moveTo>
                  <a:pt x="0" y="0"/>
                </a:moveTo>
                <a:lnTo>
                  <a:pt x="789575" y="0"/>
                </a:lnTo>
                <a:lnTo>
                  <a:pt x="789575" y="975878"/>
                </a:lnTo>
                <a:lnTo>
                  <a:pt x="0" y="975878"/>
                </a:lnTo>
                <a:lnTo>
                  <a:pt x="0" y="0"/>
                </a:lnTo>
                <a:close/>
              </a:path>
            </a:pathLst>
          </a:custGeom>
          <a:blipFill rotWithShape="1">
            <a:blip r:embed="rId38">
              <a:alphaModFix/>
            </a:blip>
            <a:stretch>
              <a:fillRect/>
            </a:stretch>
          </a:blipFill>
          <a:ln>
            <a:noFill/>
          </a:ln>
        </p:spPr>
      </p:sp>
      <p:sp>
        <p:nvSpPr>
          <p:cNvPr id="602" name="Google Shape;602;g324991e04e6_2_123"/>
          <p:cNvSpPr/>
          <p:nvPr/>
        </p:nvSpPr>
        <p:spPr>
          <a:xfrm>
            <a:off x="9510752" y="3007423"/>
            <a:ext cx="1181705" cy="887353"/>
          </a:xfrm>
          <a:custGeom>
            <a:avLst/>
            <a:gdLst/>
            <a:ahLst/>
            <a:cxnLst/>
            <a:rect l="l" t="t" r="r" b="b"/>
            <a:pathLst>
              <a:path w="1181705" h="887353" extrusionOk="0">
                <a:moveTo>
                  <a:pt x="0" y="0"/>
                </a:moveTo>
                <a:lnTo>
                  <a:pt x="1181705" y="0"/>
                </a:lnTo>
                <a:lnTo>
                  <a:pt x="1181705" y="887353"/>
                </a:lnTo>
                <a:lnTo>
                  <a:pt x="0" y="887353"/>
                </a:lnTo>
                <a:lnTo>
                  <a:pt x="0" y="0"/>
                </a:lnTo>
                <a:close/>
              </a:path>
            </a:pathLst>
          </a:custGeom>
          <a:blipFill rotWithShape="1">
            <a:blip r:embed="rId33">
              <a:alphaModFix/>
            </a:blip>
            <a:stretch>
              <a:fillRect/>
            </a:stretch>
          </a:blipFill>
          <a:ln>
            <a:noFill/>
          </a:ln>
        </p:spPr>
      </p:sp>
      <p:sp>
        <p:nvSpPr>
          <p:cNvPr id="603" name="Google Shape;603;g324991e04e6_2_123"/>
          <p:cNvSpPr/>
          <p:nvPr/>
        </p:nvSpPr>
        <p:spPr>
          <a:xfrm>
            <a:off x="12349754" y="2989914"/>
            <a:ext cx="964077" cy="978307"/>
          </a:xfrm>
          <a:custGeom>
            <a:avLst/>
            <a:gdLst/>
            <a:ahLst/>
            <a:cxnLst/>
            <a:rect l="l" t="t" r="r" b="b"/>
            <a:pathLst>
              <a:path w="964077" h="978307" extrusionOk="0">
                <a:moveTo>
                  <a:pt x="0" y="0"/>
                </a:moveTo>
                <a:lnTo>
                  <a:pt x="964077" y="0"/>
                </a:lnTo>
                <a:lnTo>
                  <a:pt x="964077" y="978307"/>
                </a:lnTo>
                <a:lnTo>
                  <a:pt x="0" y="978307"/>
                </a:lnTo>
                <a:lnTo>
                  <a:pt x="0" y="0"/>
                </a:lnTo>
                <a:close/>
              </a:path>
            </a:pathLst>
          </a:custGeom>
          <a:blipFill rotWithShape="1">
            <a:blip r:embed="rId39">
              <a:alphaModFix/>
            </a:blip>
            <a:stretch>
              <a:fillRect/>
            </a:stretch>
          </a:blipFill>
          <a:ln>
            <a:noFill/>
          </a:ln>
        </p:spPr>
      </p:sp>
      <p:sp>
        <p:nvSpPr>
          <p:cNvPr id="604" name="Google Shape;604;g324991e04e6_2_123"/>
          <p:cNvSpPr/>
          <p:nvPr/>
        </p:nvSpPr>
        <p:spPr>
          <a:xfrm>
            <a:off x="3529986" y="2948351"/>
            <a:ext cx="1079092" cy="1061434"/>
          </a:xfrm>
          <a:custGeom>
            <a:avLst/>
            <a:gdLst/>
            <a:ahLst/>
            <a:cxnLst/>
            <a:rect l="l" t="t" r="r" b="b"/>
            <a:pathLst>
              <a:path w="1079092" h="1061434" extrusionOk="0">
                <a:moveTo>
                  <a:pt x="0" y="0"/>
                </a:moveTo>
                <a:lnTo>
                  <a:pt x="1079092" y="0"/>
                </a:lnTo>
                <a:lnTo>
                  <a:pt x="1079092" y="1061434"/>
                </a:lnTo>
                <a:lnTo>
                  <a:pt x="0" y="1061434"/>
                </a:lnTo>
                <a:lnTo>
                  <a:pt x="0" y="0"/>
                </a:lnTo>
                <a:close/>
              </a:path>
            </a:pathLst>
          </a:custGeom>
          <a:blipFill rotWithShape="1">
            <a:blip r:embed="rId40">
              <a:alphaModFix/>
            </a:blip>
            <a:stretch>
              <a:fillRect/>
            </a:stretch>
          </a:blipFill>
          <a:ln>
            <a:noFill/>
          </a:ln>
        </p:spPr>
      </p:sp>
      <p:sp>
        <p:nvSpPr>
          <p:cNvPr id="605" name="Google Shape;605;g324991e04e6_2_123"/>
          <p:cNvSpPr/>
          <p:nvPr/>
        </p:nvSpPr>
        <p:spPr>
          <a:xfrm>
            <a:off x="7919514" y="2906412"/>
            <a:ext cx="1236499" cy="858804"/>
          </a:xfrm>
          <a:custGeom>
            <a:avLst/>
            <a:gdLst/>
            <a:ahLst/>
            <a:cxnLst/>
            <a:rect l="l" t="t" r="r" b="b"/>
            <a:pathLst>
              <a:path w="1236499" h="858804" extrusionOk="0">
                <a:moveTo>
                  <a:pt x="0" y="0"/>
                </a:moveTo>
                <a:lnTo>
                  <a:pt x="1236499" y="0"/>
                </a:lnTo>
                <a:lnTo>
                  <a:pt x="1236499" y="858804"/>
                </a:lnTo>
                <a:lnTo>
                  <a:pt x="0" y="858804"/>
                </a:lnTo>
                <a:lnTo>
                  <a:pt x="0" y="0"/>
                </a:lnTo>
                <a:close/>
              </a:path>
            </a:pathLst>
          </a:custGeom>
          <a:blipFill rotWithShape="1">
            <a:blip r:embed="rId41">
              <a:alphaModFix/>
            </a:blip>
            <a:stretch>
              <a:fillRect/>
            </a:stretch>
          </a:blipFill>
          <a:ln>
            <a:noFill/>
          </a:ln>
        </p:spPr>
      </p:sp>
      <p:sp>
        <p:nvSpPr>
          <p:cNvPr id="606" name="Google Shape;606;g324991e04e6_2_123"/>
          <p:cNvSpPr/>
          <p:nvPr/>
        </p:nvSpPr>
        <p:spPr>
          <a:xfrm>
            <a:off x="5113036" y="2906412"/>
            <a:ext cx="1043208" cy="1029931"/>
          </a:xfrm>
          <a:custGeom>
            <a:avLst/>
            <a:gdLst/>
            <a:ahLst/>
            <a:cxnLst/>
            <a:rect l="l" t="t" r="r" b="b"/>
            <a:pathLst>
              <a:path w="1043208" h="1029931" extrusionOk="0">
                <a:moveTo>
                  <a:pt x="0" y="0"/>
                </a:moveTo>
                <a:lnTo>
                  <a:pt x="1043208" y="0"/>
                </a:lnTo>
                <a:lnTo>
                  <a:pt x="1043208" y="1029930"/>
                </a:lnTo>
                <a:lnTo>
                  <a:pt x="0" y="1029930"/>
                </a:lnTo>
                <a:lnTo>
                  <a:pt x="0" y="0"/>
                </a:lnTo>
                <a:close/>
              </a:path>
            </a:pathLst>
          </a:custGeom>
          <a:blipFill rotWithShape="1">
            <a:blip r:embed="rId42">
              <a:alphaModFix/>
            </a:blip>
            <a:stretch>
              <a:fillRect/>
            </a:stretch>
          </a:blipFill>
          <a:ln>
            <a:noFill/>
          </a:ln>
        </p:spPr>
      </p:sp>
      <p:sp>
        <p:nvSpPr>
          <p:cNvPr id="607" name="Google Shape;607;g324991e04e6_2_123"/>
          <p:cNvSpPr/>
          <p:nvPr/>
        </p:nvSpPr>
        <p:spPr>
          <a:xfrm>
            <a:off x="11151914" y="2987227"/>
            <a:ext cx="893040" cy="1072428"/>
          </a:xfrm>
          <a:custGeom>
            <a:avLst/>
            <a:gdLst/>
            <a:ahLst/>
            <a:cxnLst/>
            <a:rect l="l" t="t" r="r" b="b"/>
            <a:pathLst>
              <a:path w="893040" h="1072428" extrusionOk="0">
                <a:moveTo>
                  <a:pt x="0" y="0"/>
                </a:moveTo>
                <a:lnTo>
                  <a:pt x="893040" y="0"/>
                </a:lnTo>
                <a:lnTo>
                  <a:pt x="893040" y="1072428"/>
                </a:lnTo>
                <a:lnTo>
                  <a:pt x="0" y="1072428"/>
                </a:lnTo>
                <a:lnTo>
                  <a:pt x="0" y="0"/>
                </a:lnTo>
                <a:close/>
              </a:path>
            </a:pathLst>
          </a:custGeom>
          <a:blipFill rotWithShape="1">
            <a:blip r:embed="rId43">
              <a:alphaModFix/>
            </a:blip>
            <a:stretch>
              <a:fillRect/>
            </a:stretch>
          </a:blipFill>
          <a:ln>
            <a:noFill/>
          </a:ln>
        </p:spPr>
      </p:sp>
      <p:sp>
        <p:nvSpPr>
          <p:cNvPr id="608" name="Google Shape;608;g324991e04e6_2_123"/>
          <p:cNvSpPr/>
          <p:nvPr/>
        </p:nvSpPr>
        <p:spPr>
          <a:xfrm>
            <a:off x="15136669" y="2815416"/>
            <a:ext cx="1023765" cy="1040796"/>
          </a:xfrm>
          <a:custGeom>
            <a:avLst/>
            <a:gdLst/>
            <a:ahLst/>
            <a:cxnLst/>
            <a:rect l="l" t="t" r="r" b="b"/>
            <a:pathLst>
              <a:path w="1023765" h="1040796" extrusionOk="0">
                <a:moveTo>
                  <a:pt x="0" y="0"/>
                </a:moveTo>
                <a:lnTo>
                  <a:pt x="1023765" y="0"/>
                </a:lnTo>
                <a:lnTo>
                  <a:pt x="1023765" y="1040796"/>
                </a:lnTo>
                <a:lnTo>
                  <a:pt x="0" y="1040796"/>
                </a:lnTo>
                <a:lnTo>
                  <a:pt x="0" y="0"/>
                </a:lnTo>
                <a:close/>
              </a:path>
            </a:pathLst>
          </a:custGeom>
          <a:blipFill rotWithShape="1">
            <a:blip r:embed="rId44">
              <a:alphaModFix/>
            </a:blip>
            <a:stretch>
              <a:fillRect/>
            </a:stretch>
          </a:blipFill>
          <a:ln>
            <a:noFill/>
          </a:ln>
        </p:spPr>
      </p:sp>
      <p:sp>
        <p:nvSpPr>
          <p:cNvPr id="609" name="Google Shape;609;g324991e04e6_2_123"/>
          <p:cNvSpPr/>
          <p:nvPr/>
        </p:nvSpPr>
        <p:spPr>
          <a:xfrm>
            <a:off x="13866281" y="2906412"/>
            <a:ext cx="870363" cy="949800"/>
          </a:xfrm>
          <a:custGeom>
            <a:avLst/>
            <a:gdLst/>
            <a:ahLst/>
            <a:cxnLst/>
            <a:rect l="l" t="t" r="r" b="b"/>
            <a:pathLst>
              <a:path w="870363" h="949800" extrusionOk="0">
                <a:moveTo>
                  <a:pt x="0" y="0"/>
                </a:moveTo>
                <a:lnTo>
                  <a:pt x="870363" y="0"/>
                </a:lnTo>
                <a:lnTo>
                  <a:pt x="870363" y="949800"/>
                </a:lnTo>
                <a:lnTo>
                  <a:pt x="0" y="949800"/>
                </a:lnTo>
                <a:lnTo>
                  <a:pt x="0" y="0"/>
                </a:lnTo>
                <a:close/>
              </a:path>
            </a:pathLst>
          </a:custGeom>
          <a:blipFill rotWithShape="1">
            <a:blip r:embed="rId45">
              <a:alphaModFix/>
            </a:blip>
            <a:stretch>
              <a:fillRect/>
            </a:stretch>
          </a:blipFill>
          <a:ln>
            <a:noFill/>
          </a:ln>
        </p:spPr>
      </p:sp>
      <p:sp>
        <p:nvSpPr>
          <p:cNvPr id="610" name="Google Shape;610;g324991e04e6_2_123"/>
          <p:cNvSpPr/>
          <p:nvPr/>
        </p:nvSpPr>
        <p:spPr>
          <a:xfrm>
            <a:off x="8110748" y="4265977"/>
            <a:ext cx="821164" cy="821164"/>
          </a:xfrm>
          <a:custGeom>
            <a:avLst/>
            <a:gdLst/>
            <a:ahLst/>
            <a:cxnLst/>
            <a:rect l="l" t="t" r="r" b="b"/>
            <a:pathLst>
              <a:path w="821164" h="821164" extrusionOk="0">
                <a:moveTo>
                  <a:pt x="0" y="0"/>
                </a:moveTo>
                <a:lnTo>
                  <a:pt x="821164" y="0"/>
                </a:lnTo>
                <a:lnTo>
                  <a:pt x="821164" y="821164"/>
                </a:lnTo>
                <a:lnTo>
                  <a:pt x="0" y="821164"/>
                </a:lnTo>
                <a:lnTo>
                  <a:pt x="0" y="0"/>
                </a:lnTo>
                <a:close/>
              </a:path>
            </a:pathLst>
          </a:custGeom>
          <a:blipFill rotWithShape="1">
            <a:blip r:embed="rId32">
              <a:alphaModFix/>
            </a:blip>
            <a:stretch>
              <a:fillRect/>
            </a:stretch>
          </a:blipFill>
          <a:ln>
            <a:noFill/>
          </a:ln>
        </p:spPr>
      </p:sp>
      <p:sp>
        <p:nvSpPr>
          <p:cNvPr id="611" name="Google Shape;611;g324991e04e6_2_123"/>
          <p:cNvSpPr/>
          <p:nvPr/>
        </p:nvSpPr>
        <p:spPr>
          <a:xfrm>
            <a:off x="6617364" y="4248507"/>
            <a:ext cx="804521" cy="910349"/>
          </a:xfrm>
          <a:custGeom>
            <a:avLst/>
            <a:gdLst/>
            <a:ahLst/>
            <a:cxnLst/>
            <a:rect l="l" t="t" r="r" b="b"/>
            <a:pathLst>
              <a:path w="804521" h="910349" extrusionOk="0">
                <a:moveTo>
                  <a:pt x="0" y="0"/>
                </a:moveTo>
                <a:lnTo>
                  <a:pt x="804522" y="0"/>
                </a:lnTo>
                <a:lnTo>
                  <a:pt x="804522" y="910350"/>
                </a:lnTo>
                <a:lnTo>
                  <a:pt x="0" y="910350"/>
                </a:lnTo>
                <a:lnTo>
                  <a:pt x="0" y="0"/>
                </a:lnTo>
                <a:close/>
              </a:path>
            </a:pathLst>
          </a:custGeom>
          <a:blipFill rotWithShape="1">
            <a:blip r:embed="rId46">
              <a:alphaModFix/>
            </a:blip>
            <a:stretch>
              <a:fillRect/>
            </a:stretch>
          </a:blipFill>
          <a:ln>
            <a:noFill/>
          </a:ln>
        </p:spPr>
      </p:sp>
      <p:sp>
        <p:nvSpPr>
          <p:cNvPr id="612" name="Google Shape;612;g324991e04e6_2_123"/>
          <p:cNvSpPr/>
          <p:nvPr/>
        </p:nvSpPr>
        <p:spPr>
          <a:xfrm>
            <a:off x="8110748" y="6983286"/>
            <a:ext cx="1016533" cy="725550"/>
          </a:xfrm>
          <a:custGeom>
            <a:avLst/>
            <a:gdLst/>
            <a:ahLst/>
            <a:cxnLst/>
            <a:rect l="l" t="t" r="r" b="b"/>
            <a:pathLst>
              <a:path w="1016533" h="725550" extrusionOk="0">
                <a:moveTo>
                  <a:pt x="0" y="0"/>
                </a:moveTo>
                <a:lnTo>
                  <a:pt x="1016533" y="0"/>
                </a:lnTo>
                <a:lnTo>
                  <a:pt x="1016533" y="725551"/>
                </a:lnTo>
                <a:lnTo>
                  <a:pt x="0" y="725551"/>
                </a:lnTo>
                <a:lnTo>
                  <a:pt x="0" y="0"/>
                </a:lnTo>
                <a:close/>
              </a:path>
            </a:pathLst>
          </a:custGeom>
          <a:blipFill rotWithShape="1">
            <a:blip r:embed="rId47">
              <a:alphaModFix/>
            </a:blip>
            <a:stretch>
              <a:fillRect/>
            </a:stretch>
          </a:blipFill>
          <a:ln>
            <a:noFill/>
          </a:ln>
        </p:spPr>
      </p:sp>
      <p:sp>
        <p:nvSpPr>
          <p:cNvPr id="613" name="Google Shape;613;g324991e04e6_2_123"/>
          <p:cNvSpPr/>
          <p:nvPr/>
        </p:nvSpPr>
        <p:spPr>
          <a:xfrm>
            <a:off x="6433101" y="6941010"/>
            <a:ext cx="1045309" cy="767827"/>
          </a:xfrm>
          <a:custGeom>
            <a:avLst/>
            <a:gdLst/>
            <a:ahLst/>
            <a:cxnLst/>
            <a:rect l="l" t="t" r="r" b="b"/>
            <a:pathLst>
              <a:path w="1045309" h="767827" extrusionOk="0">
                <a:moveTo>
                  <a:pt x="0" y="0"/>
                </a:moveTo>
                <a:lnTo>
                  <a:pt x="1045309" y="0"/>
                </a:lnTo>
                <a:lnTo>
                  <a:pt x="1045309" y="767827"/>
                </a:lnTo>
                <a:lnTo>
                  <a:pt x="0" y="767827"/>
                </a:lnTo>
                <a:lnTo>
                  <a:pt x="0" y="0"/>
                </a:lnTo>
                <a:close/>
              </a:path>
            </a:pathLst>
          </a:custGeom>
          <a:blipFill rotWithShape="1">
            <a:blip r:embed="rId48">
              <a:alphaModFix/>
            </a:blip>
            <a:stretch>
              <a:fillRect/>
            </a:stretch>
          </a:blipFill>
          <a:ln>
            <a:noFill/>
          </a:ln>
        </p:spPr>
      </p:sp>
      <p:sp>
        <p:nvSpPr>
          <p:cNvPr id="614" name="Google Shape;614;g324991e04e6_2_123"/>
          <p:cNvSpPr/>
          <p:nvPr/>
        </p:nvSpPr>
        <p:spPr>
          <a:xfrm>
            <a:off x="5259937" y="4352895"/>
            <a:ext cx="768331" cy="939072"/>
          </a:xfrm>
          <a:custGeom>
            <a:avLst/>
            <a:gdLst/>
            <a:ahLst/>
            <a:cxnLst/>
            <a:rect l="l" t="t" r="r" b="b"/>
            <a:pathLst>
              <a:path w="768331" h="939072" extrusionOk="0">
                <a:moveTo>
                  <a:pt x="0" y="0"/>
                </a:moveTo>
                <a:lnTo>
                  <a:pt x="768331" y="0"/>
                </a:lnTo>
                <a:lnTo>
                  <a:pt x="768331" y="939072"/>
                </a:lnTo>
                <a:lnTo>
                  <a:pt x="0" y="939072"/>
                </a:lnTo>
                <a:lnTo>
                  <a:pt x="0" y="0"/>
                </a:lnTo>
                <a:close/>
              </a:path>
            </a:pathLst>
          </a:custGeom>
          <a:blipFill rotWithShape="1">
            <a:blip r:embed="rId49">
              <a:alphaModFix/>
            </a:blip>
            <a:stretch>
              <a:fillRect/>
            </a:stretch>
          </a:blipFill>
          <a:ln>
            <a:noFill/>
          </a:ln>
        </p:spPr>
      </p:sp>
      <p:sp>
        <p:nvSpPr>
          <p:cNvPr id="615" name="Google Shape;615;g324991e04e6_2_123"/>
          <p:cNvSpPr/>
          <p:nvPr/>
        </p:nvSpPr>
        <p:spPr>
          <a:xfrm>
            <a:off x="3521152" y="4446595"/>
            <a:ext cx="1139309" cy="880375"/>
          </a:xfrm>
          <a:custGeom>
            <a:avLst/>
            <a:gdLst/>
            <a:ahLst/>
            <a:cxnLst/>
            <a:rect l="l" t="t" r="r" b="b"/>
            <a:pathLst>
              <a:path w="1139309" h="880375" extrusionOk="0">
                <a:moveTo>
                  <a:pt x="0" y="0"/>
                </a:moveTo>
                <a:lnTo>
                  <a:pt x="1139309" y="0"/>
                </a:lnTo>
                <a:lnTo>
                  <a:pt x="1139309" y="880375"/>
                </a:lnTo>
                <a:lnTo>
                  <a:pt x="0" y="880375"/>
                </a:lnTo>
                <a:lnTo>
                  <a:pt x="0" y="0"/>
                </a:lnTo>
                <a:close/>
              </a:path>
            </a:pathLst>
          </a:custGeom>
          <a:blipFill rotWithShape="1">
            <a:blip r:embed="rId50">
              <a:alphaModFix/>
            </a:blip>
            <a:stretch>
              <a:fillRect/>
            </a:stretch>
          </a:blipFill>
          <a:ln>
            <a:noFill/>
          </a:ln>
        </p:spPr>
      </p:sp>
      <p:sp>
        <p:nvSpPr>
          <p:cNvPr id="616" name="Google Shape;616;g324991e04e6_2_123"/>
          <p:cNvSpPr/>
          <p:nvPr/>
        </p:nvSpPr>
        <p:spPr>
          <a:xfrm>
            <a:off x="2334226" y="4397581"/>
            <a:ext cx="545814" cy="923685"/>
          </a:xfrm>
          <a:custGeom>
            <a:avLst/>
            <a:gdLst/>
            <a:ahLst/>
            <a:cxnLst/>
            <a:rect l="l" t="t" r="r" b="b"/>
            <a:pathLst>
              <a:path w="545814" h="923685" extrusionOk="0">
                <a:moveTo>
                  <a:pt x="0" y="0"/>
                </a:moveTo>
                <a:lnTo>
                  <a:pt x="545814" y="0"/>
                </a:lnTo>
                <a:lnTo>
                  <a:pt x="545814" y="923685"/>
                </a:lnTo>
                <a:lnTo>
                  <a:pt x="0" y="923685"/>
                </a:lnTo>
                <a:lnTo>
                  <a:pt x="0" y="0"/>
                </a:lnTo>
                <a:close/>
              </a:path>
            </a:pathLst>
          </a:custGeom>
          <a:blipFill rotWithShape="1">
            <a:blip r:embed="rId51">
              <a:alphaModFix/>
            </a:blip>
            <a:stretch>
              <a:fillRect/>
            </a:stretch>
          </a:blipFill>
          <a:ln>
            <a:noFill/>
          </a:ln>
        </p:spPr>
      </p:sp>
      <p:sp>
        <p:nvSpPr>
          <p:cNvPr id="617" name="Google Shape;617;g324991e04e6_2_123"/>
          <p:cNvSpPr txBox="1"/>
          <p:nvPr/>
        </p:nvSpPr>
        <p:spPr>
          <a:xfrm>
            <a:off x="770900" y="1459445"/>
            <a:ext cx="7853700" cy="946200"/>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6148">
                <a:solidFill>
                  <a:srgbClr val="051D40"/>
                </a:solidFill>
                <a:latin typeface="Open Sans ExtraBold"/>
                <a:ea typeface="Open Sans ExtraBold"/>
                <a:cs typeface="Open Sans ExtraBold"/>
                <a:sym typeface="Open Sans ExtraBold"/>
              </a:rPr>
              <a:t>Ưu và nhược điểm</a:t>
            </a:r>
            <a:endParaRPr/>
          </a:p>
        </p:txBody>
      </p:sp>
      <p:sp>
        <p:nvSpPr>
          <p:cNvPr id="618" name="Google Shape;618;g324991e04e6_2_123"/>
          <p:cNvSpPr/>
          <p:nvPr/>
        </p:nvSpPr>
        <p:spPr>
          <a:xfrm>
            <a:off x="10250837" y="90518"/>
            <a:ext cx="8025240" cy="9592509"/>
          </a:xfrm>
          <a:custGeom>
            <a:avLst/>
            <a:gdLst/>
            <a:ahLst/>
            <a:cxnLst/>
            <a:rect l="l" t="t" r="r" b="b"/>
            <a:pathLst>
              <a:path w="8606155" h="10286873" extrusionOk="0">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rotWithShape="1">
            <a:blip r:embed="rId52">
              <a:alphaModFix/>
            </a:blip>
            <a:stretch>
              <a:fillRect l="-27998" r="-51457"/>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g324991e04e6_2_123"/>
          <p:cNvSpPr/>
          <p:nvPr/>
        </p:nvSpPr>
        <p:spPr>
          <a:xfrm>
            <a:off x="672925" y="2819438"/>
            <a:ext cx="11462100" cy="36810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rPr>
              <a:t>Ưu điểm:</a:t>
            </a:r>
            <a:endParaRPr sz="24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a:solidFill>
                  <a:schemeClr val="dk1"/>
                </a:solidFill>
              </a:rPr>
              <a:t>Nâng cao tính khách quan.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Tối ưu hóa thời gian, nguồn lực.</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Đảm bảo thành công dự án nhờ hỗ trợ kịp thời.</a:t>
            </a:r>
            <a:endParaRPr sz="2400">
              <a:solidFill>
                <a:schemeClr val="dk1"/>
              </a:solidFill>
            </a:endParaRPr>
          </a:p>
          <a:p>
            <a:pPr marL="0" lvl="0" indent="0" algn="ctr" rtl="0">
              <a:spcBef>
                <a:spcPts val="1200"/>
              </a:spcBef>
              <a:spcAft>
                <a:spcPts val="0"/>
              </a:spcAft>
              <a:buNone/>
            </a:pPr>
            <a:endParaRPr>
              <a:latin typeface="Calibri"/>
              <a:ea typeface="Calibri"/>
              <a:cs typeface="Calibri"/>
              <a:sym typeface="Calibri"/>
            </a:endParaRPr>
          </a:p>
        </p:txBody>
      </p:sp>
      <p:sp>
        <p:nvSpPr>
          <p:cNvPr id="620" name="Google Shape;620;g324991e04e6_2_123"/>
          <p:cNvSpPr/>
          <p:nvPr/>
        </p:nvSpPr>
        <p:spPr>
          <a:xfrm>
            <a:off x="3313638" y="5763800"/>
            <a:ext cx="11334900" cy="37641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rPr>
              <a:t>Nhược điểm:</a:t>
            </a:r>
            <a:endParaRPr sz="24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a:solidFill>
                  <a:schemeClr val="dk1"/>
                </a:solidFill>
              </a:rPr>
              <a:t>Đòi hỏi kinh nghiệm để nhận diện thành kiến.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Cần kỹ năng giao tiếp xử lý tình huống khó.</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rPr>
              <a:t>Phụ thuộc vào sự hỗ trợ cấp trên trong một số trường hợp.</a:t>
            </a:r>
            <a:endParaRPr sz="240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24"/>
        <p:cNvGrpSpPr/>
        <p:nvPr/>
      </p:nvGrpSpPr>
      <p:grpSpPr>
        <a:xfrm>
          <a:off x="0" y="0"/>
          <a:ext cx="0" cy="0"/>
          <a:chOff x="0" y="0"/>
          <a:chExt cx="0" cy="0"/>
        </a:xfrm>
      </p:grpSpPr>
      <p:sp>
        <p:nvSpPr>
          <p:cNvPr id="625" name="Google Shape;625;p13"/>
          <p:cNvSpPr txBox="1"/>
          <p:nvPr/>
        </p:nvSpPr>
        <p:spPr>
          <a:xfrm>
            <a:off x="2485125" y="3609800"/>
            <a:ext cx="12125700" cy="1872300"/>
          </a:xfrm>
          <a:prstGeom prst="rect">
            <a:avLst/>
          </a:prstGeom>
          <a:noFill/>
          <a:ln>
            <a:noFill/>
          </a:ln>
        </p:spPr>
        <p:txBody>
          <a:bodyPr spcFirstLastPara="1" wrap="square" lIns="0" tIns="0" rIns="0" bIns="0" anchor="t" anchorCtr="0">
            <a:spAutoFit/>
          </a:bodyPr>
          <a:lstStyle/>
          <a:p>
            <a:pPr marL="0" marR="0" lvl="0" indent="0" algn="l" rtl="0">
              <a:lnSpc>
                <a:spcPct val="140003"/>
              </a:lnSpc>
              <a:spcBef>
                <a:spcPts val="0"/>
              </a:spcBef>
              <a:spcAft>
                <a:spcPts val="0"/>
              </a:spcAft>
              <a:buNone/>
            </a:pPr>
            <a:r>
              <a:rPr lang="en-US" sz="12164" b="0" i="0" u="none" strike="noStrike" cap="none">
                <a:solidFill>
                  <a:srgbClr val="051D40"/>
                </a:solidFill>
                <a:latin typeface="Open Sans ExtraBold"/>
                <a:ea typeface="Open Sans ExtraBold"/>
                <a:cs typeface="Open Sans ExtraBold"/>
                <a:sym typeface="Open Sans ExtraBold"/>
              </a:rPr>
              <a:t>THANK YOU!</a:t>
            </a:r>
            <a:endParaRPr sz="3200"/>
          </a:p>
        </p:txBody>
      </p:sp>
      <p:sp>
        <p:nvSpPr>
          <p:cNvPr id="626" name="Google Shape;626;p13"/>
          <p:cNvSpPr/>
          <p:nvPr/>
        </p:nvSpPr>
        <p:spPr>
          <a:xfrm>
            <a:off x="12398912" y="967949"/>
            <a:ext cx="5889088" cy="8229600"/>
          </a:xfrm>
          <a:custGeom>
            <a:avLst/>
            <a:gdLst/>
            <a:ahLst/>
            <a:cxnLst/>
            <a:rect l="l" t="t" r="r" b="b"/>
            <a:pathLst>
              <a:path w="5889088" h="8229600" extrusionOk="0">
                <a:moveTo>
                  <a:pt x="0" y="0"/>
                </a:moveTo>
                <a:lnTo>
                  <a:pt x="5889088" y="0"/>
                </a:lnTo>
                <a:lnTo>
                  <a:pt x="5889088" y="8229600"/>
                </a:lnTo>
                <a:lnTo>
                  <a:pt x="0" y="8229600"/>
                </a:lnTo>
                <a:lnTo>
                  <a:pt x="0" y="0"/>
                </a:lnTo>
                <a:close/>
              </a:path>
            </a:pathLst>
          </a:custGeom>
          <a:blipFill rotWithShape="1">
            <a:blip r:embed="rId3">
              <a:alphaModFix/>
            </a:blip>
            <a:stretch>
              <a:fillRect t="-3702" b="-3702"/>
            </a:stretch>
          </a:blipFill>
          <a:ln>
            <a:noFill/>
          </a:ln>
        </p:spPr>
      </p:sp>
      <p:grpSp>
        <p:nvGrpSpPr>
          <p:cNvPr id="627" name="Google Shape;627;p13"/>
          <p:cNvGrpSpPr/>
          <p:nvPr/>
        </p:nvGrpSpPr>
        <p:grpSpPr>
          <a:xfrm>
            <a:off x="12398912" y="-144661"/>
            <a:ext cx="5889088" cy="901620"/>
            <a:chOff x="0" y="-38100"/>
            <a:chExt cx="1551036" cy="237464"/>
          </a:xfrm>
        </p:grpSpPr>
        <p:sp>
          <p:nvSpPr>
            <p:cNvPr id="628" name="Google Shape;628;p13"/>
            <p:cNvSpPr/>
            <p:nvPr/>
          </p:nvSpPr>
          <p:spPr>
            <a:xfrm>
              <a:off x="0" y="0"/>
              <a:ext cx="1551036" cy="199364"/>
            </a:xfrm>
            <a:custGeom>
              <a:avLst/>
              <a:gdLst/>
              <a:ahLst/>
              <a:cxnLst/>
              <a:rect l="l" t="t" r="r" b="b"/>
              <a:pathLst>
                <a:path w="1551036" h="199364" extrusionOk="0">
                  <a:moveTo>
                    <a:pt x="0" y="0"/>
                  </a:moveTo>
                  <a:lnTo>
                    <a:pt x="1551036" y="0"/>
                  </a:lnTo>
                  <a:lnTo>
                    <a:pt x="1551036" y="199364"/>
                  </a:lnTo>
                  <a:lnTo>
                    <a:pt x="0" y="199364"/>
                  </a:lnTo>
                  <a:close/>
                </a:path>
              </a:pathLst>
            </a:custGeom>
            <a:solidFill>
              <a:srgbClr val="5B98BA"/>
            </a:solidFill>
            <a:ln>
              <a:noFill/>
            </a:ln>
          </p:spPr>
        </p:sp>
        <p:sp>
          <p:nvSpPr>
            <p:cNvPr id="629" name="Google Shape;629;p13"/>
            <p:cNvSpPr txBox="1"/>
            <p:nvPr/>
          </p:nvSpPr>
          <p:spPr>
            <a:xfrm>
              <a:off x="0" y="-38100"/>
              <a:ext cx="1551036" cy="23746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0" name="Google Shape;630;p13"/>
          <p:cNvGrpSpPr/>
          <p:nvPr/>
        </p:nvGrpSpPr>
        <p:grpSpPr>
          <a:xfrm>
            <a:off x="12398912" y="9385380"/>
            <a:ext cx="5889088" cy="901620"/>
            <a:chOff x="0" y="-38100"/>
            <a:chExt cx="1551036" cy="237464"/>
          </a:xfrm>
        </p:grpSpPr>
        <p:sp>
          <p:nvSpPr>
            <p:cNvPr id="631" name="Google Shape;631;p13"/>
            <p:cNvSpPr/>
            <p:nvPr/>
          </p:nvSpPr>
          <p:spPr>
            <a:xfrm>
              <a:off x="0" y="0"/>
              <a:ext cx="1551036" cy="199364"/>
            </a:xfrm>
            <a:custGeom>
              <a:avLst/>
              <a:gdLst/>
              <a:ahLst/>
              <a:cxnLst/>
              <a:rect l="l" t="t" r="r" b="b"/>
              <a:pathLst>
                <a:path w="1551036" h="199364" extrusionOk="0">
                  <a:moveTo>
                    <a:pt x="0" y="0"/>
                  </a:moveTo>
                  <a:lnTo>
                    <a:pt x="1551036" y="0"/>
                  </a:lnTo>
                  <a:lnTo>
                    <a:pt x="1551036" y="199364"/>
                  </a:lnTo>
                  <a:lnTo>
                    <a:pt x="0" y="199364"/>
                  </a:lnTo>
                  <a:close/>
                </a:path>
              </a:pathLst>
            </a:custGeom>
            <a:solidFill>
              <a:srgbClr val="5B98BA"/>
            </a:solidFill>
            <a:ln>
              <a:noFill/>
            </a:ln>
          </p:spPr>
        </p:sp>
        <p:sp>
          <p:nvSpPr>
            <p:cNvPr id="632" name="Google Shape;632;p13"/>
            <p:cNvSpPr txBox="1"/>
            <p:nvPr/>
          </p:nvSpPr>
          <p:spPr>
            <a:xfrm>
              <a:off x="0" y="-38100"/>
              <a:ext cx="1551036" cy="23746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33" name="Google Shape;633;p13"/>
          <p:cNvSpPr/>
          <p:nvPr/>
        </p:nvSpPr>
        <p:spPr>
          <a:xfrm>
            <a:off x="-4925441" y="3609788"/>
            <a:ext cx="9392643" cy="9529477"/>
          </a:xfrm>
          <a:custGeom>
            <a:avLst/>
            <a:gdLst/>
            <a:ahLst/>
            <a:cxnLst/>
            <a:rect l="l" t="t" r="r" b="b"/>
            <a:pathLst>
              <a:path w="9392643" h="9529477" extrusionOk="0">
                <a:moveTo>
                  <a:pt x="0" y="0"/>
                </a:moveTo>
                <a:lnTo>
                  <a:pt x="9392643" y="0"/>
                </a:lnTo>
                <a:lnTo>
                  <a:pt x="9392643" y="9529476"/>
                </a:lnTo>
                <a:lnTo>
                  <a:pt x="0" y="9529476"/>
                </a:lnTo>
                <a:lnTo>
                  <a:pt x="0" y="0"/>
                </a:lnTo>
                <a:close/>
              </a:path>
            </a:pathLst>
          </a:custGeom>
          <a:blipFill rotWithShape="1">
            <a:blip r:embed="rId4">
              <a:alphaModFix amt="20999"/>
            </a:blip>
            <a:stretch>
              <a:fillRect/>
            </a:stretch>
          </a:blipFill>
          <a:ln>
            <a:noFill/>
          </a:ln>
        </p:spPr>
      </p:sp>
      <p:sp>
        <p:nvSpPr>
          <p:cNvPr id="634" name="Google Shape;634;p13"/>
          <p:cNvSpPr/>
          <p:nvPr/>
        </p:nvSpPr>
        <p:spPr>
          <a:xfrm>
            <a:off x="411850" y="210990"/>
            <a:ext cx="812265" cy="756959"/>
          </a:xfrm>
          <a:custGeom>
            <a:avLst/>
            <a:gdLst/>
            <a:ahLst/>
            <a:cxnLst/>
            <a:rect l="l" t="t" r="r" b="b"/>
            <a:pathLst>
              <a:path w="588438" h="597010" extrusionOk="0">
                <a:moveTo>
                  <a:pt x="0" y="0"/>
                </a:moveTo>
                <a:lnTo>
                  <a:pt x="588438" y="0"/>
                </a:lnTo>
                <a:lnTo>
                  <a:pt x="588438" y="597010"/>
                </a:lnTo>
                <a:lnTo>
                  <a:pt x="0" y="597010"/>
                </a:lnTo>
                <a:lnTo>
                  <a:pt x="0" y="0"/>
                </a:lnTo>
                <a:close/>
              </a:path>
            </a:pathLst>
          </a:custGeom>
          <a:blipFill rotWithShape="1">
            <a:blip r:embed="rId4">
              <a:alphaModFix/>
            </a:blip>
            <a:stretch>
              <a:fillRect/>
            </a:stretch>
          </a:blipFill>
          <a:ln>
            <a:noFill/>
          </a:ln>
        </p:spPr>
      </p:sp>
      <p:sp>
        <p:nvSpPr>
          <p:cNvPr id="636" name="Google Shape;636;p13"/>
          <p:cNvSpPr/>
          <p:nvPr/>
        </p:nvSpPr>
        <p:spPr>
          <a:xfrm>
            <a:off x="6578308" y="6481020"/>
            <a:ext cx="1236499" cy="858804"/>
          </a:xfrm>
          <a:custGeom>
            <a:avLst/>
            <a:gdLst/>
            <a:ahLst/>
            <a:cxnLst/>
            <a:rect l="l" t="t" r="r" b="b"/>
            <a:pathLst>
              <a:path w="1236499" h="858804" extrusionOk="0">
                <a:moveTo>
                  <a:pt x="0" y="0"/>
                </a:moveTo>
                <a:lnTo>
                  <a:pt x="1236499" y="0"/>
                </a:lnTo>
                <a:lnTo>
                  <a:pt x="1236499" y="858804"/>
                </a:lnTo>
                <a:lnTo>
                  <a:pt x="0" y="858804"/>
                </a:lnTo>
                <a:lnTo>
                  <a:pt x="0" y="0"/>
                </a:lnTo>
                <a:close/>
              </a:path>
            </a:pathLst>
          </a:custGeom>
          <a:blipFill rotWithShape="1">
            <a:blip r:embed="rId5">
              <a:alphaModFix/>
            </a:blip>
            <a:stretch>
              <a:fillRect/>
            </a:stretch>
          </a:blipFill>
          <a:ln>
            <a:no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2346</Words>
  <Application>Microsoft Office PowerPoint</Application>
  <PresentationFormat>Custom</PresentationFormat>
  <Paragraphs>182</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Poppins</vt:lpstr>
      <vt:lpstr>Arial</vt:lpstr>
      <vt:lpstr>Calibri</vt:lpstr>
      <vt:lpstr>Open Sans ExtraBold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Võ Quốc Trung</cp:lastModifiedBy>
  <cp:revision>5</cp:revision>
  <dcterms:created xsi:type="dcterms:W3CDTF">2006-08-16T00:00:00Z</dcterms:created>
  <dcterms:modified xsi:type="dcterms:W3CDTF">2025-01-10T16:49:38Z</dcterms:modified>
</cp:coreProperties>
</file>