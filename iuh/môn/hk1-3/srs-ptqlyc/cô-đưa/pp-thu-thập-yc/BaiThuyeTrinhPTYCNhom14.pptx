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96" r:id="rId3"/>
    <p:sldId id="303" r:id="rId4"/>
    <p:sldId id="260" r:id="rId5"/>
    <p:sldId id="265" r:id="rId6"/>
    <p:sldId id="266" r:id="rId7"/>
    <p:sldId id="262" r:id="rId8"/>
    <p:sldId id="268" r:id="rId9"/>
    <p:sldId id="263" r:id="rId10"/>
    <p:sldId id="264" r:id="rId11"/>
    <p:sldId id="302" r:id="rId12"/>
    <p:sldId id="297" r:id="rId13"/>
    <p:sldId id="298" r:id="rId14"/>
    <p:sldId id="299" r:id="rId15"/>
    <p:sldId id="300" r:id="rId16"/>
    <p:sldId id="301" r:id="rId17"/>
    <p:sldId id="313" r:id="rId18"/>
  </p:sldIdLst>
  <p:sldSz cx="9144000" cy="5143500" type="screen16x9"/>
  <p:notesSz cx="6858000" cy="9144000"/>
  <p:embeddedFontLst>
    <p:embeddedFont>
      <p:font typeface="Biome Light" panose="020B0303030204020804" pitchFamily="34" charset="0"/>
      <p:regular r:id="rId20"/>
      <p:italic r:id="rId21"/>
    </p:embeddedFont>
    <p:embeddedFont>
      <p:font typeface="Blackadder ITC" panose="04020505051007020D02" pitchFamily="82" charset="0"/>
      <p:regular r:id="rId22"/>
    </p:embeddedFont>
    <p:embeddedFont>
      <p:font typeface="Open Sans" panose="020B0606030504020204" pitchFamily="34" charset="0"/>
      <p:regular r:id="rId23"/>
      <p:bold r:id="rId24"/>
      <p:italic r:id="rId25"/>
      <p:boldItalic r:id="rId26"/>
    </p:embeddedFont>
    <p:embeddedFont>
      <p:font typeface="Playfair Display" panose="00000500000000000000" pitchFamily="2" charset="0"/>
      <p:regular r:id="rId27"/>
      <p:bold r:id="rId28"/>
      <p:italic r:id="rId29"/>
      <p:boldItalic r:id="rId30"/>
    </p:embeddedFont>
    <p:embeddedFont>
      <p:font typeface="Sora" panose="020B060402020202020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8" d="100"/>
          <a:sy n="98" d="100"/>
        </p:scale>
        <p:origin x="1018"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2126a3bec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2126a3bec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2126a3bec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2126a3bec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p:cNvGrpSpPr/>
        <p:nvPr/>
      </p:nvGrpSpPr>
      <p:grpSpPr>
        <a:xfrm>
          <a:off x="0" y="0"/>
          <a:ext cx="0" cy="0"/>
          <a:chOff x="0" y="0"/>
          <a:chExt cx="0" cy="0"/>
        </a:xfrm>
      </p:grpSpPr>
      <p:sp>
        <p:nvSpPr>
          <p:cNvPr id="1706" name="Google Shape;1706;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8"/>
        <p:cNvGrpSpPr/>
        <p:nvPr/>
      </p:nvGrpSpPr>
      <p:grpSpPr>
        <a:xfrm>
          <a:off x="0" y="0"/>
          <a:ext cx="0" cy="0"/>
          <a:chOff x="0" y="0"/>
          <a:chExt cx="0" cy="0"/>
        </a:xfrm>
      </p:grpSpPr>
      <p:sp>
        <p:nvSpPr>
          <p:cNvPr id="1689" name="Google Shape;1689;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0" name="Google Shape;1690;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3110500" y="1782613"/>
            <a:ext cx="5320200" cy="932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a:spLocks noGrp="1"/>
          </p:cNvSpPr>
          <p:nvPr>
            <p:ph type="subTitle" idx="1"/>
          </p:nvPr>
        </p:nvSpPr>
        <p:spPr>
          <a:xfrm>
            <a:off x="3110500" y="2863787"/>
            <a:ext cx="53202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4"/>
        <p:cNvGrpSpPr/>
        <p:nvPr/>
      </p:nvGrpSpPr>
      <p:grpSpPr>
        <a:xfrm>
          <a:off x="0" y="0"/>
          <a:ext cx="0" cy="0"/>
          <a:chOff x="0" y="0"/>
          <a:chExt cx="0" cy="0"/>
        </a:xfrm>
      </p:grpSpPr>
      <p:sp>
        <p:nvSpPr>
          <p:cNvPr id="175" name="Google Shape;175;p16"/>
          <p:cNvSpPr txBox="1">
            <a:spLocks noGrp="1"/>
          </p:cNvSpPr>
          <p:nvPr>
            <p:ph type="subTitle" idx="1"/>
          </p:nvPr>
        </p:nvSpPr>
        <p:spPr>
          <a:xfrm>
            <a:off x="2321755"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6" name="Google Shape;176;p16"/>
          <p:cNvSpPr txBox="1">
            <a:spLocks noGrp="1"/>
          </p:cNvSpPr>
          <p:nvPr>
            <p:ph type="subTitle" idx="2"/>
          </p:nvPr>
        </p:nvSpPr>
        <p:spPr>
          <a:xfrm>
            <a:off x="5614906"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7" name="Google Shape;177;p16"/>
          <p:cNvSpPr txBox="1">
            <a:spLocks noGrp="1"/>
          </p:cNvSpPr>
          <p:nvPr>
            <p:ph type="subTitle" idx="3"/>
          </p:nvPr>
        </p:nvSpPr>
        <p:spPr>
          <a:xfrm>
            <a:off x="2321754"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 name="Google Shape;178;p16"/>
          <p:cNvSpPr txBox="1">
            <a:spLocks noGrp="1"/>
          </p:cNvSpPr>
          <p:nvPr>
            <p:ph type="subTitle" idx="4"/>
          </p:nvPr>
        </p:nvSpPr>
        <p:spPr>
          <a:xfrm>
            <a:off x="5614906"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9" name="Google Shape;179;p16"/>
          <p:cNvSpPr txBox="1">
            <a:spLocks noGrp="1"/>
          </p:cNvSpPr>
          <p:nvPr>
            <p:ph type="subTitle" idx="5"/>
          </p:nvPr>
        </p:nvSpPr>
        <p:spPr>
          <a:xfrm>
            <a:off x="2321754"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0" name="Google Shape;180;p16"/>
          <p:cNvSpPr txBox="1">
            <a:spLocks noGrp="1"/>
          </p:cNvSpPr>
          <p:nvPr>
            <p:ph type="subTitle" idx="6"/>
          </p:nvPr>
        </p:nvSpPr>
        <p:spPr>
          <a:xfrm>
            <a:off x="2321754"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1" name="Google Shape;181;p16"/>
          <p:cNvSpPr txBox="1">
            <a:spLocks noGrp="1"/>
          </p:cNvSpPr>
          <p:nvPr>
            <p:ph type="subTitle" idx="7"/>
          </p:nvPr>
        </p:nvSpPr>
        <p:spPr>
          <a:xfrm>
            <a:off x="5614879"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2" name="Google Shape;182;p16"/>
          <p:cNvSpPr txBox="1">
            <a:spLocks noGrp="1"/>
          </p:cNvSpPr>
          <p:nvPr>
            <p:ph type="subTitle" idx="8"/>
          </p:nvPr>
        </p:nvSpPr>
        <p:spPr>
          <a:xfrm>
            <a:off x="5614879"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87" name="Google Shape;187;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91" name="Google Shape;191;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92" name="Google Shape;192;p16"/>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93"/>
        <p:cNvGrpSpPr/>
        <p:nvPr/>
      </p:nvGrpSpPr>
      <p:grpSpPr>
        <a:xfrm>
          <a:off x="0" y="0"/>
          <a:ext cx="0" cy="0"/>
          <a:chOff x="0" y="0"/>
          <a:chExt cx="0" cy="0"/>
        </a:xfrm>
      </p:grpSpPr>
      <p:sp>
        <p:nvSpPr>
          <p:cNvPr id="194" name="Google Shape;194;p17"/>
          <p:cNvSpPr txBox="1">
            <a:spLocks noGrp="1"/>
          </p:cNvSpPr>
          <p:nvPr>
            <p:ph type="subTitle" idx="1"/>
          </p:nvPr>
        </p:nvSpPr>
        <p:spPr>
          <a:xfrm>
            <a:off x="720000" y="1710171"/>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5" name="Google Shape;195;p17"/>
          <p:cNvSpPr txBox="1">
            <a:spLocks noGrp="1"/>
          </p:cNvSpPr>
          <p:nvPr>
            <p:ph type="subTitle" idx="2"/>
          </p:nvPr>
        </p:nvSpPr>
        <p:spPr>
          <a:xfrm>
            <a:off x="3490950" y="1710149"/>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6" name="Google Shape;196;p17"/>
          <p:cNvSpPr txBox="1">
            <a:spLocks noGrp="1"/>
          </p:cNvSpPr>
          <p:nvPr>
            <p:ph type="subTitle" idx="3"/>
          </p:nvPr>
        </p:nvSpPr>
        <p:spPr>
          <a:xfrm>
            <a:off x="720000" y="3498800"/>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7" name="Google Shape;197;p17"/>
          <p:cNvSpPr txBox="1">
            <a:spLocks noGrp="1"/>
          </p:cNvSpPr>
          <p:nvPr>
            <p:ph type="subTitle" idx="4"/>
          </p:nvPr>
        </p:nvSpPr>
        <p:spPr>
          <a:xfrm>
            <a:off x="3490950" y="3498796"/>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8" name="Google Shape;198;p17"/>
          <p:cNvSpPr txBox="1">
            <a:spLocks noGrp="1"/>
          </p:cNvSpPr>
          <p:nvPr>
            <p:ph type="subTitle" idx="5"/>
          </p:nvPr>
        </p:nvSpPr>
        <p:spPr>
          <a:xfrm>
            <a:off x="6268669" y="1710149"/>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9" name="Google Shape;199;p17"/>
          <p:cNvSpPr txBox="1">
            <a:spLocks noGrp="1"/>
          </p:cNvSpPr>
          <p:nvPr>
            <p:ph type="subTitle" idx="6"/>
          </p:nvPr>
        </p:nvSpPr>
        <p:spPr>
          <a:xfrm>
            <a:off x="6268669" y="3498796"/>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17"/>
          <p:cNvSpPr txBox="1">
            <a:spLocks noGrp="1"/>
          </p:cNvSpPr>
          <p:nvPr>
            <p:ph type="subTitle" idx="7"/>
          </p:nvPr>
        </p:nvSpPr>
        <p:spPr>
          <a:xfrm>
            <a:off x="720000"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01" name="Google Shape;201;p17"/>
          <p:cNvSpPr txBox="1">
            <a:spLocks noGrp="1"/>
          </p:cNvSpPr>
          <p:nvPr>
            <p:ph type="subTitle" idx="8"/>
          </p:nvPr>
        </p:nvSpPr>
        <p:spPr>
          <a:xfrm>
            <a:off x="3490950"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02" name="Google Shape;202;p17"/>
          <p:cNvSpPr txBox="1">
            <a:spLocks noGrp="1"/>
          </p:cNvSpPr>
          <p:nvPr>
            <p:ph type="subTitle" idx="9"/>
          </p:nvPr>
        </p:nvSpPr>
        <p:spPr>
          <a:xfrm>
            <a:off x="6268669"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03" name="Google Shape;203;p17"/>
          <p:cNvSpPr txBox="1">
            <a:spLocks noGrp="1"/>
          </p:cNvSpPr>
          <p:nvPr>
            <p:ph type="subTitle" idx="13"/>
          </p:nvPr>
        </p:nvSpPr>
        <p:spPr>
          <a:xfrm>
            <a:off x="720000"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04" name="Google Shape;204;p17"/>
          <p:cNvSpPr txBox="1">
            <a:spLocks noGrp="1"/>
          </p:cNvSpPr>
          <p:nvPr>
            <p:ph type="subTitle" idx="14"/>
          </p:nvPr>
        </p:nvSpPr>
        <p:spPr>
          <a:xfrm>
            <a:off x="3490950"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05" name="Google Shape;205;p17"/>
          <p:cNvSpPr txBox="1">
            <a:spLocks noGrp="1"/>
          </p:cNvSpPr>
          <p:nvPr>
            <p:ph type="subTitle" idx="15"/>
          </p:nvPr>
        </p:nvSpPr>
        <p:spPr>
          <a:xfrm>
            <a:off x="6268669"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206" name="Google Shape;206;p17"/>
          <p:cNvGrpSpPr/>
          <p:nvPr/>
        </p:nvGrpSpPr>
        <p:grpSpPr>
          <a:xfrm>
            <a:off x="518850" y="392550"/>
            <a:ext cx="8106300" cy="43584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0" name="Google Shape;210;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4" name="Google Shape;214;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215" name="Google Shape;215;p17"/>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Chỉ Tiêu đề">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p>
        </p:txBody>
      </p:sp>
      <p:sp>
        <p:nvSpPr>
          <p:cNvPr id="3" name="Chỗ dành sẵn cho Ngày tháng 2"/>
          <p:cNvSpPr>
            <a:spLocks noGrp="1"/>
          </p:cNvSpPr>
          <p:nvPr>
            <p:ph type="dt" sz="half" idx="10"/>
          </p:nvPr>
        </p:nvSpPr>
        <p:spPr/>
        <p:txBody>
          <a:bodyPr/>
          <a:lstStyle/>
          <a:p>
            <a:fld id="{66B9C7D7-E5F1-4055-B382-4561E5AB38CE}" type="datetimeFigureOut">
              <a:rPr lang="vi-VN" smtClean="0"/>
              <a:t>09/01/2025</a:t>
            </a:fld>
            <a:endParaRPr lang="vi-VN"/>
          </a:p>
        </p:txBody>
      </p:sp>
      <p:sp>
        <p:nvSpPr>
          <p:cNvPr id="4" name="Chỗ dành sẵn cho Chân trang 3"/>
          <p:cNvSpPr>
            <a:spLocks noGrp="1"/>
          </p:cNvSpPr>
          <p:nvPr>
            <p:ph type="ftr" sz="quarter" idx="11"/>
          </p:nvPr>
        </p:nvSpPr>
        <p:spPr/>
        <p:txBody>
          <a:bodyPr/>
          <a:lstStyle/>
          <a:p>
            <a:endParaRPr lang="vi-VN"/>
          </a:p>
        </p:txBody>
      </p:sp>
      <p:sp>
        <p:nvSpPr>
          <p:cNvPr id="5" name="Chỗ dành sẵn cho Số hiệu Bản chiếu 4"/>
          <p:cNvSpPr>
            <a:spLocks noGrp="1"/>
          </p:cNvSpPr>
          <p:nvPr>
            <p:ph type="sldNum" sz="quarter" idx="12"/>
          </p:nvPr>
        </p:nvSpPr>
        <p:spPr/>
        <p:txBody>
          <a:bodyPr/>
          <a:lstStyle/>
          <a:p>
            <a:fld id="{7EEA30D2-3C83-4CD6-A5E5-D58477D2BC61}" type="slidenum">
              <a:rPr lang="vi-VN" smtClean="0"/>
              <a:t>‹#›</a:t>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2229900" y="-1350050"/>
            <a:ext cx="12172482" cy="6222124"/>
            <a:chOff x="-2229900" y="-1350050"/>
            <a:chExt cx="12172482" cy="6222124"/>
          </a:xfrm>
        </p:grpSpPr>
        <p:pic>
          <p:nvPicPr>
            <p:cNvPr id="10" name="Google Shape;10;p2"/>
            <p:cNvPicPr preferRelativeResize="0"/>
            <p:nvPr/>
          </p:nvPicPr>
          <p:blipFill>
            <a:blip r:embed="rId2"/>
            <a:stretch>
              <a:fillRect/>
            </a:stretch>
          </p:blipFill>
          <p:spPr>
            <a:xfrm>
              <a:off x="-2229900" y="-1350050"/>
              <a:ext cx="4767826" cy="4765498"/>
            </a:xfrm>
            <a:prstGeom prst="rect">
              <a:avLst/>
            </a:prstGeom>
            <a:noFill/>
            <a:ln>
              <a:noFill/>
            </a:ln>
          </p:spPr>
        </p:pic>
        <p:pic>
          <p:nvPicPr>
            <p:cNvPr id="11" name="Google Shape;11;p2"/>
            <p:cNvPicPr preferRelativeResize="0"/>
            <p:nvPr/>
          </p:nvPicPr>
          <p:blipFill>
            <a:blip r:embed="rId3"/>
            <a:stretch>
              <a:fillRect/>
            </a:stretch>
          </p:blipFill>
          <p:spPr>
            <a:xfrm>
              <a:off x="6659484" y="1590600"/>
              <a:ext cx="3283098" cy="3281474"/>
            </a:xfrm>
            <a:prstGeom prst="rect">
              <a:avLst/>
            </a:prstGeom>
            <a:noFill/>
            <a:ln>
              <a:noFill/>
            </a:ln>
          </p:spPr>
        </p:pic>
      </p:grpSp>
      <p:sp>
        <p:nvSpPr>
          <p:cNvPr id="12" name="Google Shape;12;p2"/>
          <p:cNvSpPr txBox="1">
            <a:spLocks noGrp="1"/>
          </p:cNvSpPr>
          <p:nvPr>
            <p:ph type="ctrTitle"/>
          </p:nvPr>
        </p:nvSpPr>
        <p:spPr>
          <a:xfrm>
            <a:off x="715100" y="892450"/>
            <a:ext cx="6194700" cy="21294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5860875" y="3715500"/>
            <a:ext cx="2568000" cy="5256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1pPr>
            <a:lvl2pPr marL="914400" lvl="1"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2pPr>
            <a:lvl3pPr marL="1371600" lvl="2"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3pPr>
            <a:lvl4pPr marL="1828800" lvl="3"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4pPr>
            <a:lvl5pPr marL="2286000" lvl="4"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5pPr>
            <a:lvl6pPr marL="2743200" lvl="5"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6pPr>
            <a:lvl7pPr marL="3200400" lvl="6"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7pPr>
            <a:lvl8pPr marL="3657600" lvl="7"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8pPr>
            <a:lvl9pPr marL="4114800" lvl="8" indent="-304800">
              <a:lnSpc>
                <a:spcPct val="100000"/>
              </a:lnSpc>
              <a:spcBef>
                <a:spcPts val="0"/>
              </a:spcBef>
              <a:spcAft>
                <a:spcPts val="0"/>
              </a:spcAft>
              <a:buClr>
                <a:schemeClr val="dk1"/>
              </a:buClr>
              <a:buSzPts val="1200"/>
              <a:buFont typeface="Open Sans" panose="020B0606030504020204"/>
              <a:buChar char="■"/>
              <a:defRPr sz="1200">
                <a:solidFill>
                  <a:schemeClr val="dk1"/>
                </a:solidFill>
                <a:latin typeface="Open Sans" panose="020B0606030504020204"/>
                <a:ea typeface="Open Sans" panose="020B0606030504020204"/>
                <a:cs typeface="Open Sans" panose="020B0606030504020204"/>
                <a:sym typeface="Open Sans" panose="020B060603050402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image" Target="../media/image13.svg"/><Relationship Id="rId3" Type="http://schemas.openxmlformats.org/officeDocument/2006/relationships/image" Target="../media/image6.png"/><Relationship Id="rId7" Type="http://schemas.openxmlformats.org/officeDocument/2006/relationships/image" Target="../media/image9.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slide" Target="slide15.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slide" Target="slide16.xml"/><Relationship Id="rId5" Type="http://schemas.openxmlformats.org/officeDocument/2006/relationships/slide" Target="slide13.xml"/><Relationship Id="rId15" Type="http://schemas.openxmlformats.org/officeDocument/2006/relationships/image" Target="../media/image15.svg"/><Relationship Id="rId10" Type="http://schemas.openxmlformats.org/officeDocument/2006/relationships/image" Target="../media/image11.svg"/><Relationship Id="rId4" Type="http://schemas.openxmlformats.org/officeDocument/2006/relationships/image" Target="../media/image7.svg"/><Relationship Id="rId9" Type="http://schemas.openxmlformats.org/officeDocument/2006/relationships/image" Target="../media/image10.pn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slide" Target="slide14.xml"/><Relationship Id="rId12" Type="http://schemas.openxmlformats.org/officeDocument/2006/relationships/image" Target="../media/image23.svg"/><Relationship Id="rId2"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image" Target="../media/image9.svg"/><Relationship Id="rId11" Type="http://schemas.openxmlformats.org/officeDocument/2006/relationships/image" Target="../media/image22.png"/><Relationship Id="rId5" Type="http://schemas.openxmlformats.org/officeDocument/2006/relationships/image" Target="../media/image8.png"/><Relationship Id="rId10" Type="http://schemas.openxmlformats.org/officeDocument/2006/relationships/slide" Target="slide16.xml"/><Relationship Id="rId4" Type="http://schemas.openxmlformats.org/officeDocument/2006/relationships/image" Target="../media/image19.svg"/><Relationship Id="rId9" Type="http://schemas.openxmlformats.org/officeDocument/2006/relationships/image" Target="../media/image21.sv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8.png"/><Relationship Id="rId7" Type="http://schemas.openxmlformats.org/officeDocument/2006/relationships/image" Target="../media/image25.svg"/><Relationship Id="rId12" Type="http://schemas.openxmlformats.org/officeDocument/2006/relationships/image" Target="../media/image23.svg"/><Relationship Id="rId2"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2.png"/><Relationship Id="rId5" Type="http://schemas.openxmlformats.org/officeDocument/2006/relationships/slide" Target="slide13.xml"/><Relationship Id="rId10" Type="http://schemas.openxmlformats.org/officeDocument/2006/relationships/slide" Target="slide16.xml"/><Relationship Id="rId4" Type="http://schemas.openxmlformats.org/officeDocument/2006/relationships/image" Target="../media/image19.svg"/><Relationship Id="rId9"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9.svg"/><Relationship Id="rId7" Type="http://schemas.openxmlformats.org/officeDocument/2006/relationships/slide" Target="slide14.xml"/><Relationship Id="rId12"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5.svg"/><Relationship Id="rId11" Type="http://schemas.openxmlformats.org/officeDocument/2006/relationships/image" Target="../media/image22.png"/><Relationship Id="rId5" Type="http://schemas.openxmlformats.org/officeDocument/2006/relationships/image" Target="../media/image24.png"/><Relationship Id="rId10" Type="http://schemas.openxmlformats.org/officeDocument/2006/relationships/slide" Target="slide16.xml"/><Relationship Id="rId4" Type="http://schemas.openxmlformats.org/officeDocument/2006/relationships/slide" Target="slide13.xml"/><Relationship Id="rId9" Type="http://schemas.openxmlformats.org/officeDocument/2006/relationships/image" Target="../media/image21.svg"/></Relationships>
</file>

<file path=ppt/slides/_rels/slide1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8.png"/><Relationship Id="rId7" Type="http://schemas.openxmlformats.org/officeDocument/2006/relationships/image" Target="../media/image25.svg"/><Relationship Id="rId12" Type="http://schemas.openxmlformats.org/officeDocument/2006/relationships/image" Target="../media/image31.svg"/><Relationship Id="rId2"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0.png"/><Relationship Id="rId5" Type="http://schemas.openxmlformats.org/officeDocument/2006/relationships/slide" Target="slide13.xml"/><Relationship Id="rId10" Type="http://schemas.openxmlformats.org/officeDocument/2006/relationships/image" Target="../media/image21.svg"/><Relationship Id="rId4" Type="http://schemas.openxmlformats.org/officeDocument/2006/relationships/image" Target="../media/image19.sv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ctrTitle"/>
          </p:nvPr>
        </p:nvSpPr>
        <p:spPr>
          <a:xfrm>
            <a:off x="715100" y="892450"/>
            <a:ext cx="6194700" cy="2129400"/>
          </a:xfrm>
          <a:prstGeom prst="rect">
            <a:avLst/>
          </a:prstGeom>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vi-VN" sz="5500" dirty="0">
                <a:latin typeface="Playfair Display" panose="00000500000000000000" pitchFamily="2" charset="0"/>
              </a:rPr>
              <a:t>Phân Tích Và Quản Lý Yêu Cầu</a:t>
            </a:r>
            <a:br>
              <a:rPr lang="en-US" sz="5500" dirty="0">
                <a:latin typeface="Playfair Display" panose="00000500000000000000" pitchFamily="2" charset="0"/>
              </a:rPr>
            </a:br>
            <a:br>
              <a:rPr lang="en-GB" sz="5500" dirty="0">
                <a:latin typeface="Playfair Display" panose="00000500000000000000" pitchFamily="2" charset="0"/>
              </a:rPr>
            </a:br>
            <a:r>
              <a:rPr lang="en-GB" sz="4500" i="1" dirty="0">
                <a:latin typeface="Playfair Display" panose="00000500000000000000" pitchFamily="2" charset="0"/>
              </a:rPr>
              <a:t>by group </a:t>
            </a:r>
            <a:r>
              <a:rPr lang="vi-VN" sz="4500" i="1" dirty="0">
                <a:latin typeface="Playfair Display" panose="00000500000000000000" pitchFamily="2" charset="0"/>
              </a:rPr>
              <a:t>1</a:t>
            </a:r>
            <a:r>
              <a:rPr lang="en-GB" sz="4500" i="1" dirty="0">
                <a:latin typeface="Playfair Display" panose="00000500000000000000" pitchFamily="2" charset="0"/>
              </a:rPr>
              <a:t>4</a:t>
            </a:r>
            <a:endParaRPr sz="4500" i="1" dirty="0">
              <a:latin typeface="Playfair Display" panose="00000500000000000000" pitchFamily="2" charset="0"/>
            </a:endParaRPr>
          </a:p>
        </p:txBody>
      </p:sp>
      <p:sp>
        <p:nvSpPr>
          <p:cNvPr id="147" name="Google Shape;147;p26"/>
          <p:cNvSpPr txBox="1">
            <a:spLocks noGrp="1"/>
          </p:cNvSpPr>
          <p:nvPr>
            <p:ph type="subTitle" idx="1"/>
          </p:nvPr>
        </p:nvSpPr>
        <p:spPr>
          <a:xfrm>
            <a:off x="5860875" y="3715500"/>
            <a:ext cx="2568000" cy="52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GV: </a:t>
            </a:r>
            <a:r>
              <a:rPr lang="vi-VN" dirty="0"/>
              <a:t>Lê Thị Ánh Tuyết</a:t>
            </a:r>
            <a:endParaRPr dirty="0"/>
          </a:p>
        </p:txBody>
      </p:sp>
      <p:cxnSp>
        <p:nvCxnSpPr>
          <p:cNvPr id="148" name="Google Shape;148;p26"/>
          <p:cNvCxnSpPr/>
          <p:nvPr/>
        </p:nvCxnSpPr>
        <p:spPr>
          <a:xfrm>
            <a:off x="5036823" y="3745460"/>
            <a:ext cx="3451800" cy="0"/>
          </a:xfrm>
          <a:prstGeom prst="straightConnector1">
            <a:avLst/>
          </a:prstGeom>
          <a:noFill/>
          <a:ln w="9525" cap="flat" cmpd="sng">
            <a:solidFill>
              <a:schemeClr val="dk1"/>
            </a:solidFill>
            <a:prstDash val="solid"/>
            <a:round/>
            <a:headEnd type="none" w="med" len="med"/>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6"/>
          <p:cNvSpPr txBox="1">
            <a:spLocks noGrp="1"/>
          </p:cNvSpPr>
          <p:nvPr>
            <p:ph type="title"/>
          </p:nvPr>
        </p:nvSpPr>
        <p:spPr>
          <a:xfrm>
            <a:off x="512892" y="416463"/>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latin typeface="Times New Roman" panose="02020603050405020304" pitchFamily="18" charset="0"/>
                <a:cs typeface="Times New Roman" panose="02020603050405020304" pitchFamily="18" charset="0"/>
              </a:rPr>
              <a:t>Giới Thiệu Thành Viên</a:t>
            </a:r>
            <a:endParaRPr dirty="0">
              <a:latin typeface="Times New Roman" panose="02020603050405020304" pitchFamily="18" charset="0"/>
              <a:cs typeface="Times New Roman" panose="02020603050405020304" pitchFamily="18" charset="0"/>
            </a:endParaRPr>
          </a:p>
        </p:txBody>
      </p:sp>
      <p:sp>
        <p:nvSpPr>
          <p:cNvPr id="328" name="Google Shape;328;p36"/>
          <p:cNvSpPr txBox="1">
            <a:spLocks noGrp="1"/>
          </p:cNvSpPr>
          <p:nvPr>
            <p:ph type="subTitle" idx="4"/>
          </p:nvPr>
        </p:nvSpPr>
        <p:spPr>
          <a:xfrm>
            <a:off x="715087" y="3863869"/>
            <a:ext cx="2714700" cy="484800"/>
          </a:xfrm>
          <a:prstGeom prst="rect">
            <a:avLst/>
          </a:prstGeom>
        </p:spPr>
        <p:txBody>
          <a:bodyPr spcFirstLastPara="1" wrap="square" lIns="91425" tIns="91425" rIns="91425" bIns="91425" anchor="t" anchorCtr="0">
            <a:noAutofit/>
          </a:bodyPr>
          <a:lstStyle/>
          <a:p>
            <a:pPr marL="0" lvl="0" indent="0"/>
            <a:r>
              <a:rPr lang="en-GB" sz="1800" dirty="0">
                <a:latin typeface="Times New Roman" panose="02020603050405020304" pitchFamily="18" charset="0"/>
                <a:cs typeface="Times New Roman" panose="02020603050405020304" pitchFamily="18" charset="0"/>
              </a:rPr>
              <a:t>Tìm kiếm nội dung</a:t>
            </a:r>
            <a:r>
              <a:rPr lang="en-GB" sz="1800" dirty="0">
                <a:latin typeface="Times New Roman" panose="02020603050405020304" pitchFamily="18" charset="0"/>
                <a:ea typeface="Open Sans" panose="020B0606030504020204" pitchFamily="34" charset="0"/>
                <a:cs typeface="Times New Roman" panose="02020603050405020304" pitchFamily="18" charset="0"/>
              </a:rPr>
              <a:t>, làm Powerpoint</a:t>
            </a:r>
            <a:endParaRPr sz="1800" dirty="0">
              <a:latin typeface="Times New Roman" panose="02020603050405020304" pitchFamily="18" charset="0"/>
              <a:cs typeface="Times New Roman" panose="02020603050405020304" pitchFamily="18" charset="0"/>
            </a:endParaRPr>
          </a:p>
        </p:txBody>
      </p:sp>
      <p:sp>
        <p:nvSpPr>
          <p:cNvPr id="329" name="Google Shape;329;p36"/>
          <p:cNvSpPr txBox="1">
            <a:spLocks noGrp="1"/>
          </p:cNvSpPr>
          <p:nvPr>
            <p:ph type="subTitle" idx="1"/>
          </p:nvPr>
        </p:nvSpPr>
        <p:spPr>
          <a:xfrm>
            <a:off x="715106" y="1201179"/>
            <a:ext cx="4222654" cy="35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b="1" dirty="0">
                <a:latin typeface="Times New Roman" panose="02020603050405020304" pitchFamily="18" charset="0"/>
                <a:ea typeface="Open Sans" panose="020B0606030504020204" pitchFamily="34" charset="0"/>
                <a:cs typeface="Times New Roman" panose="02020603050405020304" pitchFamily="18" charset="0"/>
              </a:rPr>
              <a:t>Lê Minh Thiên Phúc</a:t>
            </a:r>
            <a:endParaRPr sz="1800" b="1"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0" name="Google Shape;330;p36"/>
          <p:cNvSpPr txBox="1">
            <a:spLocks noGrp="1"/>
          </p:cNvSpPr>
          <p:nvPr>
            <p:ph type="subTitle" idx="2"/>
          </p:nvPr>
        </p:nvSpPr>
        <p:spPr>
          <a:xfrm>
            <a:off x="715094" y="1481677"/>
            <a:ext cx="2714700" cy="484800"/>
          </a:xfrm>
          <a:prstGeom prst="rect">
            <a:avLst/>
          </a:prstGeom>
        </p:spPr>
        <p:txBody>
          <a:bodyPr spcFirstLastPara="1" wrap="square" lIns="91425" tIns="91425" rIns="91425" bIns="91425" anchor="t" anchorCtr="0">
            <a:noAutofit/>
          </a:bodyPr>
          <a:lstStyle/>
          <a:p>
            <a:pPr marL="0" lvl="0" indent="0"/>
            <a:r>
              <a:rPr lang="en-GB" sz="1800" dirty="0">
                <a:latin typeface="Times New Roman" panose="02020603050405020304" pitchFamily="18" charset="0"/>
                <a:ea typeface="Open Sans" panose="020B0606030504020204" pitchFamily="34" charset="0"/>
                <a:cs typeface="Times New Roman" panose="02020603050405020304" pitchFamily="18" charset="0"/>
              </a:rPr>
              <a:t>Tìm kiếm nội dung, làm Powerpoint</a:t>
            </a:r>
            <a:endParaRPr sz="1800"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1" name="Google Shape;331;p36"/>
          <p:cNvSpPr txBox="1">
            <a:spLocks noGrp="1"/>
          </p:cNvSpPr>
          <p:nvPr>
            <p:ph type="subTitle" idx="3"/>
          </p:nvPr>
        </p:nvSpPr>
        <p:spPr>
          <a:xfrm>
            <a:off x="715080" y="2710455"/>
            <a:ext cx="27147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Times New Roman" panose="02020603050405020304" pitchFamily="18" charset="0"/>
                <a:ea typeface="Open Sans" panose="020B0606030504020204" pitchFamily="34" charset="0"/>
                <a:cs typeface="Times New Roman" panose="02020603050405020304" pitchFamily="18" charset="0"/>
              </a:rPr>
              <a:t>Tìm kiếm nội dung, làm Powerpoint</a:t>
            </a:r>
            <a:endParaRPr sz="1800"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2" name="Google Shape;332;p36"/>
          <p:cNvSpPr txBox="1">
            <a:spLocks noGrp="1"/>
          </p:cNvSpPr>
          <p:nvPr>
            <p:ph type="subTitle" idx="5"/>
          </p:nvPr>
        </p:nvSpPr>
        <p:spPr>
          <a:xfrm>
            <a:off x="4220636" y="1479427"/>
            <a:ext cx="2714700" cy="484800"/>
          </a:xfrm>
          <a:prstGeom prst="rect">
            <a:avLst/>
          </a:prstGeom>
        </p:spPr>
        <p:txBody>
          <a:bodyPr spcFirstLastPara="1" wrap="square" lIns="91425" tIns="91425" rIns="91425" bIns="91425" anchor="t" anchorCtr="0">
            <a:noAutofit/>
          </a:bodyPr>
          <a:lstStyle/>
          <a:p>
            <a:pPr marL="0" lvl="0" indent="0"/>
            <a:r>
              <a:rPr lang="en-GB" b="0" dirty="0">
                <a:latin typeface="Times New Roman" panose="02020603050405020304" pitchFamily="18" charset="0"/>
                <a:ea typeface="Open Sans" panose="020B0606030504020204" pitchFamily="34" charset="0"/>
                <a:cs typeface="Times New Roman" panose="02020603050405020304" pitchFamily="18" charset="0"/>
              </a:rPr>
              <a:t>Tìm kiếm nội dung, làm Powerpoint</a:t>
            </a:r>
            <a:endParaRPr b="0"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3" name="Google Shape;333;p36"/>
          <p:cNvSpPr txBox="1">
            <a:spLocks noGrp="1"/>
          </p:cNvSpPr>
          <p:nvPr>
            <p:ph type="subTitle" idx="6"/>
          </p:nvPr>
        </p:nvSpPr>
        <p:spPr>
          <a:xfrm>
            <a:off x="715111" y="3585621"/>
            <a:ext cx="2714700" cy="35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latin typeface="Times New Roman" panose="02020603050405020304" pitchFamily="18" charset="0"/>
                <a:ea typeface="Open Sans" panose="020B0606030504020204" pitchFamily="34" charset="0"/>
                <a:cs typeface="Times New Roman" panose="02020603050405020304" pitchFamily="18" charset="0"/>
              </a:rPr>
              <a:t>Nguyễn Minh Tân</a:t>
            </a:r>
            <a:endParaRPr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4" name="Google Shape;334;p36"/>
          <p:cNvSpPr txBox="1">
            <a:spLocks noGrp="1"/>
          </p:cNvSpPr>
          <p:nvPr>
            <p:ph type="subTitle" idx="7"/>
          </p:nvPr>
        </p:nvSpPr>
        <p:spPr>
          <a:xfrm>
            <a:off x="715087" y="2429957"/>
            <a:ext cx="2714700" cy="35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latin typeface="Times New Roman" panose="02020603050405020304" pitchFamily="18" charset="0"/>
                <a:ea typeface="Open Sans" panose="020B0606030504020204" pitchFamily="34" charset="0"/>
                <a:cs typeface="Times New Roman" panose="02020603050405020304" pitchFamily="18" charset="0"/>
              </a:rPr>
              <a:t>Trần Huỳnh Minh Nhật</a:t>
            </a:r>
            <a:endParaRPr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35" name="Google Shape;335;p36"/>
          <p:cNvSpPr txBox="1">
            <a:spLocks noGrp="1"/>
          </p:cNvSpPr>
          <p:nvPr>
            <p:ph type="subTitle" idx="8"/>
          </p:nvPr>
        </p:nvSpPr>
        <p:spPr>
          <a:xfrm>
            <a:off x="4220655" y="1201179"/>
            <a:ext cx="2714700" cy="35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latin typeface="Times New Roman" panose="02020603050405020304" pitchFamily="18" charset="0"/>
                <a:ea typeface="Open Sans" panose="020B0606030504020204" pitchFamily="34" charset="0"/>
                <a:cs typeface="Times New Roman" panose="02020603050405020304" pitchFamily="18" charset="0"/>
              </a:rPr>
              <a:t>Đoàn Quốc Thái</a:t>
            </a:r>
            <a:endParaRPr dirty="0">
              <a:latin typeface="Times New Roman" panose="02020603050405020304" pitchFamily="18" charset="0"/>
              <a:ea typeface="Open Sans" panose="020B0606030504020204" pitchFamily="34" charset="0"/>
              <a:cs typeface="Times New Roman" panose="02020603050405020304" pitchFamily="18" charset="0"/>
            </a:endParaRPr>
          </a:p>
        </p:txBody>
      </p:sp>
      <p:cxnSp>
        <p:nvCxnSpPr>
          <p:cNvPr id="340" name="Google Shape;340;p36"/>
          <p:cNvCxnSpPr/>
          <p:nvPr/>
        </p:nvCxnSpPr>
        <p:spPr>
          <a:xfrm>
            <a:off x="746357" y="1512754"/>
            <a:ext cx="2565000" cy="0"/>
          </a:xfrm>
          <a:prstGeom prst="straightConnector1">
            <a:avLst/>
          </a:prstGeom>
          <a:noFill/>
          <a:ln w="9525" cap="flat" cmpd="sng">
            <a:solidFill>
              <a:schemeClr val="dk1"/>
            </a:solidFill>
            <a:prstDash val="solid"/>
            <a:round/>
            <a:headEnd type="none" w="med" len="med"/>
            <a:tailEnd type="stealth" w="med" len="med"/>
          </a:ln>
        </p:spPr>
      </p:cxnSp>
      <p:cxnSp>
        <p:nvCxnSpPr>
          <p:cNvPr id="341" name="Google Shape;341;p36"/>
          <p:cNvCxnSpPr/>
          <p:nvPr/>
        </p:nvCxnSpPr>
        <p:spPr>
          <a:xfrm>
            <a:off x="746362" y="3915743"/>
            <a:ext cx="2565000" cy="0"/>
          </a:xfrm>
          <a:prstGeom prst="straightConnector1">
            <a:avLst/>
          </a:prstGeom>
          <a:noFill/>
          <a:ln w="9525" cap="flat" cmpd="sng">
            <a:solidFill>
              <a:schemeClr val="dk1"/>
            </a:solidFill>
            <a:prstDash val="solid"/>
            <a:round/>
            <a:headEnd type="none" w="med" len="med"/>
            <a:tailEnd type="stealth" w="med" len="med"/>
          </a:ln>
        </p:spPr>
      </p:cxnSp>
      <p:cxnSp>
        <p:nvCxnSpPr>
          <p:cNvPr id="342" name="Google Shape;342;p36"/>
          <p:cNvCxnSpPr/>
          <p:nvPr/>
        </p:nvCxnSpPr>
        <p:spPr>
          <a:xfrm>
            <a:off x="739968" y="2741532"/>
            <a:ext cx="2565000" cy="0"/>
          </a:xfrm>
          <a:prstGeom prst="straightConnector1">
            <a:avLst/>
          </a:prstGeom>
          <a:noFill/>
          <a:ln w="9525" cap="flat" cmpd="sng">
            <a:solidFill>
              <a:schemeClr val="dk1"/>
            </a:solidFill>
            <a:prstDash val="solid"/>
            <a:round/>
            <a:headEnd type="none" w="med" len="med"/>
            <a:tailEnd type="stealth" w="med" len="med"/>
          </a:ln>
        </p:spPr>
      </p:cxnSp>
      <p:cxnSp>
        <p:nvCxnSpPr>
          <p:cNvPr id="343" name="Google Shape;343;p36"/>
          <p:cNvCxnSpPr/>
          <p:nvPr/>
        </p:nvCxnSpPr>
        <p:spPr>
          <a:xfrm>
            <a:off x="4245536" y="1531301"/>
            <a:ext cx="2565000" cy="0"/>
          </a:xfrm>
          <a:prstGeom prst="straightConnector1">
            <a:avLst/>
          </a:prstGeom>
          <a:noFill/>
          <a:ln w="9525" cap="flat" cmpd="sng">
            <a:solidFill>
              <a:schemeClr val="dk1"/>
            </a:solidFill>
            <a:prstDash val="solid"/>
            <a:round/>
            <a:headEnd type="none" w="med" len="med"/>
            <a:tailEnd type="stealth" w="med" len="med"/>
          </a:ln>
        </p:spPr>
      </p:cxnSp>
      <p:sp>
        <p:nvSpPr>
          <p:cNvPr id="2" name="Google Shape;332;p36"/>
          <p:cNvSpPr txBox="1"/>
          <p:nvPr/>
        </p:nvSpPr>
        <p:spPr>
          <a:xfrm>
            <a:off x="4220655" y="2708205"/>
            <a:ext cx="2714700"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9pPr>
          </a:lstStyle>
          <a:p>
            <a:pPr marL="0" indent="0"/>
            <a:r>
              <a:rPr lang="vi-VN" sz="1800" dirty="0">
                <a:latin typeface="Times New Roman" panose="02020603050405020304" pitchFamily="18" charset="0"/>
                <a:ea typeface="Open Sans" panose="020B0606030504020204" pitchFamily="34" charset="0"/>
                <a:cs typeface="Times New Roman" panose="02020603050405020304" pitchFamily="18" charset="0"/>
              </a:rPr>
              <a:t>Tìm kiếm nội dung</a:t>
            </a:r>
            <a:r>
              <a:rPr lang="en-GB" sz="1800" dirty="0">
                <a:latin typeface="Times New Roman" panose="02020603050405020304" pitchFamily="18" charset="0"/>
                <a:ea typeface="Open Sans" panose="020B0606030504020204" pitchFamily="34" charset="0"/>
                <a:cs typeface="Times New Roman" panose="02020603050405020304" pitchFamily="18" charset="0"/>
              </a:rPr>
              <a:t>, làm Powerpoint</a:t>
            </a:r>
            <a:endParaRPr lang="vi-VN" sz="1800" dirty="0">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3" name="Google Shape;335;p36"/>
          <p:cNvSpPr txBox="1"/>
          <p:nvPr/>
        </p:nvSpPr>
        <p:spPr>
          <a:xfrm>
            <a:off x="4220674" y="2429957"/>
            <a:ext cx="2714700" cy="356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Playfair Display" panose="00000500000000000000"/>
                <a:ea typeface="Playfair Display" panose="00000500000000000000"/>
                <a:cs typeface="Playfair Display" panose="00000500000000000000"/>
                <a:sym typeface="Playfair Display" panose="00000500000000000000"/>
              </a:defRPr>
            </a:lvl1pPr>
            <a:lvl2pPr marL="914400" marR="0" lvl="1"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2pPr>
            <a:lvl3pPr marL="1371600" marR="0" lvl="2"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3pPr>
            <a:lvl4pPr marL="1828800" marR="0" lvl="3"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4pPr>
            <a:lvl5pPr marL="2286000" marR="0" lvl="4"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5pPr>
            <a:lvl6pPr marL="2743200" marR="0" lvl="5"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6pPr>
            <a:lvl7pPr marL="3200400" marR="0" lvl="6"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7pPr>
            <a:lvl8pPr marL="3657600" marR="0" lvl="7"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8pPr>
            <a:lvl9pPr marL="4114800" marR="0" lvl="8" indent="-317500" algn="ctr" rtl="0">
              <a:lnSpc>
                <a:spcPct val="100000"/>
              </a:lnSpc>
              <a:spcBef>
                <a:spcPts val="0"/>
              </a:spcBef>
              <a:spcAft>
                <a:spcPts val="0"/>
              </a:spcAft>
              <a:buClr>
                <a:schemeClr val="dk1"/>
              </a:buClr>
              <a:buSzPts val="1800"/>
              <a:buFont typeface="Raleway"/>
              <a:buNone/>
              <a:defRPr sz="1800" b="1" i="0" u="none" strike="noStrike" cap="none">
                <a:solidFill>
                  <a:schemeClr val="dk1"/>
                </a:solidFill>
                <a:latin typeface="Raleway"/>
                <a:ea typeface="Raleway"/>
                <a:cs typeface="Raleway"/>
                <a:sym typeface="Raleway"/>
              </a:defRPr>
            </a:lvl9pPr>
          </a:lstStyle>
          <a:p>
            <a:pPr marL="0" indent="0"/>
            <a:r>
              <a:rPr lang="vi-VN" dirty="0">
                <a:latin typeface="Times New Roman" panose="02020603050405020304" pitchFamily="18" charset="0"/>
                <a:ea typeface="Open Sans" panose="020B0606030504020204" pitchFamily="34" charset="0"/>
                <a:cs typeface="Times New Roman" panose="02020603050405020304" pitchFamily="18" charset="0"/>
              </a:rPr>
              <a:t>Huỳnh </a:t>
            </a:r>
            <a:r>
              <a:rPr lang="en-US" dirty="0" err="1">
                <a:latin typeface="Times New Roman" panose="02020603050405020304" pitchFamily="18" charset="0"/>
                <a:ea typeface="Open Sans" panose="020B0606030504020204" pitchFamily="34" charset="0"/>
                <a:cs typeface="Times New Roman" panose="02020603050405020304" pitchFamily="18" charset="0"/>
              </a:rPr>
              <a:t>Nhật</a:t>
            </a:r>
            <a:r>
              <a:rPr lang="en-US" dirty="0">
                <a:latin typeface="Times New Roman" panose="02020603050405020304" pitchFamily="18" charset="0"/>
                <a:ea typeface="Open Sans" panose="020B0606030504020204" pitchFamily="34" charset="0"/>
                <a:cs typeface="Times New Roman" panose="02020603050405020304" pitchFamily="18" charset="0"/>
              </a:rPr>
              <a:t> </a:t>
            </a:r>
            <a:r>
              <a:rPr lang="en-US" dirty="0" err="1">
                <a:latin typeface="Times New Roman" panose="02020603050405020304" pitchFamily="18" charset="0"/>
                <a:ea typeface="Open Sans" panose="020B0606030504020204" pitchFamily="34" charset="0"/>
                <a:cs typeface="Times New Roman" panose="02020603050405020304" pitchFamily="18" charset="0"/>
              </a:rPr>
              <a:t>Trường</a:t>
            </a:r>
            <a:endParaRPr lang="vi-VN" dirty="0">
              <a:latin typeface="Times New Roman" panose="02020603050405020304" pitchFamily="18" charset="0"/>
              <a:ea typeface="Open Sans" panose="020B0606030504020204" pitchFamily="34" charset="0"/>
              <a:cs typeface="Times New Roman" panose="02020603050405020304" pitchFamily="18" charset="0"/>
            </a:endParaRPr>
          </a:p>
        </p:txBody>
      </p:sp>
      <p:cxnSp>
        <p:nvCxnSpPr>
          <p:cNvPr id="4" name="Google Shape;343;p36"/>
          <p:cNvCxnSpPr/>
          <p:nvPr/>
        </p:nvCxnSpPr>
        <p:spPr>
          <a:xfrm>
            <a:off x="4245555" y="2760079"/>
            <a:ext cx="2565000" cy="0"/>
          </a:xfrm>
          <a:prstGeom prst="straightConnector1">
            <a:avLst/>
          </a:prstGeom>
          <a:noFill/>
          <a:ln w="9525" cap="flat" cmpd="sng">
            <a:solidFill>
              <a:schemeClr val="dk1"/>
            </a:solidFill>
            <a:prstDash val="solid"/>
            <a:round/>
            <a:headEnd type="none" w="med" len="med"/>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1000"/>
                                        <p:tgtEl>
                                          <p:spTgt spid="327"/>
                                        </p:tgtEl>
                                      </p:cBhvr>
                                    </p:animEffect>
                                    <p:anim calcmode="lin" valueType="num">
                                      <p:cBhvr>
                                        <p:cTn id="8" dur="1000" fill="hold"/>
                                        <p:tgtEl>
                                          <p:spTgt spid="327"/>
                                        </p:tgtEl>
                                        <p:attrNameLst>
                                          <p:attrName>ppt_x</p:attrName>
                                        </p:attrNameLst>
                                      </p:cBhvr>
                                      <p:tavLst>
                                        <p:tav tm="0">
                                          <p:val>
                                            <p:strVal val="#ppt_x"/>
                                          </p:val>
                                        </p:tav>
                                        <p:tav tm="100000">
                                          <p:val>
                                            <p:strVal val="#ppt_x"/>
                                          </p:val>
                                        </p:tav>
                                      </p:tavLst>
                                    </p:anim>
                                    <p:anim calcmode="lin" valueType="num">
                                      <p:cBhvr>
                                        <p:cTn id="9" dur="1000" fill="hold"/>
                                        <p:tgtEl>
                                          <p:spTgt spid="3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29">
                                            <p:txEl>
                                              <p:pRg st="0" end="0"/>
                                            </p:txEl>
                                          </p:spTgt>
                                        </p:tgtEl>
                                        <p:attrNameLst>
                                          <p:attrName>style.visibility</p:attrName>
                                        </p:attrNameLst>
                                      </p:cBhvr>
                                      <p:to>
                                        <p:strVal val="visible"/>
                                      </p:to>
                                    </p:set>
                                    <p:anim calcmode="lin" valueType="num">
                                      <p:cBhvr additive="base">
                                        <p:cTn id="14" dur="500" fill="hold"/>
                                        <p:tgtEl>
                                          <p:spTgt spid="329">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29">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330">
                                            <p:txEl>
                                              <p:pRg st="0" end="0"/>
                                            </p:txEl>
                                          </p:spTgt>
                                        </p:tgtEl>
                                        <p:attrNameLst>
                                          <p:attrName>style.visibility</p:attrName>
                                        </p:attrNameLst>
                                      </p:cBhvr>
                                      <p:to>
                                        <p:strVal val="visible"/>
                                      </p:to>
                                    </p:set>
                                    <p:anim calcmode="lin" valueType="num">
                                      <p:cBhvr additive="base">
                                        <p:cTn id="18" dur="500" fill="hold"/>
                                        <p:tgtEl>
                                          <p:spTgt spid="33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30">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40"/>
                                        </p:tgtEl>
                                        <p:attrNameLst>
                                          <p:attrName>style.visibility</p:attrName>
                                        </p:attrNameLst>
                                      </p:cBhvr>
                                      <p:to>
                                        <p:strVal val="visible"/>
                                      </p:to>
                                    </p:set>
                                    <p:anim calcmode="lin" valueType="num">
                                      <p:cBhvr additive="base">
                                        <p:cTn id="22" dur="500" fill="hold"/>
                                        <p:tgtEl>
                                          <p:spTgt spid="340"/>
                                        </p:tgtEl>
                                        <p:attrNameLst>
                                          <p:attrName>ppt_x</p:attrName>
                                        </p:attrNameLst>
                                      </p:cBhvr>
                                      <p:tavLst>
                                        <p:tav tm="0">
                                          <p:val>
                                            <p:strVal val="#ppt_x"/>
                                          </p:val>
                                        </p:tav>
                                        <p:tav tm="100000">
                                          <p:val>
                                            <p:strVal val="#ppt_x"/>
                                          </p:val>
                                        </p:tav>
                                      </p:tavLst>
                                    </p:anim>
                                    <p:anim calcmode="lin" valueType="num">
                                      <p:cBhvr additive="base">
                                        <p:cTn id="23" dur="500" fill="hold"/>
                                        <p:tgtEl>
                                          <p:spTgt spid="34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31">
                                            <p:txEl>
                                              <p:pRg st="0" end="0"/>
                                            </p:txEl>
                                          </p:spTgt>
                                        </p:tgtEl>
                                        <p:attrNameLst>
                                          <p:attrName>style.visibility</p:attrName>
                                        </p:attrNameLst>
                                      </p:cBhvr>
                                      <p:to>
                                        <p:strVal val="visible"/>
                                      </p:to>
                                    </p:set>
                                    <p:anim calcmode="lin" valueType="num">
                                      <p:cBhvr additive="base">
                                        <p:cTn id="28" dur="500" fill="hold"/>
                                        <p:tgtEl>
                                          <p:spTgt spid="331">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31">
                                            <p:txEl>
                                              <p:pRg st="0" end="0"/>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334">
                                            <p:txEl>
                                              <p:pRg st="0" end="0"/>
                                            </p:txEl>
                                          </p:spTgt>
                                        </p:tgtEl>
                                        <p:attrNameLst>
                                          <p:attrName>style.visibility</p:attrName>
                                        </p:attrNameLst>
                                      </p:cBhvr>
                                      <p:to>
                                        <p:strVal val="visible"/>
                                      </p:to>
                                    </p:set>
                                    <p:anim calcmode="lin" valueType="num">
                                      <p:cBhvr additive="base">
                                        <p:cTn id="32" dur="500" fill="hold"/>
                                        <p:tgtEl>
                                          <p:spTgt spid="334">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34">
                                            <p:txEl>
                                              <p:pRg st="0" end="0"/>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42"/>
                                        </p:tgtEl>
                                        <p:attrNameLst>
                                          <p:attrName>style.visibility</p:attrName>
                                        </p:attrNameLst>
                                      </p:cBhvr>
                                      <p:to>
                                        <p:strVal val="visible"/>
                                      </p:to>
                                    </p:set>
                                    <p:anim calcmode="lin" valueType="num">
                                      <p:cBhvr additive="base">
                                        <p:cTn id="36" dur="500" fill="hold"/>
                                        <p:tgtEl>
                                          <p:spTgt spid="342"/>
                                        </p:tgtEl>
                                        <p:attrNameLst>
                                          <p:attrName>ppt_x</p:attrName>
                                        </p:attrNameLst>
                                      </p:cBhvr>
                                      <p:tavLst>
                                        <p:tav tm="0">
                                          <p:val>
                                            <p:strVal val="#ppt_x"/>
                                          </p:val>
                                        </p:tav>
                                        <p:tav tm="100000">
                                          <p:val>
                                            <p:strVal val="#ppt_x"/>
                                          </p:val>
                                        </p:tav>
                                      </p:tavLst>
                                    </p:anim>
                                    <p:anim calcmode="lin" valueType="num">
                                      <p:cBhvr additive="base">
                                        <p:cTn id="37" dur="500" fill="hold"/>
                                        <p:tgtEl>
                                          <p:spTgt spid="34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28">
                                            <p:txEl>
                                              <p:pRg st="0" end="0"/>
                                            </p:txEl>
                                          </p:spTgt>
                                        </p:tgtEl>
                                        <p:attrNameLst>
                                          <p:attrName>style.visibility</p:attrName>
                                        </p:attrNameLst>
                                      </p:cBhvr>
                                      <p:to>
                                        <p:strVal val="visible"/>
                                      </p:to>
                                    </p:set>
                                    <p:anim calcmode="lin" valueType="num">
                                      <p:cBhvr additive="base">
                                        <p:cTn id="42" dur="500" fill="hold"/>
                                        <p:tgtEl>
                                          <p:spTgt spid="328">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28">
                                            <p:txEl>
                                              <p:pRg st="0" end="0"/>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33">
                                            <p:txEl>
                                              <p:pRg st="0" end="0"/>
                                            </p:txEl>
                                          </p:spTgt>
                                        </p:tgtEl>
                                        <p:attrNameLst>
                                          <p:attrName>style.visibility</p:attrName>
                                        </p:attrNameLst>
                                      </p:cBhvr>
                                      <p:to>
                                        <p:strVal val="visible"/>
                                      </p:to>
                                    </p:set>
                                    <p:anim calcmode="lin" valueType="num">
                                      <p:cBhvr additive="base">
                                        <p:cTn id="46" dur="500" fill="hold"/>
                                        <p:tgtEl>
                                          <p:spTgt spid="333">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33">
                                            <p:txEl>
                                              <p:pRg st="0" end="0"/>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341"/>
                                        </p:tgtEl>
                                        <p:attrNameLst>
                                          <p:attrName>style.visibility</p:attrName>
                                        </p:attrNameLst>
                                      </p:cBhvr>
                                      <p:to>
                                        <p:strVal val="visible"/>
                                      </p:to>
                                    </p:set>
                                    <p:anim calcmode="lin" valueType="num">
                                      <p:cBhvr additive="base">
                                        <p:cTn id="50" dur="500" fill="hold"/>
                                        <p:tgtEl>
                                          <p:spTgt spid="341"/>
                                        </p:tgtEl>
                                        <p:attrNameLst>
                                          <p:attrName>ppt_x</p:attrName>
                                        </p:attrNameLst>
                                      </p:cBhvr>
                                      <p:tavLst>
                                        <p:tav tm="0">
                                          <p:val>
                                            <p:strVal val="#ppt_x"/>
                                          </p:val>
                                        </p:tav>
                                        <p:tav tm="100000">
                                          <p:val>
                                            <p:strVal val="#ppt_x"/>
                                          </p:val>
                                        </p:tav>
                                      </p:tavLst>
                                    </p:anim>
                                    <p:anim calcmode="lin" valueType="num">
                                      <p:cBhvr additive="base">
                                        <p:cTn id="51" dur="500" fill="hold"/>
                                        <p:tgtEl>
                                          <p:spTgt spid="34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32">
                                            <p:txEl>
                                              <p:pRg st="0" end="0"/>
                                            </p:txEl>
                                          </p:spTgt>
                                        </p:tgtEl>
                                        <p:attrNameLst>
                                          <p:attrName>style.visibility</p:attrName>
                                        </p:attrNameLst>
                                      </p:cBhvr>
                                      <p:to>
                                        <p:strVal val="visible"/>
                                      </p:to>
                                    </p:set>
                                    <p:anim calcmode="lin" valueType="num">
                                      <p:cBhvr additive="base">
                                        <p:cTn id="56" dur="500" fill="hold"/>
                                        <p:tgtEl>
                                          <p:spTgt spid="332">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32">
                                            <p:txEl>
                                              <p:pRg st="0" end="0"/>
                                            </p:txEl>
                                          </p:spTgt>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35">
                                            <p:txEl>
                                              <p:pRg st="0" end="0"/>
                                            </p:txEl>
                                          </p:spTgt>
                                        </p:tgtEl>
                                        <p:attrNameLst>
                                          <p:attrName>style.visibility</p:attrName>
                                        </p:attrNameLst>
                                      </p:cBhvr>
                                      <p:to>
                                        <p:strVal val="visible"/>
                                      </p:to>
                                    </p:set>
                                    <p:anim calcmode="lin" valueType="num">
                                      <p:cBhvr additive="base">
                                        <p:cTn id="60" dur="500" fill="hold"/>
                                        <p:tgtEl>
                                          <p:spTgt spid="335">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35">
                                            <p:txEl>
                                              <p:pRg st="0" end="0"/>
                                            </p:txEl>
                                          </p:spTgt>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343"/>
                                        </p:tgtEl>
                                        <p:attrNameLst>
                                          <p:attrName>style.visibility</p:attrName>
                                        </p:attrNameLst>
                                      </p:cBhvr>
                                      <p:to>
                                        <p:strVal val="visible"/>
                                      </p:to>
                                    </p:set>
                                    <p:anim calcmode="lin" valueType="num">
                                      <p:cBhvr additive="base">
                                        <p:cTn id="64" dur="500" fill="hold"/>
                                        <p:tgtEl>
                                          <p:spTgt spid="343"/>
                                        </p:tgtEl>
                                        <p:attrNameLst>
                                          <p:attrName>ppt_x</p:attrName>
                                        </p:attrNameLst>
                                      </p:cBhvr>
                                      <p:tavLst>
                                        <p:tav tm="0">
                                          <p:val>
                                            <p:strVal val="#ppt_x"/>
                                          </p:val>
                                        </p:tav>
                                        <p:tav tm="100000">
                                          <p:val>
                                            <p:strVal val="#ppt_x"/>
                                          </p:val>
                                        </p:tav>
                                      </p:tavLst>
                                    </p:anim>
                                    <p:anim calcmode="lin" valueType="num">
                                      <p:cBhvr additive="base">
                                        <p:cTn id="65" dur="500" fill="hold"/>
                                        <p:tgtEl>
                                          <p:spTgt spid="343"/>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
                                        </p:tgtEl>
                                        <p:attrNameLst>
                                          <p:attrName>style.visibility</p:attrName>
                                        </p:attrNameLst>
                                      </p:cBhvr>
                                      <p:to>
                                        <p:strVal val="visible"/>
                                      </p:to>
                                    </p:set>
                                    <p:anim calcmode="lin" valueType="num">
                                      <p:cBhvr additive="base">
                                        <p:cTn id="70" dur="500" fill="hold"/>
                                        <p:tgtEl>
                                          <p:spTgt spid="2"/>
                                        </p:tgtEl>
                                        <p:attrNameLst>
                                          <p:attrName>ppt_x</p:attrName>
                                        </p:attrNameLst>
                                      </p:cBhvr>
                                      <p:tavLst>
                                        <p:tav tm="0">
                                          <p:val>
                                            <p:strVal val="#ppt_x"/>
                                          </p:val>
                                        </p:tav>
                                        <p:tav tm="100000">
                                          <p:val>
                                            <p:strVal val="#ppt_x"/>
                                          </p:val>
                                        </p:tav>
                                      </p:tavLst>
                                    </p:anim>
                                    <p:anim calcmode="lin" valueType="num">
                                      <p:cBhvr additive="base">
                                        <p:cTn id="71" dur="500" fill="hold"/>
                                        <p:tgtEl>
                                          <p:spTgt spid="2"/>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ppt_x"/>
                                          </p:val>
                                        </p:tav>
                                        <p:tav tm="100000">
                                          <p:val>
                                            <p:strVal val="#ppt_x"/>
                                          </p:val>
                                        </p:tav>
                                      </p:tavLst>
                                    </p:anim>
                                    <p:anim calcmode="lin" valueType="num">
                                      <p:cBhvr additive="base">
                                        <p:cTn id="75" dur="500" fill="hold"/>
                                        <p:tgtEl>
                                          <p:spTgt spid="3"/>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4"/>
                                        </p:tgtEl>
                                        <p:attrNameLst>
                                          <p:attrName>style.visibility</p:attrName>
                                        </p:attrNameLst>
                                      </p:cBhvr>
                                      <p:to>
                                        <p:strVal val="visible"/>
                                      </p:to>
                                    </p:set>
                                    <p:anim calcmode="lin" valueType="num">
                                      <p:cBhvr additive="base">
                                        <p:cTn id="78" dur="500" fill="hold"/>
                                        <p:tgtEl>
                                          <p:spTgt spid="4"/>
                                        </p:tgtEl>
                                        <p:attrNameLst>
                                          <p:attrName>ppt_x</p:attrName>
                                        </p:attrNameLst>
                                      </p:cBhvr>
                                      <p:tavLst>
                                        <p:tav tm="0">
                                          <p:val>
                                            <p:strVal val="#ppt_x"/>
                                          </p:val>
                                        </p:tav>
                                        <p:tav tm="100000">
                                          <p:val>
                                            <p:strVal val="#ppt_x"/>
                                          </p:val>
                                        </p:tav>
                                      </p:tavLst>
                                    </p:anim>
                                    <p:anim calcmode="lin" valueType="num">
                                      <p:cBhvr additive="base">
                                        <p:cTn id="7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 grpId="0"/>
      <p:bldP spid="328" grpId="0" build="p"/>
      <p:bldP spid="329" grpId="0" build="p"/>
      <p:bldP spid="330" grpId="0" build="p"/>
      <p:bldP spid="331" grpId="0" build="p"/>
      <p:bldP spid="332" grpId="0" build="p"/>
      <p:bldP spid="333" grpId="0" build="p"/>
      <p:bldP spid="334" grpId="0" build="p"/>
      <p:bldP spid="335" grpId="0" build="p"/>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a:spLocks noGrp="1"/>
          </p:cNvSpPr>
          <p:nvPr>
            <p:ph type="title"/>
          </p:nvPr>
        </p:nvSpPr>
        <p:spPr>
          <a:xfrm>
            <a:off x="720000" y="78279"/>
            <a:ext cx="7704000" cy="572700"/>
          </a:xfrm>
          <a:prstGeom prst="rect">
            <a:avLst/>
          </a:prstGeom>
        </p:spPr>
        <p:txBody>
          <a:bodyPr spcFirstLastPara="1" vert="horz" wrap="square" lIns="91425" tIns="91425" rIns="91425" bIns="91425" rtlCol="0" anchor="ctr" anchorCtr="0">
            <a:noAutofit/>
          </a:bodyPr>
          <a:lstStyle/>
          <a:p>
            <a:r>
              <a:rPr lang="en-GB" dirty="0">
                <a:latin typeface="Playfair Display" panose="00000500000000000000" pitchFamily="2" charset="0"/>
              </a:rPr>
              <a:t>Nội Dung </a:t>
            </a:r>
            <a:endParaRPr dirty="0">
              <a:latin typeface="Playfair Display" panose="00000500000000000000" pitchFamily="2" charset="0"/>
            </a:endParaRPr>
          </a:p>
        </p:txBody>
      </p:sp>
      <p:sp>
        <p:nvSpPr>
          <p:cNvPr id="250" name="Google Shape;250;p35"/>
          <p:cNvSpPr txBox="1">
            <a:spLocks noGrp="1"/>
          </p:cNvSpPr>
          <p:nvPr>
            <p:ph type="subTitle" idx="4294967295"/>
          </p:nvPr>
        </p:nvSpPr>
        <p:spPr>
          <a:xfrm>
            <a:off x="2185502" y="1083217"/>
            <a:ext cx="5417460" cy="505800"/>
          </a:xfrm>
          <a:prstGeom prst="rect">
            <a:avLst/>
          </a:prstGeom>
          <a:noFill/>
        </p:spPr>
        <p:txBody>
          <a:bodyPr spcFirstLastPara="1" vert="horz" wrap="square" lIns="91425" tIns="91425" rIns="91425" bIns="91425" rtlCol="0" anchor="ctr" anchorCtr="0">
            <a:noAutofit/>
          </a:bodyPr>
          <a:lstStyle/>
          <a:p>
            <a:pPr marL="0" indent="0">
              <a:buNone/>
            </a:pPr>
            <a:r>
              <a:rPr lang="vi-VN" sz="2850" dirty="0">
                <a:latin typeface="+mj-lt"/>
              </a:rPr>
              <a:t>Các đặc trưng của kỹ thuật</a:t>
            </a:r>
          </a:p>
        </p:txBody>
      </p:sp>
      <p:sp>
        <p:nvSpPr>
          <p:cNvPr id="252" name="Google Shape;252;p35"/>
          <p:cNvSpPr txBox="1">
            <a:spLocks noGrp="1"/>
          </p:cNvSpPr>
          <p:nvPr>
            <p:ph type="subTitle" idx="4294967295"/>
          </p:nvPr>
        </p:nvSpPr>
        <p:spPr>
          <a:xfrm>
            <a:off x="2110353" y="2846933"/>
            <a:ext cx="5753239" cy="505800"/>
          </a:xfrm>
          <a:prstGeom prst="rect">
            <a:avLst/>
          </a:prstGeom>
          <a:noFill/>
        </p:spPr>
        <p:txBody>
          <a:bodyPr spcFirstLastPara="1" vert="horz" wrap="square" lIns="91425" tIns="91425" rIns="91425" bIns="91425" rtlCol="0" anchor="ctr" anchorCtr="0">
            <a:noAutofit/>
          </a:bodyPr>
          <a:lstStyle/>
          <a:p>
            <a:pPr marL="0" indent="0">
              <a:buNone/>
            </a:pPr>
            <a:r>
              <a:rPr lang="vi-VN" sz="2850" dirty="0">
                <a:latin typeface="+mj-lt"/>
              </a:rPr>
              <a:t> Cách tiến hành</a:t>
            </a:r>
          </a:p>
        </p:txBody>
      </p:sp>
      <p:sp>
        <p:nvSpPr>
          <p:cNvPr id="258" name="Google Shape;258;p35"/>
          <p:cNvSpPr/>
          <p:nvPr/>
        </p:nvSpPr>
        <p:spPr>
          <a:xfrm>
            <a:off x="1194172" y="987040"/>
            <a:ext cx="630000" cy="630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259" name="Google Shape;259;p35"/>
          <p:cNvSpPr/>
          <p:nvPr/>
        </p:nvSpPr>
        <p:spPr>
          <a:xfrm>
            <a:off x="1194221" y="1866765"/>
            <a:ext cx="630000" cy="630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260" name="Google Shape;260;p35"/>
          <p:cNvSpPr/>
          <p:nvPr/>
        </p:nvSpPr>
        <p:spPr>
          <a:xfrm>
            <a:off x="1194221" y="2746440"/>
            <a:ext cx="630000" cy="630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262" name="Google Shape;262;p35"/>
          <p:cNvCxnSpPr>
            <a:stCxn id="258" idx="2"/>
            <a:endCxn id="259" idx="0"/>
          </p:cNvCxnSpPr>
          <p:nvPr/>
        </p:nvCxnSpPr>
        <p:spPr>
          <a:xfrm>
            <a:off x="1509172" y="1617040"/>
            <a:ext cx="0" cy="24960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5"/>
          <p:cNvCxnSpPr>
            <a:stCxn id="259" idx="2"/>
            <a:endCxn id="260" idx="0"/>
          </p:cNvCxnSpPr>
          <p:nvPr/>
        </p:nvCxnSpPr>
        <p:spPr>
          <a:xfrm>
            <a:off x="1509221" y="2496765"/>
            <a:ext cx="0" cy="249600"/>
          </a:xfrm>
          <a:prstGeom prst="straightConnector1">
            <a:avLst/>
          </a:prstGeom>
          <a:noFill/>
          <a:ln w="9525" cap="flat" cmpd="sng">
            <a:solidFill>
              <a:schemeClr val="dk1"/>
            </a:solidFill>
            <a:prstDash val="solid"/>
            <a:round/>
            <a:headEnd type="none" w="med" len="med"/>
            <a:tailEnd type="none" w="med" len="med"/>
          </a:ln>
        </p:spPr>
      </p:cxnSp>
      <p:cxnSp>
        <p:nvCxnSpPr>
          <p:cNvPr id="264" name="Google Shape;264;p35"/>
          <p:cNvCxnSpPr>
            <a:stCxn id="260" idx="2"/>
            <a:endCxn id="261" idx="0"/>
          </p:cNvCxnSpPr>
          <p:nvPr/>
        </p:nvCxnSpPr>
        <p:spPr>
          <a:xfrm>
            <a:off x="1509221" y="3376440"/>
            <a:ext cx="0" cy="242008"/>
          </a:xfrm>
          <a:prstGeom prst="straightConnector1">
            <a:avLst/>
          </a:prstGeom>
          <a:noFill/>
          <a:ln w="9525" cap="flat" cmpd="sng">
            <a:solidFill>
              <a:schemeClr val="dk1"/>
            </a:solidFill>
            <a:prstDash val="solid"/>
            <a:round/>
            <a:headEnd type="none" w="med" len="med"/>
            <a:tailEnd type="none" w="med" len="med"/>
          </a:ln>
        </p:spPr>
      </p:cxnSp>
      <p:grpSp>
        <p:nvGrpSpPr>
          <p:cNvPr id="265" name="Google Shape;265;p35"/>
          <p:cNvGrpSpPr/>
          <p:nvPr/>
        </p:nvGrpSpPr>
        <p:grpSpPr>
          <a:xfrm>
            <a:off x="1382427" y="2015408"/>
            <a:ext cx="251660" cy="350166"/>
            <a:chOff x="910723" y="1508212"/>
            <a:chExt cx="251660" cy="350166"/>
          </a:xfrm>
        </p:grpSpPr>
        <p:sp>
          <p:nvSpPr>
            <p:cNvPr id="266" name="Google Shape;266;p35"/>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67" name="Google Shape;267;p35"/>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68" name="Google Shape;268;p35"/>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69" name="Google Shape;269;p35"/>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0" name="Google Shape;270;p35"/>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1" name="Google Shape;271;p35"/>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2" name="Google Shape;272;p35"/>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3" name="Google Shape;273;p35"/>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4" name="Google Shape;274;p35"/>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5" name="Google Shape;275;p35"/>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6" name="Google Shape;276;p35"/>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7" name="Google Shape;277;p35"/>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8" name="Google Shape;278;p35"/>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79" name="Google Shape;279;p35"/>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80" name="Google Shape;280;p35"/>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81" name="Google Shape;281;p35"/>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282" name="Google Shape;282;p35"/>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grpSp>
      <p:grpSp>
        <p:nvGrpSpPr>
          <p:cNvPr id="301" name="Google Shape;301;p35"/>
          <p:cNvGrpSpPr/>
          <p:nvPr/>
        </p:nvGrpSpPr>
        <p:grpSpPr>
          <a:xfrm>
            <a:off x="1296016" y="2895215"/>
            <a:ext cx="426329" cy="332375"/>
            <a:chOff x="2611458" y="3816374"/>
            <a:chExt cx="426329" cy="332375"/>
          </a:xfrm>
        </p:grpSpPr>
        <p:sp>
          <p:nvSpPr>
            <p:cNvPr id="302" name="Google Shape;302;p35"/>
            <p:cNvSpPr/>
            <p:nvPr/>
          </p:nvSpPr>
          <p:spPr>
            <a:xfrm>
              <a:off x="2611458" y="3816374"/>
              <a:ext cx="426329" cy="332375"/>
            </a:xfrm>
            <a:custGeom>
              <a:avLst/>
              <a:gdLst/>
              <a:ahLst/>
              <a:cxnLst/>
              <a:rect l="l" t="t" r="r" b="b"/>
              <a:pathLst>
                <a:path w="13395" h="10443" extrusionOk="0">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3" name="Google Shape;303;p35"/>
            <p:cNvSpPr/>
            <p:nvPr/>
          </p:nvSpPr>
          <p:spPr>
            <a:xfrm>
              <a:off x="2803568" y="3950909"/>
              <a:ext cx="40198" cy="85648"/>
            </a:xfrm>
            <a:custGeom>
              <a:avLst/>
              <a:gdLst/>
              <a:ahLst/>
              <a:cxnLst/>
              <a:rect l="l" t="t" r="r" b="b"/>
              <a:pathLst>
                <a:path w="1263" h="2691" extrusionOk="0">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4" name="Google Shape;304;p35"/>
            <p:cNvSpPr/>
            <p:nvPr/>
          </p:nvSpPr>
          <p:spPr>
            <a:xfrm>
              <a:off x="2851691" y="3917935"/>
              <a:ext cx="40580" cy="118621"/>
            </a:xfrm>
            <a:custGeom>
              <a:avLst/>
              <a:gdLst/>
              <a:ahLst/>
              <a:cxnLst/>
              <a:rect l="l" t="t" r="r" b="b"/>
              <a:pathLst>
                <a:path w="1275" h="3727" extrusionOk="0">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5" name="Google Shape;305;p35"/>
            <p:cNvSpPr/>
            <p:nvPr/>
          </p:nvSpPr>
          <p:spPr>
            <a:xfrm>
              <a:off x="2900197" y="3934995"/>
              <a:ext cx="40198" cy="101562"/>
            </a:xfrm>
            <a:custGeom>
              <a:avLst/>
              <a:gdLst/>
              <a:ahLst/>
              <a:cxnLst/>
              <a:rect l="l" t="t" r="r" b="b"/>
              <a:pathLst>
                <a:path w="1263" h="3191" extrusionOk="0">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6" name="Google Shape;306;p35"/>
            <p:cNvSpPr/>
            <p:nvPr/>
          </p:nvSpPr>
          <p:spPr>
            <a:xfrm>
              <a:off x="2948320" y="3879265"/>
              <a:ext cx="40580" cy="156941"/>
            </a:xfrm>
            <a:custGeom>
              <a:avLst/>
              <a:gdLst/>
              <a:ahLst/>
              <a:cxnLst/>
              <a:rect l="l" t="t" r="r" b="b"/>
              <a:pathLst>
                <a:path w="1275" h="4931" extrusionOk="0">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7" name="Google Shape;307;p35"/>
            <p:cNvSpPr/>
            <p:nvPr/>
          </p:nvSpPr>
          <p:spPr>
            <a:xfrm>
              <a:off x="2716807" y="3896325"/>
              <a:ext cx="49269" cy="13304"/>
            </a:xfrm>
            <a:custGeom>
              <a:avLst/>
              <a:gdLst/>
              <a:ahLst/>
              <a:cxnLst/>
              <a:rect l="l" t="t" r="r" b="b"/>
              <a:pathLst>
                <a:path w="1548" h="418" extrusionOk="0">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8" name="Google Shape;308;p35"/>
            <p:cNvSpPr/>
            <p:nvPr/>
          </p:nvSpPr>
          <p:spPr>
            <a:xfrm>
              <a:off x="2717157" y="3917553"/>
              <a:ext cx="69002" cy="13304"/>
            </a:xfrm>
            <a:custGeom>
              <a:avLst/>
              <a:gdLst/>
              <a:ahLst/>
              <a:cxnLst/>
              <a:rect l="l" t="t" r="r" b="b"/>
              <a:pathLst>
                <a:path w="2168" h="418" extrusionOk="0">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09" name="Google Shape;309;p35"/>
            <p:cNvSpPr/>
            <p:nvPr/>
          </p:nvSpPr>
          <p:spPr>
            <a:xfrm>
              <a:off x="2717157" y="3938782"/>
              <a:ext cx="69002" cy="13272"/>
            </a:xfrm>
            <a:custGeom>
              <a:avLst/>
              <a:gdLst/>
              <a:ahLst/>
              <a:cxnLst/>
              <a:rect l="l" t="t" r="r" b="b"/>
              <a:pathLst>
                <a:path w="2168" h="417" extrusionOk="0">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10" name="Google Shape;310;p35"/>
            <p:cNvSpPr/>
            <p:nvPr/>
          </p:nvSpPr>
          <p:spPr>
            <a:xfrm>
              <a:off x="2717157" y="3960361"/>
              <a:ext cx="69002" cy="13304"/>
            </a:xfrm>
            <a:custGeom>
              <a:avLst/>
              <a:gdLst/>
              <a:ahLst/>
              <a:cxnLst/>
              <a:rect l="l" t="t" r="r" b="b"/>
              <a:pathLst>
                <a:path w="2168" h="418" extrusionOk="0">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sp>
          <p:nvSpPr>
            <p:cNvPr id="311" name="Google Shape;311;p35"/>
            <p:cNvSpPr/>
            <p:nvPr/>
          </p:nvSpPr>
          <p:spPr>
            <a:xfrm>
              <a:off x="2655793" y="4020993"/>
              <a:ext cx="84152" cy="82656"/>
            </a:xfrm>
            <a:custGeom>
              <a:avLst/>
              <a:gdLst/>
              <a:ahLst/>
              <a:cxnLst/>
              <a:rect l="l" t="t" r="r" b="b"/>
              <a:pathLst>
                <a:path w="2644" h="2597" extrusionOk="0">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solidFill>
              <a:schemeClr val="dk1"/>
            </a:solidFill>
            <a:ln>
              <a:noFill/>
            </a:ln>
          </p:spPr>
          <p:txBody>
            <a:bodyPr spcFirstLastPara="1" wrap="square" lIns="91425" tIns="91425" rIns="91425" bIns="91425" anchor="ctr" anchorCtr="0">
              <a:noAutofit/>
            </a:bodyPr>
            <a:lstStyle/>
            <a:p>
              <a:endParaRPr sz="1800"/>
            </a:p>
          </p:txBody>
        </p:sp>
      </p:grpSp>
      <p:sp>
        <p:nvSpPr>
          <p:cNvPr id="7" name="Google Shape;252;p35"/>
          <p:cNvSpPr txBox="1"/>
          <p:nvPr/>
        </p:nvSpPr>
        <p:spPr>
          <a:xfrm>
            <a:off x="2110352" y="3680547"/>
            <a:ext cx="5492610" cy="505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04775" indent="0">
              <a:buNone/>
            </a:pPr>
            <a:r>
              <a:rPr lang="vi-VN" sz="2850" dirty="0">
                <a:latin typeface="+mj-lt"/>
              </a:rPr>
              <a:t>Đánh giá ưu điểm và nhược điểm</a:t>
            </a:r>
          </a:p>
        </p:txBody>
      </p:sp>
      <p:sp>
        <p:nvSpPr>
          <p:cNvPr id="8" name="Google Shape;252;p35"/>
          <p:cNvSpPr txBox="1"/>
          <p:nvPr/>
        </p:nvSpPr>
        <p:spPr>
          <a:xfrm>
            <a:off x="2110352" y="1915598"/>
            <a:ext cx="5417460" cy="505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04775" indent="0">
              <a:buNone/>
            </a:pPr>
            <a:r>
              <a:rPr lang="vi-VN" altLang="en-GB" sz="3200" dirty="0">
                <a:latin typeface="+mj-lt"/>
              </a:rPr>
              <a:t>Các trường hợp áp dụng</a:t>
            </a:r>
            <a:endParaRPr lang="vi-VN" sz="2850" dirty="0">
              <a:latin typeface="+mj-lt"/>
            </a:endParaRPr>
          </a:p>
        </p:txBody>
      </p:sp>
      <p:sp>
        <p:nvSpPr>
          <p:cNvPr id="9" name="Sao: 5 Cánh 8"/>
          <p:cNvSpPr/>
          <p:nvPr/>
        </p:nvSpPr>
        <p:spPr>
          <a:xfrm>
            <a:off x="1299422" y="1076924"/>
            <a:ext cx="423747" cy="437807"/>
          </a:xfrm>
          <a:prstGeom prst="star5">
            <a:avLst>
              <a:gd name="adj" fmla="val 14490"/>
              <a:gd name="hf" fmla="val 105146"/>
              <a:gd name="vf" fmla="val 11055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800"/>
          </a:p>
        </p:txBody>
      </p:sp>
      <p:grpSp>
        <p:nvGrpSpPr>
          <p:cNvPr id="15" name="Nhóm 14"/>
          <p:cNvGrpSpPr/>
          <p:nvPr/>
        </p:nvGrpSpPr>
        <p:grpSpPr>
          <a:xfrm>
            <a:off x="1194221" y="3618447"/>
            <a:ext cx="630000" cy="630000"/>
            <a:chOff x="1852807" y="4376515"/>
            <a:chExt cx="840000" cy="840000"/>
          </a:xfrm>
        </p:grpSpPr>
        <p:sp>
          <p:nvSpPr>
            <p:cNvPr id="261" name="Google Shape;261;p35"/>
            <p:cNvSpPr/>
            <p:nvPr/>
          </p:nvSpPr>
          <p:spPr>
            <a:xfrm>
              <a:off x="1852807" y="4376515"/>
              <a:ext cx="840000" cy="840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1800"/>
            </a:p>
          </p:txBody>
        </p:sp>
        <p:pic>
          <p:nvPicPr>
            <p:cNvPr id="14" name="Đồ họa 13" descr="Brain in head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66932" y="4478437"/>
              <a:ext cx="674401" cy="67440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9"/>
                                        </p:tgtEl>
                                        <p:attrNameLst>
                                          <p:attrName>style.visibility</p:attrName>
                                        </p:attrNameLst>
                                      </p:cBhvr>
                                      <p:to>
                                        <p:strVal val="visible"/>
                                      </p:to>
                                    </p:set>
                                    <p:anim calcmode="lin" valueType="num">
                                      <p:cBhvr additive="base">
                                        <p:cTn id="7" dur="500" fill="hold"/>
                                        <p:tgtEl>
                                          <p:spTgt spid="249"/>
                                        </p:tgtEl>
                                        <p:attrNameLst>
                                          <p:attrName>ppt_x</p:attrName>
                                        </p:attrNameLst>
                                      </p:cBhvr>
                                      <p:tavLst>
                                        <p:tav tm="0">
                                          <p:val>
                                            <p:strVal val="#ppt_x"/>
                                          </p:val>
                                        </p:tav>
                                        <p:tav tm="100000">
                                          <p:val>
                                            <p:strVal val="#ppt_x"/>
                                          </p:val>
                                        </p:tav>
                                      </p:tavLst>
                                    </p:anim>
                                    <p:anim calcmode="lin" valueType="num">
                                      <p:cBhvr additive="base">
                                        <p:cTn id="8" dur="500" fill="hold"/>
                                        <p:tgtEl>
                                          <p:spTgt spid="2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0">
                                            <p:txEl>
                                              <p:pRg st="0" end="0"/>
                                            </p:txEl>
                                          </p:spTgt>
                                        </p:tgtEl>
                                        <p:attrNameLst>
                                          <p:attrName>style.visibility</p:attrName>
                                        </p:attrNameLst>
                                      </p:cBhvr>
                                      <p:to>
                                        <p:strVal val="visible"/>
                                      </p:to>
                                    </p:set>
                                    <p:anim calcmode="lin" valueType="num">
                                      <p:cBhvr additive="base">
                                        <p:cTn id="13" dur="500" fill="hold"/>
                                        <p:tgtEl>
                                          <p:spTgt spid="25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0">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58"/>
                                        </p:tgtEl>
                                        <p:attrNameLst>
                                          <p:attrName>style.visibility</p:attrName>
                                        </p:attrNameLst>
                                      </p:cBhvr>
                                      <p:to>
                                        <p:strVal val="visible"/>
                                      </p:to>
                                    </p:set>
                                    <p:anim calcmode="lin" valueType="num">
                                      <p:cBhvr additive="base">
                                        <p:cTn id="17" dur="500" fill="hold"/>
                                        <p:tgtEl>
                                          <p:spTgt spid="258"/>
                                        </p:tgtEl>
                                        <p:attrNameLst>
                                          <p:attrName>ppt_x</p:attrName>
                                        </p:attrNameLst>
                                      </p:cBhvr>
                                      <p:tavLst>
                                        <p:tav tm="0">
                                          <p:val>
                                            <p:strVal val="#ppt_x"/>
                                          </p:val>
                                        </p:tav>
                                        <p:tav tm="100000">
                                          <p:val>
                                            <p:strVal val="#ppt_x"/>
                                          </p:val>
                                        </p:tav>
                                      </p:tavLst>
                                    </p:anim>
                                    <p:anim calcmode="lin" valueType="num">
                                      <p:cBhvr additive="base">
                                        <p:cTn id="18" dur="500" fill="hold"/>
                                        <p:tgtEl>
                                          <p:spTgt spid="25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2"/>
                                        </p:tgtEl>
                                        <p:attrNameLst>
                                          <p:attrName>style.visibility</p:attrName>
                                        </p:attrNameLst>
                                      </p:cBhvr>
                                      <p:to>
                                        <p:strVal val="visible"/>
                                      </p:to>
                                    </p:set>
                                    <p:anim calcmode="lin" valueType="num">
                                      <p:cBhvr additive="base">
                                        <p:cTn id="21" dur="500" fill="hold"/>
                                        <p:tgtEl>
                                          <p:spTgt spid="262"/>
                                        </p:tgtEl>
                                        <p:attrNameLst>
                                          <p:attrName>ppt_x</p:attrName>
                                        </p:attrNameLst>
                                      </p:cBhvr>
                                      <p:tavLst>
                                        <p:tav tm="0">
                                          <p:val>
                                            <p:strVal val="#ppt_x"/>
                                          </p:val>
                                        </p:tav>
                                        <p:tav tm="100000">
                                          <p:val>
                                            <p:strVal val="#ppt_x"/>
                                          </p:val>
                                        </p:tav>
                                      </p:tavLst>
                                    </p:anim>
                                    <p:anim calcmode="lin" valueType="num">
                                      <p:cBhvr additive="base">
                                        <p:cTn id="22" dur="500" fill="hold"/>
                                        <p:tgtEl>
                                          <p:spTgt spid="26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9"/>
                                        </p:tgtEl>
                                        <p:attrNameLst>
                                          <p:attrName>style.visibility</p:attrName>
                                        </p:attrNameLst>
                                      </p:cBhvr>
                                      <p:to>
                                        <p:strVal val="visible"/>
                                      </p:to>
                                    </p:set>
                                    <p:anim calcmode="lin" valueType="num">
                                      <p:cBhvr additive="base">
                                        <p:cTn id="31" dur="500" fill="hold"/>
                                        <p:tgtEl>
                                          <p:spTgt spid="259"/>
                                        </p:tgtEl>
                                        <p:attrNameLst>
                                          <p:attrName>ppt_x</p:attrName>
                                        </p:attrNameLst>
                                      </p:cBhvr>
                                      <p:tavLst>
                                        <p:tav tm="0">
                                          <p:val>
                                            <p:strVal val="#ppt_x"/>
                                          </p:val>
                                        </p:tav>
                                        <p:tav tm="100000">
                                          <p:val>
                                            <p:strVal val="#ppt_x"/>
                                          </p:val>
                                        </p:tav>
                                      </p:tavLst>
                                    </p:anim>
                                    <p:anim calcmode="lin" valueType="num">
                                      <p:cBhvr additive="base">
                                        <p:cTn id="32" dur="500" fill="hold"/>
                                        <p:tgtEl>
                                          <p:spTgt spid="25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65"/>
                                        </p:tgtEl>
                                        <p:attrNameLst>
                                          <p:attrName>style.visibility</p:attrName>
                                        </p:attrNameLst>
                                      </p:cBhvr>
                                      <p:to>
                                        <p:strVal val="visible"/>
                                      </p:to>
                                    </p:set>
                                    <p:anim calcmode="lin" valueType="num">
                                      <p:cBhvr additive="base">
                                        <p:cTn id="35" dur="500" fill="hold"/>
                                        <p:tgtEl>
                                          <p:spTgt spid="265"/>
                                        </p:tgtEl>
                                        <p:attrNameLst>
                                          <p:attrName>ppt_x</p:attrName>
                                        </p:attrNameLst>
                                      </p:cBhvr>
                                      <p:tavLst>
                                        <p:tav tm="0">
                                          <p:val>
                                            <p:strVal val="#ppt_x"/>
                                          </p:val>
                                        </p:tav>
                                        <p:tav tm="100000">
                                          <p:val>
                                            <p:strVal val="#ppt_x"/>
                                          </p:val>
                                        </p:tav>
                                      </p:tavLst>
                                    </p:anim>
                                    <p:anim calcmode="lin" valueType="num">
                                      <p:cBhvr additive="base">
                                        <p:cTn id="36" dur="500" fill="hold"/>
                                        <p:tgtEl>
                                          <p:spTgt spid="26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63"/>
                                        </p:tgtEl>
                                        <p:attrNameLst>
                                          <p:attrName>style.visibility</p:attrName>
                                        </p:attrNameLst>
                                      </p:cBhvr>
                                      <p:to>
                                        <p:strVal val="visible"/>
                                      </p:to>
                                    </p:set>
                                    <p:anim calcmode="lin" valueType="num">
                                      <p:cBhvr additive="base">
                                        <p:cTn id="43" dur="500" fill="hold"/>
                                        <p:tgtEl>
                                          <p:spTgt spid="263"/>
                                        </p:tgtEl>
                                        <p:attrNameLst>
                                          <p:attrName>ppt_x</p:attrName>
                                        </p:attrNameLst>
                                      </p:cBhvr>
                                      <p:tavLst>
                                        <p:tav tm="0">
                                          <p:val>
                                            <p:strVal val="#ppt_x"/>
                                          </p:val>
                                        </p:tav>
                                        <p:tav tm="100000">
                                          <p:val>
                                            <p:strVal val="#ppt_x"/>
                                          </p:val>
                                        </p:tav>
                                      </p:tavLst>
                                    </p:anim>
                                    <p:anim calcmode="lin" valueType="num">
                                      <p:cBhvr additive="base">
                                        <p:cTn id="44" dur="500" fill="hold"/>
                                        <p:tgtEl>
                                          <p:spTgt spid="26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52">
                                            <p:txEl>
                                              <p:pRg st="0" end="0"/>
                                            </p:txEl>
                                          </p:spTgt>
                                        </p:tgtEl>
                                        <p:attrNameLst>
                                          <p:attrName>style.visibility</p:attrName>
                                        </p:attrNameLst>
                                      </p:cBhvr>
                                      <p:to>
                                        <p:strVal val="visible"/>
                                      </p:to>
                                    </p:set>
                                    <p:animEffect transition="in" filter="fade">
                                      <p:cBhvr>
                                        <p:cTn id="49" dur="1000"/>
                                        <p:tgtEl>
                                          <p:spTgt spid="252">
                                            <p:txEl>
                                              <p:pRg st="0" end="0"/>
                                            </p:txEl>
                                          </p:spTgt>
                                        </p:tgtEl>
                                      </p:cBhvr>
                                    </p:animEffect>
                                    <p:anim calcmode="lin" valueType="num">
                                      <p:cBhvr>
                                        <p:cTn id="50" dur="1000" fill="hold"/>
                                        <p:tgtEl>
                                          <p:spTgt spid="252">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252">
                                            <p:txEl>
                                              <p:pRg st="0" end="0"/>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60"/>
                                        </p:tgtEl>
                                        <p:attrNameLst>
                                          <p:attrName>style.visibility</p:attrName>
                                        </p:attrNameLst>
                                      </p:cBhvr>
                                      <p:to>
                                        <p:strVal val="visible"/>
                                      </p:to>
                                    </p:set>
                                    <p:animEffect transition="in" filter="fade">
                                      <p:cBhvr>
                                        <p:cTn id="54" dur="1000"/>
                                        <p:tgtEl>
                                          <p:spTgt spid="260"/>
                                        </p:tgtEl>
                                      </p:cBhvr>
                                    </p:animEffect>
                                    <p:anim calcmode="lin" valueType="num">
                                      <p:cBhvr>
                                        <p:cTn id="55" dur="1000" fill="hold"/>
                                        <p:tgtEl>
                                          <p:spTgt spid="260"/>
                                        </p:tgtEl>
                                        <p:attrNameLst>
                                          <p:attrName>ppt_x</p:attrName>
                                        </p:attrNameLst>
                                      </p:cBhvr>
                                      <p:tavLst>
                                        <p:tav tm="0">
                                          <p:val>
                                            <p:strVal val="#ppt_x"/>
                                          </p:val>
                                        </p:tav>
                                        <p:tav tm="100000">
                                          <p:val>
                                            <p:strVal val="#ppt_x"/>
                                          </p:val>
                                        </p:tav>
                                      </p:tavLst>
                                    </p:anim>
                                    <p:anim calcmode="lin" valueType="num">
                                      <p:cBhvr>
                                        <p:cTn id="56" dur="1000" fill="hold"/>
                                        <p:tgtEl>
                                          <p:spTgt spid="260"/>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64"/>
                                        </p:tgtEl>
                                        <p:attrNameLst>
                                          <p:attrName>style.visibility</p:attrName>
                                        </p:attrNameLst>
                                      </p:cBhvr>
                                      <p:to>
                                        <p:strVal val="visible"/>
                                      </p:to>
                                    </p:set>
                                    <p:animEffect transition="in" filter="fade">
                                      <p:cBhvr>
                                        <p:cTn id="59" dur="1000"/>
                                        <p:tgtEl>
                                          <p:spTgt spid="264"/>
                                        </p:tgtEl>
                                      </p:cBhvr>
                                    </p:animEffect>
                                    <p:anim calcmode="lin" valueType="num">
                                      <p:cBhvr>
                                        <p:cTn id="60" dur="1000" fill="hold"/>
                                        <p:tgtEl>
                                          <p:spTgt spid="264"/>
                                        </p:tgtEl>
                                        <p:attrNameLst>
                                          <p:attrName>ppt_x</p:attrName>
                                        </p:attrNameLst>
                                      </p:cBhvr>
                                      <p:tavLst>
                                        <p:tav tm="0">
                                          <p:val>
                                            <p:strVal val="#ppt_x"/>
                                          </p:val>
                                        </p:tav>
                                        <p:tav tm="100000">
                                          <p:val>
                                            <p:strVal val="#ppt_x"/>
                                          </p:val>
                                        </p:tav>
                                      </p:tavLst>
                                    </p:anim>
                                    <p:anim calcmode="lin" valueType="num">
                                      <p:cBhvr>
                                        <p:cTn id="61" dur="1000" fill="hold"/>
                                        <p:tgtEl>
                                          <p:spTgt spid="264"/>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01"/>
                                        </p:tgtEl>
                                        <p:attrNameLst>
                                          <p:attrName>style.visibility</p:attrName>
                                        </p:attrNameLst>
                                      </p:cBhvr>
                                      <p:to>
                                        <p:strVal val="visible"/>
                                      </p:to>
                                    </p:set>
                                    <p:animEffect transition="in" filter="fade">
                                      <p:cBhvr>
                                        <p:cTn id="64" dur="1000"/>
                                        <p:tgtEl>
                                          <p:spTgt spid="301"/>
                                        </p:tgtEl>
                                      </p:cBhvr>
                                    </p:animEffect>
                                    <p:anim calcmode="lin" valueType="num">
                                      <p:cBhvr>
                                        <p:cTn id="65" dur="1000" fill="hold"/>
                                        <p:tgtEl>
                                          <p:spTgt spid="301"/>
                                        </p:tgtEl>
                                        <p:attrNameLst>
                                          <p:attrName>ppt_x</p:attrName>
                                        </p:attrNameLst>
                                      </p:cBhvr>
                                      <p:tavLst>
                                        <p:tav tm="0">
                                          <p:val>
                                            <p:strVal val="#ppt_x"/>
                                          </p:val>
                                        </p:tav>
                                        <p:tav tm="100000">
                                          <p:val>
                                            <p:strVal val="#ppt_x"/>
                                          </p:val>
                                        </p:tav>
                                      </p:tavLst>
                                    </p:anim>
                                    <p:anim calcmode="lin" valueType="num">
                                      <p:cBhvr>
                                        <p:cTn id="66" dur="1000" fill="hold"/>
                                        <p:tgtEl>
                                          <p:spTgt spid="301"/>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additive="base">
                                        <p:cTn id="71" dur="500" fill="hold"/>
                                        <p:tgtEl>
                                          <p:spTgt spid="7"/>
                                        </p:tgtEl>
                                        <p:attrNameLst>
                                          <p:attrName>ppt_x</p:attrName>
                                        </p:attrNameLst>
                                      </p:cBhvr>
                                      <p:tavLst>
                                        <p:tav tm="0">
                                          <p:val>
                                            <p:strVal val="#ppt_x"/>
                                          </p:val>
                                        </p:tav>
                                        <p:tav tm="100000">
                                          <p:val>
                                            <p:strVal val="#ppt_x"/>
                                          </p:val>
                                        </p:tav>
                                      </p:tavLst>
                                    </p:anim>
                                    <p:anim calcmode="lin" valueType="num">
                                      <p:cBhvr additive="base">
                                        <p:cTn id="72" dur="500" fill="hold"/>
                                        <p:tgtEl>
                                          <p:spTgt spid="7"/>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p:bldP spid="250" grpId="0" build="p"/>
      <p:bldP spid="252" grpId="0" build="p"/>
      <p:bldP spid="258" grpId="0" animBg="1"/>
      <p:bldP spid="259" grpId="0" animBg="1"/>
      <p:bldP spid="260" grpId="0" animBg="1"/>
      <p:bldP spid="7" grpId="0"/>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384526" y="1416327"/>
            <a:ext cx="3573418" cy="15834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4000" dirty="0">
                <a:latin typeface="Playfair Display" panose="00000500000000000000" pitchFamily="2" charset="0"/>
              </a:rPr>
              <a:t>Đặc trưng</a:t>
            </a:r>
            <a:br>
              <a:rPr lang="vi-VN" sz="4000" dirty="0">
                <a:latin typeface="Playfair Display" panose="00000500000000000000" pitchFamily="2" charset="0"/>
              </a:rPr>
            </a:br>
            <a:r>
              <a:rPr lang="vi-VN" sz="4000" dirty="0">
                <a:latin typeface="Playfair Display" panose="00000500000000000000" pitchFamily="2" charset="0"/>
              </a:rPr>
              <a:t> kỹ thuật</a:t>
            </a:r>
            <a:endParaRPr sz="4000" dirty="0">
              <a:latin typeface="Playfair Display" panose="00000500000000000000" pitchFamily="2" charset="0"/>
            </a:endParaRPr>
          </a:p>
        </p:txBody>
      </p:sp>
      <p:sp>
        <p:nvSpPr>
          <p:cNvPr id="1290" name="Google Shape;1290;p28"/>
          <p:cNvSpPr txBox="1">
            <a:spLocks noGrp="1"/>
          </p:cNvSpPr>
          <p:nvPr>
            <p:ph type="title" idx="2"/>
          </p:nvPr>
        </p:nvSpPr>
        <p:spPr>
          <a:xfrm>
            <a:off x="4384526" y="787295"/>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000" dirty="0">
                <a:latin typeface="Playfair Display" panose="00000500000000000000" pitchFamily="2" charset="0"/>
                <a:cs typeface="Times New Roman" panose="02020603050405020304" pitchFamily="18" charset="0"/>
              </a:rPr>
              <a:t>01</a:t>
            </a:r>
            <a:endParaRPr sz="4000" dirty="0">
              <a:latin typeface="Playfair Display" panose="00000500000000000000" pitchFamily="2" charset="0"/>
              <a:cs typeface="Times New Roman" panose="02020603050405020304" pitchFamily="18" charset="0"/>
            </a:endParaRPr>
          </a:p>
        </p:txBody>
      </p:sp>
      <p:grpSp>
        <p:nvGrpSpPr>
          <p:cNvPr id="7" name="Google Shape;1291;p28"/>
          <p:cNvGrpSpPr/>
          <p:nvPr/>
        </p:nvGrpSpPr>
        <p:grpSpPr>
          <a:xfrm>
            <a:off x="965998" y="1288466"/>
            <a:ext cx="2955370" cy="2463165"/>
            <a:chOff x="1136562" y="1210000"/>
            <a:chExt cx="2955370" cy="2463165"/>
          </a:xfrm>
        </p:grpSpPr>
        <p:sp>
          <p:nvSpPr>
            <p:cNvPr id="8"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0"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1"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8"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9"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0"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1"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3"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4"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5"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6"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7"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8"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9"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0"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1"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2"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3"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4"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5"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6"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7"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8"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9"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0"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1"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2"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3"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4"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5"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6"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7"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8"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9"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0"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1"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2"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3"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4"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5"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6"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7"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8"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9"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0"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1"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2"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3"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5"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6"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7"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8"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9"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0"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1"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2"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3"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4"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5"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6"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7"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8"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09"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0"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1"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2"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3"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4"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5"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6"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7"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8"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19"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0"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1"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2"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3"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4"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5"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6"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7"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8"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29"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0"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1"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2"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3"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4"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5"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0"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1"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2"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3"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4"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5"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6"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7"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88"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6"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7"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8"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39"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0"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1"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2"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3"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4"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5"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6"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7"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8"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49"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0"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1"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2"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3"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4"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5"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6"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7"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8"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59"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0"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1"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2"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3"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4"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5"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6"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7"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8"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69"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0"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1"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2"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3"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4"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5"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6"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7"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8"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79"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0"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1"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2"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3"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4"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5"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6"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7"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8"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89"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0"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1"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2"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3"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4"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5"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6"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7"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8"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99"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0"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1"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2"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3"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4"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5"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6"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7"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8"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9"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0"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1"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2"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3"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4"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5"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6"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7"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8"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9"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0"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1"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2"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3"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4"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5"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6"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7"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8"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9"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0"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1"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2"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0"/>
                                        </p:tgtEl>
                                        <p:attrNameLst>
                                          <p:attrName>style.visibility</p:attrName>
                                        </p:attrNameLst>
                                      </p:cBhvr>
                                      <p:to>
                                        <p:strVal val="visible"/>
                                      </p:to>
                                    </p:set>
                                    <p:animEffect transition="in" filter="fade">
                                      <p:cBhvr>
                                        <p:cTn id="7" dur="1000"/>
                                        <p:tgtEl>
                                          <p:spTgt spid="1290"/>
                                        </p:tgtEl>
                                      </p:cBhvr>
                                    </p:animEffect>
                                    <p:anim calcmode="lin" valueType="num">
                                      <p:cBhvr>
                                        <p:cTn id="8" dur="1000" fill="hold"/>
                                        <p:tgtEl>
                                          <p:spTgt spid="1290"/>
                                        </p:tgtEl>
                                        <p:attrNameLst>
                                          <p:attrName>ppt_x</p:attrName>
                                        </p:attrNameLst>
                                      </p:cBhvr>
                                      <p:tavLst>
                                        <p:tav tm="0">
                                          <p:val>
                                            <p:strVal val="#ppt_x"/>
                                          </p:val>
                                        </p:tav>
                                        <p:tav tm="100000">
                                          <p:val>
                                            <p:strVal val="#ppt_x"/>
                                          </p:val>
                                        </p:tav>
                                      </p:tavLst>
                                    </p:anim>
                                    <p:anim calcmode="lin" valueType="num">
                                      <p:cBhvr>
                                        <p:cTn id="9" dur="1000" fill="hold"/>
                                        <p:tgtEl>
                                          <p:spTgt spid="129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89"/>
                                        </p:tgtEl>
                                        <p:attrNameLst>
                                          <p:attrName>style.visibility</p:attrName>
                                        </p:attrNameLst>
                                      </p:cBhvr>
                                      <p:to>
                                        <p:strVal val="visible"/>
                                      </p:to>
                                    </p:set>
                                    <p:animEffect transition="in" filter="fade">
                                      <p:cBhvr>
                                        <p:cTn id="12" dur="1000"/>
                                        <p:tgtEl>
                                          <p:spTgt spid="1289"/>
                                        </p:tgtEl>
                                      </p:cBhvr>
                                    </p:animEffect>
                                    <p:anim calcmode="lin" valueType="num">
                                      <p:cBhvr>
                                        <p:cTn id="13" dur="1000" fill="hold"/>
                                        <p:tgtEl>
                                          <p:spTgt spid="1289"/>
                                        </p:tgtEl>
                                        <p:attrNameLst>
                                          <p:attrName>ppt_x</p:attrName>
                                        </p:attrNameLst>
                                      </p:cBhvr>
                                      <p:tavLst>
                                        <p:tav tm="0">
                                          <p:val>
                                            <p:strVal val="#ppt_x"/>
                                          </p:val>
                                        </p:tav>
                                        <p:tav tm="100000">
                                          <p:val>
                                            <p:strVal val="#ppt_x"/>
                                          </p:val>
                                        </p:tav>
                                      </p:tavLst>
                                    </p:anim>
                                    <p:anim calcmode="lin" valueType="num">
                                      <p:cBhvr>
                                        <p:cTn id="14" dur="1000" fill="hold"/>
                                        <p:tgtEl>
                                          <p:spTgt spid="128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9" grpId="0"/>
      <p:bldP spid="129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8"/>
        <p:cNvGrpSpPr/>
        <p:nvPr/>
      </p:nvGrpSpPr>
      <p:grpSpPr>
        <a:xfrm>
          <a:off x="0" y="0"/>
          <a:ext cx="0" cy="0"/>
          <a:chOff x="0" y="0"/>
          <a:chExt cx="0" cy="0"/>
        </a:xfrm>
      </p:grpSpPr>
      <p:sp>
        <p:nvSpPr>
          <p:cNvPr id="1710" name="Google Shape;1710;p33"/>
          <p:cNvSpPr txBox="1">
            <a:spLocks noGrp="1"/>
          </p:cNvSpPr>
          <p:nvPr>
            <p:ph type="subTitle" idx="1"/>
          </p:nvPr>
        </p:nvSpPr>
        <p:spPr>
          <a:xfrm>
            <a:off x="3599581" y="479330"/>
            <a:ext cx="4994292" cy="4184839"/>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vi-VN" kern="100" dirty="0">
                <a:effectLst/>
                <a:latin typeface="+mj-lt"/>
                <a:ea typeface="Arial" panose="020B0604020202020204" pitchFamily="34" charset="0"/>
                <a:cs typeface="Times New Roman" panose="02020603050405020304" pitchFamily="18" charset="0"/>
              </a:rPr>
              <a:t>Quan sát là hành động trực tiếp theo dõi các quy trình khi chúng được thực hiện. Đây là công cụ mạnh mẽ giúp nhà phân tích có được cái nhìn thực tế về hệ thống hiện tại </a:t>
            </a:r>
            <a:r>
              <a:rPr lang="en-US" kern="100" dirty="0">
                <a:effectLst/>
                <a:latin typeface="+mj-lt"/>
                <a:ea typeface="Arial" panose="020B0604020202020204" pitchFamily="34" charset="0"/>
                <a:cs typeface="Times New Roman" panose="02020603050405020304" pitchFamily="18" charset="0"/>
              </a:rPr>
              <a:t>as-is, </a:t>
            </a:r>
            <a:r>
              <a:rPr lang="vi-VN" kern="100" dirty="0">
                <a:effectLst/>
                <a:latin typeface="+mj-lt"/>
                <a:ea typeface="Arial" panose="020B0604020202020204" pitchFamily="34" charset="0"/>
                <a:cs typeface="Times New Roman" panose="02020603050405020304" pitchFamily="18" charset="0"/>
              </a:rPr>
              <a:t>thay vì chỉ dựa vào mô tả từ phỏng vấn hoặc các phiên họp JAD</a:t>
            </a:r>
            <a:r>
              <a:rPr lang="en-US" kern="100" dirty="0">
                <a:effectLst/>
                <a:latin typeface="+mj-lt"/>
                <a:ea typeface="Arial" panose="020B0604020202020204" pitchFamily="34" charset="0"/>
                <a:cs typeface="Times New Roman" panose="02020603050405020304" pitchFamily="18" charset="0"/>
              </a:rPr>
              <a:t> - </a:t>
            </a:r>
            <a:r>
              <a:rPr lang="vi-VN" kern="100" dirty="0">
                <a:effectLst/>
                <a:latin typeface="+mj-lt"/>
                <a:ea typeface="Arial" panose="020B0604020202020204" pitchFamily="34" charset="0"/>
                <a:cs typeface="Times New Roman" panose="02020603050405020304" pitchFamily="18" charset="0"/>
              </a:rPr>
              <a:t>Cung cấp cái nhìn thực tế về hệ thống, không bị ảnh hưởng bởi sự mô tả chủ quan trong phỏng vấn hoặc bảng câu hỏi.</a:t>
            </a:r>
          </a:p>
          <a:p>
            <a:pPr marL="285750" indent="-285750">
              <a:buFont typeface="Arial" panose="020B0604020202020204" pitchFamily="34" charset="0"/>
              <a:buChar char="•"/>
            </a:pPr>
            <a:endParaRPr lang="en-US" kern="100" dirty="0">
              <a:effectLst/>
              <a:latin typeface="+mj-lt"/>
              <a:ea typeface="Arial" panose="020B0604020202020204" pitchFamily="34" charset="0"/>
              <a:cs typeface="Times New Roman" panose="02020603050405020304" pitchFamily="18" charset="0"/>
            </a:endParaRPr>
          </a:p>
          <a:p>
            <a:pPr marL="228600" marR="0">
              <a:lnSpc>
                <a:spcPct val="115000"/>
              </a:lnSpc>
              <a:spcBef>
                <a:spcPts val="0"/>
              </a:spcBef>
              <a:spcAft>
                <a:spcPts val="800"/>
              </a:spcAft>
              <a:buFont typeface="Arial" panose="020B0604020202020204" pitchFamily="34" charset="0"/>
              <a:buChar char="•"/>
            </a:pPr>
            <a:r>
              <a:rPr lang="vi-VN" kern="100" dirty="0">
                <a:effectLst/>
                <a:latin typeface="+mj-lt"/>
                <a:ea typeface="Arial" panose="020B0604020202020204" pitchFamily="34" charset="0"/>
                <a:cs typeface="Times New Roman" panose="02020603050405020304" pitchFamily="18" charset="0"/>
              </a:rPr>
              <a:t>Quan sát là một cách hiệu quả để kiểm chứng tính hợp lệ của</a:t>
            </a:r>
            <a:r>
              <a:rPr lang="en-US" kern="100" dirty="0">
                <a:effectLst/>
                <a:latin typeface="+mj-lt"/>
                <a:ea typeface="Arial" panose="020B0604020202020204" pitchFamily="34" charset="0"/>
                <a:cs typeface="Times New Roman" panose="02020603050405020304" pitchFamily="18" charset="0"/>
              </a:rPr>
              <a:t> </a:t>
            </a:r>
            <a:r>
              <a:rPr lang="vi-VN" kern="100" dirty="0">
                <a:effectLst/>
                <a:latin typeface="+mj-lt"/>
                <a:ea typeface="Arial" panose="020B0604020202020204" pitchFamily="34" charset="0"/>
                <a:cs typeface="Times New Roman" panose="02020603050405020304" pitchFamily="18" charset="0"/>
              </a:rPr>
              <a:t>thông tin thu thập từ các nguồn khác như phỏng vấn và bảng câu hỏi.</a:t>
            </a:r>
            <a:endParaRPr lang="en-US" kern="100" dirty="0">
              <a:latin typeface="+mj-lt"/>
              <a:ea typeface="Arial" panose="020B0604020202020204" pitchFamily="34" charset="0"/>
              <a:cs typeface="Times New Roman" panose="02020603050405020304" pitchFamily="18" charset="0"/>
            </a:endParaRPr>
          </a:p>
          <a:p>
            <a:pPr marL="228600" marR="0">
              <a:lnSpc>
                <a:spcPct val="115000"/>
              </a:lnSpc>
              <a:spcBef>
                <a:spcPts val="0"/>
              </a:spcBef>
              <a:spcAft>
                <a:spcPts val="800"/>
              </a:spcAft>
              <a:buFont typeface="Arial" panose="020B0604020202020204" pitchFamily="34" charset="0"/>
              <a:buChar char="•"/>
            </a:pPr>
            <a:r>
              <a:rPr lang="vi-VN" kern="100" dirty="0">
                <a:effectLst/>
                <a:latin typeface="+mj-lt"/>
                <a:ea typeface="Arial" panose="020B0604020202020204" pitchFamily="34" charset="0"/>
                <a:cs typeface="Times New Roman" panose="02020603050405020304" pitchFamily="18" charset="0"/>
              </a:rPr>
              <a:t>Nhà phân tích đóng vai trò như một nhà nhân học khi đi xuyên suốt tổ chức, quan sát cách hệ thống kinh doanh hoạt động.</a:t>
            </a:r>
            <a:endParaRPr lang="en-US" kern="100" dirty="0">
              <a:effectLst/>
              <a:latin typeface="+mj-lt"/>
              <a:ea typeface="Arial" panose="020B0604020202020204" pitchFamily="34" charset="0"/>
              <a:cs typeface="Times New Roman" panose="02020603050405020304" pitchFamily="18" charset="0"/>
            </a:endParaRPr>
          </a:p>
          <a:p>
            <a:pPr marL="0" lvl="0" indent="0" rtl="0">
              <a:spcBef>
                <a:spcPts val="0"/>
              </a:spcBef>
              <a:spcAft>
                <a:spcPts val="0"/>
              </a:spcAft>
              <a:buNone/>
            </a:pPr>
            <a:endParaRPr dirty="0">
              <a:latin typeface="+mj-lt"/>
            </a:endParaRPr>
          </a:p>
        </p:txBody>
      </p:sp>
      <p:pic>
        <p:nvPicPr>
          <p:cNvPr id="5" name="Picture 4" descr="A person looking at a wall with drawings on it&#10;&#10;Description automatically generated"/>
          <p:cNvPicPr>
            <a:picLocks noChangeAspect="1"/>
          </p:cNvPicPr>
          <p:nvPr/>
        </p:nvPicPr>
        <p:blipFill>
          <a:blip r:embed="rId3"/>
          <a:stretch>
            <a:fillRect/>
          </a:stretch>
        </p:blipFill>
        <p:spPr>
          <a:xfrm>
            <a:off x="617034" y="657456"/>
            <a:ext cx="3049454" cy="38285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10">
                                            <p:txEl>
                                              <p:pRg st="0" end="0"/>
                                            </p:txEl>
                                          </p:spTgt>
                                        </p:tgtEl>
                                        <p:attrNameLst>
                                          <p:attrName>style.visibility</p:attrName>
                                        </p:attrNameLst>
                                      </p:cBhvr>
                                      <p:to>
                                        <p:strVal val="visible"/>
                                      </p:to>
                                    </p:set>
                                    <p:animEffect transition="in" filter="fade">
                                      <p:cBhvr>
                                        <p:cTn id="7" dur="1000"/>
                                        <p:tgtEl>
                                          <p:spTgt spid="1710">
                                            <p:txEl>
                                              <p:pRg st="0" end="0"/>
                                            </p:txEl>
                                          </p:spTgt>
                                        </p:tgtEl>
                                      </p:cBhvr>
                                    </p:animEffect>
                                    <p:anim calcmode="lin" valueType="num">
                                      <p:cBhvr>
                                        <p:cTn id="8" dur="1000" fill="hold"/>
                                        <p:tgtEl>
                                          <p:spTgt spid="17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10">
                                            <p:txEl>
                                              <p:pRg st="2" end="2"/>
                                            </p:txEl>
                                          </p:spTgt>
                                        </p:tgtEl>
                                        <p:attrNameLst>
                                          <p:attrName>style.visibility</p:attrName>
                                        </p:attrNameLst>
                                      </p:cBhvr>
                                      <p:to>
                                        <p:strVal val="visible"/>
                                      </p:to>
                                    </p:set>
                                    <p:animEffect transition="in" filter="fade">
                                      <p:cBhvr>
                                        <p:cTn id="19" dur="1000"/>
                                        <p:tgtEl>
                                          <p:spTgt spid="1710">
                                            <p:txEl>
                                              <p:pRg st="2" end="2"/>
                                            </p:txEl>
                                          </p:spTgt>
                                        </p:tgtEl>
                                      </p:cBhvr>
                                    </p:animEffect>
                                    <p:anim calcmode="lin" valueType="num">
                                      <p:cBhvr>
                                        <p:cTn id="20" dur="1000" fill="hold"/>
                                        <p:tgtEl>
                                          <p:spTgt spid="1710">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7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710">
                                            <p:txEl>
                                              <p:pRg st="3" end="3"/>
                                            </p:txEl>
                                          </p:spTgt>
                                        </p:tgtEl>
                                        <p:attrNameLst>
                                          <p:attrName>style.visibility</p:attrName>
                                        </p:attrNameLst>
                                      </p:cBhvr>
                                      <p:to>
                                        <p:strVal val="visible"/>
                                      </p:to>
                                    </p:set>
                                    <p:animEffect transition="in" filter="fade">
                                      <p:cBhvr>
                                        <p:cTn id="26" dur="1000"/>
                                        <p:tgtEl>
                                          <p:spTgt spid="1710">
                                            <p:txEl>
                                              <p:pRg st="3" end="3"/>
                                            </p:txEl>
                                          </p:spTgt>
                                        </p:tgtEl>
                                      </p:cBhvr>
                                    </p:animEffect>
                                    <p:anim calcmode="lin" valueType="num">
                                      <p:cBhvr>
                                        <p:cTn id="27" dur="1000" fill="hold"/>
                                        <p:tgtEl>
                                          <p:spTgt spid="1710">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7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1826281"/>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ltLang="en-GB" sz="4000" dirty="0">
                <a:latin typeface="Playfair Display" panose="00000500000000000000" pitchFamily="2" charset="0"/>
              </a:rPr>
              <a:t>Các trường hợp áp dụng</a:t>
            </a:r>
          </a:p>
        </p:txBody>
      </p:sp>
      <p:sp>
        <p:nvSpPr>
          <p:cNvPr id="1290" name="Google Shape;1290;p28"/>
          <p:cNvSpPr txBox="1">
            <a:spLocks noGrp="1"/>
          </p:cNvSpPr>
          <p:nvPr>
            <p:ph type="title" idx="2"/>
          </p:nvPr>
        </p:nvSpPr>
        <p:spPr>
          <a:xfrm>
            <a:off x="4130550" y="10686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000" dirty="0">
                <a:latin typeface="Playfair Display" panose="00000500000000000000" pitchFamily="2" charset="0"/>
                <a:cs typeface="Times New Roman" panose="02020603050405020304" pitchFamily="18" charset="0"/>
              </a:rPr>
              <a:t>0</a:t>
            </a:r>
            <a:r>
              <a:rPr lang="vi-VN" altLang="en-GB" sz="4000" dirty="0">
                <a:latin typeface="Playfair Display" panose="00000500000000000000" pitchFamily="2" charset="0"/>
                <a:cs typeface="Times New Roman" panose="02020603050405020304" pitchFamily="18" charset="0"/>
              </a:rPr>
              <a:t>2</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0"/>
                                        </p:tgtEl>
                                        <p:attrNameLst>
                                          <p:attrName>style.visibility</p:attrName>
                                        </p:attrNameLst>
                                      </p:cBhvr>
                                      <p:to>
                                        <p:strVal val="visible"/>
                                      </p:to>
                                    </p:set>
                                    <p:animEffect transition="in" filter="fade">
                                      <p:cBhvr>
                                        <p:cTn id="7" dur="1000"/>
                                        <p:tgtEl>
                                          <p:spTgt spid="1290"/>
                                        </p:tgtEl>
                                      </p:cBhvr>
                                    </p:animEffect>
                                    <p:anim calcmode="lin" valueType="num">
                                      <p:cBhvr>
                                        <p:cTn id="8" dur="1000" fill="hold"/>
                                        <p:tgtEl>
                                          <p:spTgt spid="1290"/>
                                        </p:tgtEl>
                                        <p:attrNameLst>
                                          <p:attrName>ppt_x</p:attrName>
                                        </p:attrNameLst>
                                      </p:cBhvr>
                                      <p:tavLst>
                                        <p:tav tm="0">
                                          <p:val>
                                            <p:strVal val="#ppt_x"/>
                                          </p:val>
                                        </p:tav>
                                        <p:tav tm="100000">
                                          <p:val>
                                            <p:strVal val="#ppt_x"/>
                                          </p:val>
                                        </p:tav>
                                      </p:tavLst>
                                    </p:anim>
                                    <p:anim calcmode="lin" valueType="num">
                                      <p:cBhvr>
                                        <p:cTn id="9" dur="1000" fill="hold"/>
                                        <p:tgtEl>
                                          <p:spTgt spid="129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89"/>
                                        </p:tgtEl>
                                        <p:attrNameLst>
                                          <p:attrName>style.visibility</p:attrName>
                                        </p:attrNameLst>
                                      </p:cBhvr>
                                      <p:to>
                                        <p:strVal val="visible"/>
                                      </p:to>
                                    </p:set>
                                    <p:animEffect transition="in" filter="fade">
                                      <p:cBhvr>
                                        <p:cTn id="12" dur="1000"/>
                                        <p:tgtEl>
                                          <p:spTgt spid="1289"/>
                                        </p:tgtEl>
                                      </p:cBhvr>
                                    </p:animEffect>
                                    <p:anim calcmode="lin" valueType="num">
                                      <p:cBhvr>
                                        <p:cTn id="13" dur="1000" fill="hold"/>
                                        <p:tgtEl>
                                          <p:spTgt spid="1289"/>
                                        </p:tgtEl>
                                        <p:attrNameLst>
                                          <p:attrName>ppt_x</p:attrName>
                                        </p:attrNameLst>
                                      </p:cBhvr>
                                      <p:tavLst>
                                        <p:tav tm="0">
                                          <p:val>
                                            <p:strVal val="#ppt_x"/>
                                          </p:val>
                                        </p:tav>
                                        <p:tav tm="100000">
                                          <p:val>
                                            <p:strVal val="#ppt_x"/>
                                          </p:val>
                                        </p:tav>
                                      </p:tavLst>
                                    </p:anim>
                                    <p:anim calcmode="lin" valueType="num">
                                      <p:cBhvr>
                                        <p:cTn id="14" dur="1000" fill="hold"/>
                                        <p:tgtEl>
                                          <p:spTgt spid="128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91"/>
                                        </p:tgtEl>
                                        <p:attrNameLst>
                                          <p:attrName>style.visibility</p:attrName>
                                        </p:attrNameLst>
                                      </p:cBhvr>
                                      <p:to>
                                        <p:strVal val="visible"/>
                                      </p:to>
                                    </p:set>
                                    <p:animEffect transition="in" filter="fade">
                                      <p:cBhvr>
                                        <p:cTn id="17" dur="1000"/>
                                        <p:tgtEl>
                                          <p:spTgt spid="1291"/>
                                        </p:tgtEl>
                                      </p:cBhvr>
                                    </p:animEffect>
                                    <p:anim calcmode="lin" valueType="num">
                                      <p:cBhvr>
                                        <p:cTn id="18" dur="1000" fill="hold"/>
                                        <p:tgtEl>
                                          <p:spTgt spid="1291"/>
                                        </p:tgtEl>
                                        <p:attrNameLst>
                                          <p:attrName>ppt_x</p:attrName>
                                        </p:attrNameLst>
                                      </p:cBhvr>
                                      <p:tavLst>
                                        <p:tav tm="0">
                                          <p:val>
                                            <p:strVal val="#ppt_x"/>
                                          </p:val>
                                        </p:tav>
                                        <p:tav tm="100000">
                                          <p:val>
                                            <p:strVal val="#ppt_x"/>
                                          </p:val>
                                        </p:tav>
                                      </p:tavLst>
                                    </p:anim>
                                    <p:anim calcmode="lin" valueType="num">
                                      <p:cBhvr>
                                        <p:cTn id="19" dur="1000" fill="hold"/>
                                        <p:tgtEl>
                                          <p:spTgt spid="12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9" grpId="0"/>
      <p:bldP spid="129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30160" y="35816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ltLang="en-GB" dirty="0">
                <a:latin typeface="+mj-lt"/>
              </a:rPr>
              <a:t>Dùng cho các trường hợp</a:t>
            </a:r>
          </a:p>
        </p:txBody>
      </p:sp>
      <p:sp>
        <p:nvSpPr>
          <p:cNvPr id="1592" name="Google Shape;1592;p30"/>
          <p:cNvSpPr txBox="1">
            <a:spLocks noGrp="1"/>
          </p:cNvSpPr>
          <p:nvPr>
            <p:ph type="subTitle" idx="4"/>
          </p:nvPr>
        </p:nvSpPr>
        <p:spPr>
          <a:xfrm>
            <a:off x="603885" y="1749425"/>
            <a:ext cx="2331720" cy="66103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US" dirty="0" err="1">
                <a:latin typeface="+mj-lt"/>
              </a:rPr>
              <a:t>Kiểm</a:t>
            </a:r>
            <a:r>
              <a:rPr lang="en-US" altLang="en-US" dirty="0">
                <a:latin typeface="+mj-lt"/>
              </a:rPr>
              <a:t> </a:t>
            </a:r>
            <a:r>
              <a:rPr lang="en-US" altLang="en-US" dirty="0" err="1">
                <a:latin typeface="+mj-lt"/>
              </a:rPr>
              <a:t>tra</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tế</a:t>
            </a:r>
            <a:r>
              <a:rPr lang="en-US" altLang="en-US" dirty="0">
                <a:latin typeface="+mj-lt"/>
              </a:rPr>
              <a:t> </a:t>
            </a:r>
            <a:r>
              <a:rPr lang="en-US" altLang="en-US" dirty="0" err="1">
                <a:latin typeface="+mj-lt"/>
              </a:rPr>
              <a:t>hệ</a:t>
            </a:r>
            <a:r>
              <a:rPr lang="en-US" altLang="en-US" dirty="0">
                <a:latin typeface="+mj-lt"/>
              </a:rPr>
              <a:t> </a:t>
            </a:r>
            <a:r>
              <a:rPr lang="en-US" altLang="en-US" dirty="0" err="1">
                <a:latin typeface="+mj-lt"/>
              </a:rPr>
              <a:t>thống</a:t>
            </a:r>
            <a:endParaRPr lang="en-US" altLang="en-US" dirty="0">
              <a:latin typeface="+mj-lt"/>
            </a:endParaRPr>
          </a:p>
        </p:txBody>
      </p:sp>
      <p:sp>
        <p:nvSpPr>
          <p:cNvPr id="1593" name="Google Shape;1593;p30"/>
          <p:cNvSpPr txBox="1">
            <a:spLocks noGrp="1"/>
          </p:cNvSpPr>
          <p:nvPr>
            <p:ph type="subTitle" idx="5"/>
          </p:nvPr>
        </p:nvSpPr>
        <p:spPr>
          <a:xfrm>
            <a:off x="3474271" y="2044200"/>
            <a:ext cx="2196600" cy="80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US" dirty="0">
                <a:latin typeface="+mj-lt"/>
              </a:rPr>
              <a:t>Quan </a:t>
            </a:r>
            <a:r>
              <a:rPr lang="en-US" altLang="en-US" dirty="0" err="1">
                <a:latin typeface="+mj-lt"/>
              </a:rPr>
              <a:t>sát</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viên</a:t>
            </a:r>
            <a:r>
              <a:rPr lang="en-US" altLang="en-US" dirty="0">
                <a:latin typeface="+mj-lt"/>
              </a:rPr>
              <a:t> </a:t>
            </a:r>
            <a:r>
              <a:rPr lang="en-US" altLang="en-US" dirty="0" err="1">
                <a:latin typeface="+mj-lt"/>
              </a:rPr>
              <a:t>làm</a:t>
            </a:r>
            <a:r>
              <a:rPr lang="en-US" altLang="en-US" dirty="0">
                <a:latin typeface="+mj-lt"/>
              </a:rPr>
              <a:t> </a:t>
            </a:r>
            <a:r>
              <a:rPr lang="en-US" altLang="en-US" dirty="0" err="1">
                <a:latin typeface="+mj-lt"/>
              </a:rPr>
              <a:t>việc</a:t>
            </a:r>
            <a:endParaRPr lang="en-US" altLang="en-US" dirty="0">
              <a:latin typeface="+mj-lt"/>
            </a:endParaRPr>
          </a:p>
        </p:txBody>
      </p:sp>
      <p:sp>
        <p:nvSpPr>
          <p:cNvPr id="1594" name="Google Shape;1594;p30"/>
          <p:cNvSpPr txBox="1">
            <a:spLocks noGrp="1"/>
          </p:cNvSpPr>
          <p:nvPr>
            <p:ph type="subTitle" idx="1"/>
          </p:nvPr>
        </p:nvSpPr>
        <p:spPr>
          <a:xfrm>
            <a:off x="775485" y="2311855"/>
            <a:ext cx="2196600" cy="166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dirty="0">
                <a:latin typeface="+mj-lt"/>
              </a:rPr>
              <a:t>Khi </a:t>
            </a:r>
            <a:r>
              <a:rPr lang="en-US" altLang="en-US" dirty="0" err="1">
                <a:latin typeface="+mj-lt"/>
              </a:rPr>
              <a:t>cần</a:t>
            </a:r>
            <a:r>
              <a:rPr lang="en-US" altLang="en-US" dirty="0">
                <a:latin typeface="+mj-lt"/>
              </a:rPr>
              <a:t> </a:t>
            </a:r>
            <a:r>
              <a:rPr lang="en-US" altLang="en-US" dirty="0" err="1">
                <a:latin typeface="+mj-lt"/>
              </a:rPr>
              <a:t>kiểm</a:t>
            </a:r>
            <a:r>
              <a:rPr lang="en-US" altLang="en-US" dirty="0">
                <a:latin typeface="+mj-lt"/>
              </a:rPr>
              <a:t> </a:t>
            </a:r>
            <a:r>
              <a:rPr lang="en-US" altLang="en-US" dirty="0" err="1">
                <a:latin typeface="+mj-lt"/>
              </a:rPr>
              <a:t>tra</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tế</a:t>
            </a:r>
            <a:r>
              <a:rPr lang="en-US" altLang="en-US" dirty="0">
                <a:latin typeface="+mj-lt"/>
              </a:rPr>
              <a:t> </a:t>
            </a:r>
            <a:r>
              <a:rPr lang="en-US" altLang="en-US" dirty="0" err="1">
                <a:latin typeface="+mj-lt"/>
              </a:rPr>
              <a:t>hoạt</a:t>
            </a:r>
            <a:r>
              <a:rPr lang="en-US" altLang="en-US" dirty="0">
                <a:latin typeface="+mj-lt"/>
              </a:rPr>
              <a:t> đ</a:t>
            </a:r>
            <a:r>
              <a:rPr lang="en-US" altLang="en-US" dirty="0" err="1">
                <a:latin typeface="+mj-lt"/>
              </a:rPr>
              <a:t>ộng</a:t>
            </a:r>
            <a:r>
              <a:rPr lang="en-US" altLang="en-US" dirty="0">
                <a:latin typeface="+mj-lt"/>
              </a:rPr>
              <a:t> </a:t>
            </a:r>
            <a:r>
              <a:rPr lang="en-US" altLang="en-US" dirty="0" err="1">
                <a:latin typeface="+mj-lt"/>
              </a:rPr>
              <a:t>của</a:t>
            </a:r>
            <a:r>
              <a:rPr lang="en-US" altLang="en-US" dirty="0">
                <a:latin typeface="+mj-lt"/>
              </a:rPr>
              <a:t> </a:t>
            </a:r>
            <a:r>
              <a:rPr lang="en-US" altLang="en-US" dirty="0" err="1">
                <a:latin typeface="+mj-lt"/>
              </a:rPr>
              <a:t>hệ</a:t>
            </a:r>
            <a:r>
              <a:rPr lang="en-US" altLang="en-US" dirty="0">
                <a:latin typeface="+mj-lt"/>
              </a:rPr>
              <a:t> </a:t>
            </a:r>
            <a:r>
              <a:rPr lang="en-US" altLang="en-US" dirty="0" err="1">
                <a:latin typeface="+mj-lt"/>
              </a:rPr>
              <a:t>thống</a:t>
            </a:r>
            <a:r>
              <a:rPr lang="en-US" altLang="en-US" dirty="0">
                <a:latin typeface="+mj-lt"/>
              </a:rPr>
              <a:t>, đ</a:t>
            </a:r>
            <a:r>
              <a:rPr lang="en-US" altLang="en-US" dirty="0" err="1">
                <a:latin typeface="+mj-lt"/>
              </a:rPr>
              <a:t>ặc</a:t>
            </a:r>
            <a:r>
              <a:rPr lang="en-US" altLang="en-US" dirty="0">
                <a:latin typeface="+mj-lt"/>
              </a:rPr>
              <a:t> </a:t>
            </a:r>
            <a:r>
              <a:rPr lang="en-US" altLang="en-US" dirty="0" err="1">
                <a:latin typeface="+mj-lt"/>
              </a:rPr>
              <a:t>biệt</a:t>
            </a:r>
            <a:r>
              <a:rPr lang="en-US" altLang="en-US" dirty="0">
                <a:latin typeface="+mj-lt"/>
              </a:rPr>
              <a:t> </a:t>
            </a:r>
            <a:r>
              <a:rPr lang="en-US" altLang="en-US" dirty="0" err="1">
                <a:latin typeface="+mj-lt"/>
              </a:rPr>
              <a:t>khi</a:t>
            </a:r>
            <a:r>
              <a:rPr lang="en-US" altLang="en-US" dirty="0">
                <a:latin typeface="+mj-lt"/>
              </a:rPr>
              <a:t> </a:t>
            </a:r>
            <a:r>
              <a:rPr lang="en-US" altLang="en-US" dirty="0" err="1">
                <a:latin typeface="+mj-lt"/>
              </a:rPr>
              <a:t>thông</a:t>
            </a:r>
            <a:r>
              <a:rPr lang="en-US" altLang="en-US" dirty="0">
                <a:latin typeface="+mj-lt"/>
              </a:rPr>
              <a:t> tin </a:t>
            </a:r>
            <a:r>
              <a:rPr lang="en-US" altLang="en-US" dirty="0" err="1">
                <a:latin typeface="+mj-lt"/>
              </a:rPr>
              <a:t>từ</a:t>
            </a:r>
            <a:r>
              <a:rPr lang="en-US" altLang="en-US" dirty="0">
                <a:latin typeface="+mj-lt"/>
              </a:rPr>
              <a:t> </a:t>
            </a:r>
            <a:r>
              <a:rPr lang="en-US" altLang="en-US" dirty="0" err="1">
                <a:latin typeface="+mj-lt"/>
              </a:rPr>
              <a:t>phỏng</a:t>
            </a:r>
            <a:r>
              <a:rPr lang="en-US" altLang="en-US" dirty="0">
                <a:latin typeface="+mj-lt"/>
              </a:rPr>
              <a:t> </a:t>
            </a:r>
            <a:r>
              <a:rPr lang="en-US" altLang="en-US" dirty="0" err="1">
                <a:latin typeface="+mj-lt"/>
              </a:rPr>
              <a:t>vấn</a:t>
            </a:r>
            <a:r>
              <a:rPr lang="en-US" altLang="en-US" dirty="0">
                <a:latin typeface="+mj-lt"/>
              </a:rPr>
              <a:t> </a:t>
            </a:r>
            <a:r>
              <a:rPr lang="en-US" altLang="en-US" dirty="0" err="1">
                <a:latin typeface="+mj-lt"/>
              </a:rPr>
              <a:t>hoặc</a:t>
            </a:r>
            <a:r>
              <a:rPr lang="en-US" altLang="en-US" dirty="0">
                <a:latin typeface="+mj-lt"/>
              </a:rPr>
              <a:t> </a:t>
            </a:r>
            <a:r>
              <a:rPr lang="en-US" altLang="en-US" dirty="0" err="1">
                <a:latin typeface="+mj-lt"/>
              </a:rPr>
              <a:t>bảng</a:t>
            </a:r>
            <a:r>
              <a:rPr lang="en-US" altLang="en-US" dirty="0">
                <a:latin typeface="+mj-lt"/>
              </a:rPr>
              <a:t> </a:t>
            </a:r>
            <a:r>
              <a:rPr lang="en-US" altLang="en-US" dirty="0" err="1">
                <a:latin typeface="+mj-lt"/>
              </a:rPr>
              <a:t>câu</a:t>
            </a:r>
            <a:r>
              <a:rPr lang="en-US" altLang="en-US" dirty="0">
                <a:latin typeface="+mj-lt"/>
              </a:rPr>
              <a:t> </a:t>
            </a:r>
            <a:r>
              <a:rPr lang="en-US" altLang="en-US" dirty="0" err="1">
                <a:latin typeface="+mj-lt"/>
              </a:rPr>
              <a:t>hỏi</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xác</a:t>
            </a:r>
            <a:endParaRPr lang="en-US" altLang="en-US" dirty="0">
              <a:latin typeface="+mj-lt"/>
            </a:endParaRPr>
          </a:p>
        </p:txBody>
      </p:sp>
      <p:sp>
        <p:nvSpPr>
          <p:cNvPr id="1595" name="Google Shape;1595;p30"/>
          <p:cNvSpPr txBox="1">
            <a:spLocks noGrp="1"/>
          </p:cNvSpPr>
          <p:nvPr>
            <p:ph type="subTitle" idx="2"/>
          </p:nvPr>
        </p:nvSpPr>
        <p:spPr>
          <a:xfrm>
            <a:off x="3558090" y="2769055"/>
            <a:ext cx="2196600" cy="166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dirty="0">
                <a:latin typeface="+mj-lt"/>
              </a:rPr>
              <a:t>Khi </a:t>
            </a:r>
            <a:r>
              <a:rPr lang="en-US" altLang="en-US" dirty="0" err="1">
                <a:latin typeface="+mj-lt"/>
              </a:rPr>
              <a:t>cần</a:t>
            </a:r>
            <a:r>
              <a:rPr lang="en-US" altLang="en-US" dirty="0">
                <a:latin typeface="+mj-lt"/>
              </a:rPr>
              <a:t> </a:t>
            </a:r>
            <a:r>
              <a:rPr lang="en-US" altLang="en-US" dirty="0" err="1">
                <a:latin typeface="+mj-lt"/>
              </a:rPr>
              <a:t>quan</a:t>
            </a:r>
            <a:r>
              <a:rPr lang="en-US" altLang="en-US" dirty="0">
                <a:latin typeface="+mj-lt"/>
              </a:rPr>
              <a:t> </a:t>
            </a:r>
            <a:r>
              <a:rPr lang="en-US" altLang="en-US" dirty="0" err="1">
                <a:latin typeface="+mj-lt"/>
              </a:rPr>
              <a:t>sát</a:t>
            </a:r>
            <a:r>
              <a:rPr lang="en-US" altLang="en-US" dirty="0">
                <a:latin typeface="+mj-lt"/>
              </a:rPr>
              <a:t> </a:t>
            </a:r>
            <a:r>
              <a:rPr lang="en-US" altLang="en-US" dirty="0" err="1">
                <a:latin typeface="+mj-lt"/>
              </a:rPr>
              <a:t>cách</a:t>
            </a:r>
            <a:r>
              <a:rPr lang="en-US" altLang="en-US" dirty="0">
                <a:latin typeface="+mj-lt"/>
              </a:rPr>
              <a:t> </a:t>
            </a:r>
            <a:r>
              <a:rPr lang="en-US" altLang="en-US" dirty="0" err="1">
                <a:latin typeface="+mj-lt"/>
              </a:rPr>
              <a:t>nhân</a:t>
            </a:r>
            <a:r>
              <a:rPr lang="en-US" altLang="en-US" dirty="0">
                <a:latin typeface="+mj-lt"/>
              </a:rPr>
              <a:t> </a:t>
            </a:r>
            <a:r>
              <a:rPr lang="en-US" altLang="en-US" dirty="0" err="1">
                <a:latin typeface="+mj-lt"/>
              </a:rPr>
              <a:t>viên</a:t>
            </a:r>
            <a:r>
              <a:rPr lang="en-US" altLang="en-US" dirty="0">
                <a:latin typeface="+mj-lt"/>
              </a:rPr>
              <a:t> </a:t>
            </a:r>
            <a:r>
              <a:rPr lang="en-US" altLang="en-US" dirty="0" err="1">
                <a:latin typeface="+mj-lt"/>
              </a:rPr>
              <a:t>thực</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việc</a:t>
            </a:r>
            <a:r>
              <a:rPr lang="en-US" altLang="en-US" dirty="0">
                <a:latin typeface="+mj-lt"/>
              </a:rPr>
              <a:t>, </a:t>
            </a:r>
            <a:r>
              <a:rPr lang="en-US" altLang="en-US" dirty="0" err="1">
                <a:latin typeface="+mj-lt"/>
              </a:rPr>
              <a:t>ghi</a:t>
            </a:r>
            <a:r>
              <a:rPr lang="en-US" altLang="en-US" dirty="0">
                <a:latin typeface="+mj-lt"/>
              </a:rPr>
              <a:t> </a:t>
            </a:r>
            <a:r>
              <a:rPr lang="en-US" altLang="en-US" dirty="0" err="1">
                <a:latin typeface="+mj-lt"/>
              </a:rPr>
              <a:t>nhận</a:t>
            </a:r>
            <a:r>
              <a:rPr lang="en-US" altLang="en-US" dirty="0">
                <a:latin typeface="+mj-lt"/>
              </a:rPr>
              <a:t> </a:t>
            </a:r>
            <a:r>
              <a:rPr lang="en-US" altLang="en-US" dirty="0" err="1">
                <a:latin typeface="+mj-lt"/>
              </a:rPr>
              <a:t>những</a:t>
            </a:r>
            <a:r>
              <a:rPr lang="en-US" altLang="en-US" dirty="0">
                <a:latin typeface="+mj-lt"/>
              </a:rPr>
              <a:t> </a:t>
            </a:r>
            <a:r>
              <a:rPr lang="en-US" altLang="en-US" dirty="0" err="1">
                <a:latin typeface="+mj-lt"/>
              </a:rPr>
              <a:t>thao</a:t>
            </a:r>
            <a:r>
              <a:rPr lang="en-US" altLang="en-US" dirty="0">
                <a:latin typeface="+mj-lt"/>
              </a:rPr>
              <a:t> </a:t>
            </a:r>
            <a:r>
              <a:rPr lang="en-US" altLang="en-US" dirty="0" err="1">
                <a:latin typeface="+mj-lt"/>
              </a:rPr>
              <a:t>tác</a:t>
            </a:r>
            <a:r>
              <a:rPr lang="en-US" altLang="en-US" dirty="0">
                <a:latin typeface="+mj-lt"/>
              </a:rPr>
              <a:t> </a:t>
            </a:r>
            <a:r>
              <a:rPr lang="en-US" altLang="en-US" dirty="0" err="1">
                <a:latin typeface="+mj-lt"/>
              </a:rPr>
              <a:t>hoặc</a:t>
            </a:r>
            <a:r>
              <a:rPr lang="en-US" altLang="en-US" dirty="0">
                <a:latin typeface="+mj-lt"/>
              </a:rPr>
              <a:t> </a:t>
            </a:r>
            <a:r>
              <a:rPr lang="en-US" altLang="en-US" dirty="0" err="1">
                <a:latin typeface="+mj-lt"/>
              </a:rPr>
              <a:t>quy</a:t>
            </a:r>
            <a:r>
              <a:rPr lang="en-US" altLang="en-US" dirty="0">
                <a:latin typeface="+mj-lt"/>
              </a:rPr>
              <a:t> </a:t>
            </a:r>
            <a:r>
              <a:rPr lang="en-US" altLang="en-US" dirty="0" err="1">
                <a:latin typeface="+mj-lt"/>
              </a:rPr>
              <a:t>trình</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thức</a:t>
            </a:r>
            <a:endParaRPr lang="en-US" altLang="en-US" dirty="0">
              <a:latin typeface="+mj-lt"/>
            </a:endParaRPr>
          </a:p>
        </p:txBody>
      </p:sp>
      <p:sp>
        <p:nvSpPr>
          <p:cNvPr id="1596" name="Google Shape;1596;p30"/>
          <p:cNvSpPr txBox="1">
            <a:spLocks noGrp="1"/>
          </p:cNvSpPr>
          <p:nvPr>
            <p:ph type="subTitle" idx="3"/>
          </p:nvPr>
        </p:nvSpPr>
        <p:spPr>
          <a:xfrm>
            <a:off x="6339426" y="3140530"/>
            <a:ext cx="2196600" cy="166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US" dirty="0">
                <a:latin typeface="+mj-lt"/>
              </a:rPr>
              <a:t>Khi </a:t>
            </a:r>
            <a:r>
              <a:rPr lang="en-US" altLang="en-US" dirty="0" err="1">
                <a:latin typeface="+mj-lt"/>
              </a:rPr>
              <a:t>những</a:t>
            </a:r>
            <a:r>
              <a:rPr lang="en-US" altLang="en-US" dirty="0">
                <a:latin typeface="+mj-lt"/>
              </a:rPr>
              <a:t> </a:t>
            </a:r>
            <a:r>
              <a:rPr lang="en-US" altLang="en-US" dirty="0" err="1">
                <a:latin typeface="+mj-lt"/>
              </a:rPr>
              <a:t>hành</a:t>
            </a:r>
            <a:r>
              <a:rPr lang="en-US" altLang="en-US" dirty="0">
                <a:latin typeface="+mj-lt"/>
              </a:rPr>
              <a:t> vi </a:t>
            </a:r>
            <a:r>
              <a:rPr lang="en-US" altLang="en-US" dirty="0" err="1">
                <a:latin typeface="+mj-lt"/>
              </a:rPr>
              <a:t>hoặc</a:t>
            </a:r>
            <a:r>
              <a:rPr lang="en-US" altLang="en-US" dirty="0">
                <a:latin typeface="+mj-lt"/>
              </a:rPr>
              <a:t> </a:t>
            </a:r>
            <a:r>
              <a:rPr lang="en-US" altLang="en-US" dirty="0" err="1">
                <a:latin typeface="+mj-lt"/>
              </a:rPr>
              <a:t>quy</a:t>
            </a:r>
            <a:r>
              <a:rPr lang="en-US" altLang="en-US" dirty="0">
                <a:latin typeface="+mj-lt"/>
              </a:rPr>
              <a:t> </a:t>
            </a:r>
            <a:r>
              <a:rPr lang="en-US" altLang="en-US" dirty="0" err="1">
                <a:latin typeface="+mj-lt"/>
              </a:rPr>
              <a:t>trình</a:t>
            </a:r>
            <a:r>
              <a:rPr lang="en-US" altLang="en-US" dirty="0">
                <a:latin typeface="+mj-lt"/>
              </a:rPr>
              <a:t> </a:t>
            </a:r>
            <a:r>
              <a:rPr lang="en-US" altLang="en-US" dirty="0" err="1">
                <a:latin typeface="+mj-lt"/>
              </a:rPr>
              <a:t>không</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các</a:t>
            </a:r>
            <a:r>
              <a:rPr lang="en-US" altLang="en-US" dirty="0">
                <a:latin typeface="+mj-lt"/>
              </a:rPr>
              <a:t> </a:t>
            </a:r>
            <a:r>
              <a:rPr lang="en-US" altLang="en-US" dirty="0" err="1">
                <a:latin typeface="+mj-lt"/>
              </a:rPr>
              <a:t>báo</a:t>
            </a:r>
            <a:r>
              <a:rPr lang="en-US" altLang="en-US" dirty="0">
                <a:latin typeface="+mj-lt"/>
              </a:rPr>
              <a:t> </a:t>
            </a:r>
            <a:r>
              <a:rPr lang="en-US" altLang="en-US" dirty="0" err="1">
                <a:latin typeface="+mj-lt"/>
              </a:rPr>
              <a:t>cáo</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thức</a:t>
            </a:r>
            <a:r>
              <a:rPr lang="en-US" altLang="en-US" dirty="0">
                <a:latin typeface="+mj-lt"/>
              </a:rPr>
              <a:t>, </a:t>
            </a:r>
            <a:r>
              <a:rPr lang="en-US" altLang="en-US" dirty="0" err="1">
                <a:latin typeface="+mj-lt"/>
              </a:rPr>
              <a:t>quan</a:t>
            </a:r>
            <a:r>
              <a:rPr lang="en-US" altLang="en-US" dirty="0">
                <a:latin typeface="+mj-lt"/>
              </a:rPr>
              <a:t> </a:t>
            </a:r>
            <a:r>
              <a:rPr lang="en-US" altLang="en-US" dirty="0" err="1">
                <a:latin typeface="+mj-lt"/>
              </a:rPr>
              <a:t>sát</a:t>
            </a:r>
            <a:r>
              <a:rPr lang="en-US" altLang="en-US" dirty="0">
                <a:latin typeface="+mj-lt"/>
              </a:rPr>
              <a:t> </a:t>
            </a:r>
            <a:r>
              <a:rPr lang="en-US" altLang="en-US" dirty="0" err="1">
                <a:latin typeface="+mj-lt"/>
              </a:rPr>
              <a:t>giúp</a:t>
            </a:r>
            <a:r>
              <a:rPr lang="en-US" altLang="en-US" dirty="0">
                <a:latin typeface="+mj-lt"/>
              </a:rPr>
              <a:t> </a:t>
            </a:r>
            <a:r>
              <a:rPr lang="en-US" altLang="en-US" dirty="0" err="1">
                <a:latin typeface="+mj-lt"/>
              </a:rPr>
              <a:t>phát</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ra</a:t>
            </a:r>
            <a:r>
              <a:rPr lang="en-US" altLang="en-US" dirty="0">
                <a:latin typeface="+mj-lt"/>
              </a:rPr>
              <a:t> </a:t>
            </a:r>
            <a:r>
              <a:rPr lang="en-US" altLang="en-US" dirty="0" err="1">
                <a:latin typeface="+mj-lt"/>
              </a:rPr>
              <a:t>những</a:t>
            </a:r>
            <a:r>
              <a:rPr lang="en-US" altLang="en-US" dirty="0">
                <a:latin typeface="+mj-lt"/>
              </a:rPr>
              <a:t> </a:t>
            </a:r>
            <a:r>
              <a:rPr lang="en-US" altLang="en-US" dirty="0" err="1">
                <a:latin typeface="+mj-lt"/>
              </a:rPr>
              <a:t>yếu</a:t>
            </a:r>
            <a:r>
              <a:rPr lang="en-US" altLang="en-US" dirty="0">
                <a:latin typeface="+mj-lt"/>
              </a:rPr>
              <a:t> </a:t>
            </a:r>
            <a:r>
              <a:rPr lang="en-US" altLang="en-US" dirty="0" err="1">
                <a:latin typeface="+mj-lt"/>
              </a:rPr>
              <a:t>tố</a:t>
            </a:r>
            <a:r>
              <a:rPr lang="en-US" altLang="en-US" dirty="0">
                <a:latin typeface="+mj-lt"/>
              </a:rPr>
              <a:t> </a:t>
            </a:r>
            <a:r>
              <a:rPr lang="en-US" altLang="en-US" dirty="0" err="1">
                <a:latin typeface="+mj-lt"/>
              </a:rPr>
              <a:t>không</a:t>
            </a:r>
            <a:r>
              <a:rPr lang="en-US" altLang="en-US" dirty="0">
                <a:latin typeface="+mj-lt"/>
              </a:rPr>
              <a:t> đư</a:t>
            </a:r>
            <a:r>
              <a:rPr lang="en-US" altLang="en-US" dirty="0" err="1">
                <a:latin typeface="+mj-lt"/>
              </a:rPr>
              <a:t>ợc</a:t>
            </a:r>
            <a:r>
              <a:rPr lang="en-US" altLang="en-US" dirty="0">
                <a:latin typeface="+mj-lt"/>
              </a:rPr>
              <a:t> </a:t>
            </a:r>
            <a:r>
              <a:rPr lang="en-US" altLang="en-US" dirty="0" err="1">
                <a:latin typeface="+mj-lt"/>
              </a:rPr>
              <a:t>nhìn</a:t>
            </a:r>
            <a:r>
              <a:rPr lang="en-US" altLang="en-US" dirty="0">
                <a:latin typeface="+mj-lt"/>
              </a:rPr>
              <a:t> </a:t>
            </a:r>
            <a:r>
              <a:rPr lang="en-US" altLang="en-US" dirty="0" err="1">
                <a:latin typeface="+mj-lt"/>
              </a:rPr>
              <a:t>thấy</a:t>
            </a:r>
            <a:r>
              <a:rPr lang="en-US" altLang="en-US" dirty="0">
                <a:latin typeface="+mj-lt"/>
              </a:rPr>
              <a:t> </a:t>
            </a:r>
            <a:r>
              <a:rPr lang="en-US" altLang="en-US" dirty="0" err="1">
                <a:latin typeface="+mj-lt"/>
              </a:rPr>
              <a:t>trong</a:t>
            </a:r>
            <a:r>
              <a:rPr lang="en-US" altLang="en-US" dirty="0">
                <a:latin typeface="+mj-lt"/>
              </a:rPr>
              <a:t> </a:t>
            </a:r>
            <a:r>
              <a:rPr lang="en-US" altLang="en-US" dirty="0" err="1">
                <a:latin typeface="+mj-lt"/>
              </a:rPr>
              <a:t>các</a:t>
            </a:r>
            <a:r>
              <a:rPr lang="en-US" altLang="en-US" dirty="0">
                <a:latin typeface="+mj-lt"/>
              </a:rPr>
              <a:t> </a:t>
            </a:r>
            <a:r>
              <a:rPr lang="en-US" altLang="en-US" dirty="0" err="1">
                <a:latin typeface="+mj-lt"/>
              </a:rPr>
              <a:t>tài</a:t>
            </a:r>
            <a:r>
              <a:rPr lang="en-US" altLang="en-US" dirty="0">
                <a:latin typeface="+mj-lt"/>
              </a:rPr>
              <a:t> </a:t>
            </a:r>
            <a:r>
              <a:rPr lang="en-US" altLang="en-US" dirty="0" err="1">
                <a:latin typeface="+mj-lt"/>
              </a:rPr>
              <a:t>liệu</a:t>
            </a:r>
            <a:r>
              <a:rPr lang="en-US" altLang="en-US" dirty="0">
                <a:latin typeface="+mj-lt"/>
              </a:rPr>
              <a:t> </a:t>
            </a:r>
            <a:r>
              <a:rPr lang="en-US" altLang="en-US" dirty="0" err="1">
                <a:latin typeface="+mj-lt"/>
              </a:rPr>
              <a:t>chính</a:t>
            </a:r>
            <a:r>
              <a:rPr lang="en-US" altLang="en-US" dirty="0">
                <a:latin typeface="+mj-lt"/>
              </a:rPr>
              <a:t> </a:t>
            </a:r>
            <a:r>
              <a:rPr lang="en-US" altLang="en-US" dirty="0" err="1">
                <a:latin typeface="+mj-lt"/>
              </a:rPr>
              <a:t>thức</a:t>
            </a:r>
            <a:endParaRPr lang="en-US" altLang="en-US" dirty="0">
              <a:latin typeface="+mj-lt"/>
            </a:endParaRPr>
          </a:p>
        </p:txBody>
      </p:sp>
      <p:sp>
        <p:nvSpPr>
          <p:cNvPr id="1597" name="Google Shape;1597;p30"/>
          <p:cNvSpPr txBox="1">
            <a:spLocks noGrp="1"/>
          </p:cNvSpPr>
          <p:nvPr>
            <p:ph type="subTitle" idx="6"/>
          </p:nvPr>
        </p:nvSpPr>
        <p:spPr>
          <a:xfrm>
            <a:off x="6145116" y="2526165"/>
            <a:ext cx="2196600" cy="80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US" dirty="0" err="1">
                <a:latin typeface="+mj-lt"/>
              </a:rPr>
              <a:t>Phát</a:t>
            </a:r>
            <a:r>
              <a:rPr lang="en-US" altLang="en-US" dirty="0">
                <a:latin typeface="+mj-lt"/>
              </a:rPr>
              <a:t> </a:t>
            </a:r>
            <a:r>
              <a:rPr lang="en-US" altLang="en-US" dirty="0" err="1">
                <a:latin typeface="+mj-lt"/>
              </a:rPr>
              <a:t>hiện</a:t>
            </a:r>
            <a:r>
              <a:rPr lang="en-US" altLang="en-US" dirty="0">
                <a:latin typeface="+mj-lt"/>
              </a:rPr>
              <a:t> </a:t>
            </a:r>
            <a:r>
              <a:rPr lang="en-US" altLang="en-US" dirty="0" err="1">
                <a:latin typeface="+mj-lt"/>
              </a:rPr>
              <a:t>yếu</a:t>
            </a:r>
            <a:r>
              <a:rPr lang="en-US" altLang="en-US" dirty="0">
                <a:latin typeface="+mj-lt"/>
              </a:rPr>
              <a:t> </a:t>
            </a:r>
            <a:r>
              <a:rPr lang="en-US" altLang="en-US" dirty="0" err="1">
                <a:latin typeface="+mj-lt"/>
              </a:rPr>
              <a:t>tố</a:t>
            </a:r>
            <a:r>
              <a:rPr lang="en-US" altLang="en-US" dirty="0">
                <a:latin typeface="+mj-lt"/>
              </a:rPr>
              <a:t> </a:t>
            </a:r>
            <a:r>
              <a:rPr lang="en-US" altLang="en-US" dirty="0" err="1">
                <a:latin typeface="+mj-lt"/>
              </a:rPr>
              <a:t>ẩn</a:t>
            </a:r>
            <a:endParaRPr lang="en-US" altLang="en-US" dirty="0">
              <a:latin typeface="+mj-lt"/>
            </a:endParaRPr>
          </a:p>
        </p:txBody>
      </p:sp>
      <p:grpSp>
        <p:nvGrpSpPr>
          <p:cNvPr id="1598" name="Google Shape;1598;p30"/>
          <p:cNvGrpSpPr/>
          <p:nvPr/>
        </p:nvGrpSpPr>
        <p:grpSpPr>
          <a:xfrm>
            <a:off x="271724" y="3430117"/>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grpSp>
        <p:nvGrpSpPr>
          <p:cNvPr id="1035" name="Google Shape;1035;p25"/>
          <p:cNvGrpSpPr/>
          <p:nvPr/>
        </p:nvGrpSpPr>
        <p:grpSpPr>
          <a:xfrm>
            <a:off x="937895" y="1144905"/>
            <a:ext cx="1170305" cy="460375"/>
            <a:chOff x="6947135" y="2460525"/>
            <a:chExt cx="1239906" cy="584116"/>
          </a:xfrm>
        </p:grpSpPr>
        <p:sp>
          <p:nvSpPr>
            <p:cNvPr id="1036" name="Google Shape;1036;p25"/>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5"/>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5"/>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5"/>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5"/>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5"/>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5"/>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5"/>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5"/>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5"/>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5"/>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5"/>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5"/>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5"/>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5"/>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5"/>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5"/>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5"/>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5"/>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5"/>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5"/>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5"/>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5"/>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5"/>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5"/>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5"/>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5"/>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5"/>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5"/>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5"/>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5"/>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7" name="Google Shape;1647;p31"/>
          <p:cNvGrpSpPr/>
          <p:nvPr/>
        </p:nvGrpSpPr>
        <p:grpSpPr>
          <a:xfrm>
            <a:off x="3499485" y="1148715"/>
            <a:ext cx="1307465" cy="916305"/>
            <a:chOff x="713230" y="2963286"/>
            <a:chExt cx="1329443" cy="916475"/>
          </a:xfrm>
        </p:grpSpPr>
        <p:sp>
          <p:nvSpPr>
            <p:cNvPr id="1648" name="Google Shape;1648;p31"/>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1"/>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1"/>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1"/>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1"/>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1"/>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1"/>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1"/>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1"/>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1"/>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1"/>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1"/>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1"/>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1"/>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1"/>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1"/>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1"/>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1"/>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1"/>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1"/>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1"/>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1"/>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1"/>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1"/>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1"/>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1"/>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1"/>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1"/>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1"/>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1"/>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1"/>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1"/>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1"/>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1"/>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1"/>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1"/>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1"/>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1"/>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1"/>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1"/>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9" name="Google Shape;2469;p44"/>
          <p:cNvGrpSpPr/>
          <p:nvPr/>
        </p:nvGrpSpPr>
        <p:grpSpPr>
          <a:xfrm>
            <a:off x="6641681" y="1821867"/>
            <a:ext cx="1155302" cy="839709"/>
            <a:chOff x="6118309" y="3585394"/>
            <a:chExt cx="1155302" cy="839709"/>
          </a:xfrm>
        </p:grpSpPr>
        <p:sp>
          <p:nvSpPr>
            <p:cNvPr id="2470" name="Google Shape;2470;p44"/>
            <p:cNvSpPr/>
            <p:nvPr/>
          </p:nvSpPr>
          <p:spPr>
            <a:xfrm>
              <a:off x="6880065" y="4082433"/>
              <a:ext cx="366987" cy="342670"/>
            </a:xfrm>
            <a:custGeom>
              <a:avLst/>
              <a:gdLst/>
              <a:ahLst/>
              <a:cxnLst/>
              <a:rect l="l" t="t" r="r" b="b"/>
              <a:pathLst>
                <a:path w="19815" h="18502" extrusionOk="0">
                  <a:moveTo>
                    <a:pt x="9859" y="1"/>
                  </a:moveTo>
                  <a:cubicBezTo>
                    <a:pt x="5393" y="1"/>
                    <a:pt x="1461" y="3274"/>
                    <a:pt x="768" y="7855"/>
                  </a:cubicBezTo>
                  <a:cubicBezTo>
                    <a:pt x="0" y="12891"/>
                    <a:pt x="3469" y="17628"/>
                    <a:pt x="8506" y="18395"/>
                  </a:cubicBezTo>
                  <a:cubicBezTo>
                    <a:pt x="8976" y="18467"/>
                    <a:pt x="9444" y="18502"/>
                    <a:pt x="9905" y="18502"/>
                  </a:cubicBezTo>
                  <a:cubicBezTo>
                    <a:pt x="14393" y="18502"/>
                    <a:pt x="18352" y="15224"/>
                    <a:pt x="19047" y="10657"/>
                  </a:cubicBezTo>
                  <a:cubicBezTo>
                    <a:pt x="19814" y="5586"/>
                    <a:pt x="16345" y="883"/>
                    <a:pt x="11308" y="116"/>
                  </a:cubicBezTo>
                  <a:cubicBezTo>
                    <a:pt x="10821" y="38"/>
                    <a:pt x="10337" y="1"/>
                    <a:pt x="98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4"/>
            <p:cNvSpPr/>
            <p:nvPr/>
          </p:nvSpPr>
          <p:spPr>
            <a:xfrm>
              <a:off x="6902309" y="4048726"/>
              <a:ext cx="366987" cy="367617"/>
            </a:xfrm>
            <a:custGeom>
              <a:avLst/>
              <a:gdLst/>
              <a:ahLst/>
              <a:cxnLst/>
              <a:rect l="l" t="t" r="r" b="b"/>
              <a:pathLst>
                <a:path w="19815" h="19849" extrusionOk="0">
                  <a:moveTo>
                    <a:pt x="11308" y="768"/>
                  </a:moveTo>
                  <a:cubicBezTo>
                    <a:pt x="6271" y="1"/>
                    <a:pt x="1535" y="3470"/>
                    <a:pt x="767" y="8507"/>
                  </a:cubicBezTo>
                  <a:cubicBezTo>
                    <a:pt x="0" y="13577"/>
                    <a:pt x="3469" y="18281"/>
                    <a:pt x="8506" y="19081"/>
                  </a:cubicBezTo>
                  <a:cubicBezTo>
                    <a:pt x="13543" y="19848"/>
                    <a:pt x="18280" y="16379"/>
                    <a:pt x="19047" y="11309"/>
                  </a:cubicBezTo>
                  <a:cubicBezTo>
                    <a:pt x="19814" y="6272"/>
                    <a:pt x="16345" y="1569"/>
                    <a:pt x="11308" y="7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4"/>
            <p:cNvSpPr/>
            <p:nvPr/>
          </p:nvSpPr>
          <p:spPr>
            <a:xfrm>
              <a:off x="6897975" y="4057301"/>
              <a:ext cx="375637" cy="350393"/>
            </a:xfrm>
            <a:custGeom>
              <a:avLst/>
              <a:gdLst/>
              <a:ahLst/>
              <a:cxnLst/>
              <a:rect l="l" t="t" r="r" b="b"/>
              <a:pathLst>
                <a:path w="20282" h="18919" extrusionOk="0">
                  <a:moveTo>
                    <a:pt x="10108" y="405"/>
                  </a:moveTo>
                  <a:cubicBezTo>
                    <a:pt x="10575" y="405"/>
                    <a:pt x="11042" y="472"/>
                    <a:pt x="11509" y="539"/>
                  </a:cubicBezTo>
                  <a:cubicBezTo>
                    <a:pt x="16446" y="1272"/>
                    <a:pt x="19815" y="5909"/>
                    <a:pt x="19081" y="10846"/>
                  </a:cubicBezTo>
                  <a:cubicBezTo>
                    <a:pt x="18387" y="15284"/>
                    <a:pt x="14522" y="18493"/>
                    <a:pt x="10159" y="18493"/>
                  </a:cubicBezTo>
                  <a:cubicBezTo>
                    <a:pt x="9702" y="18493"/>
                    <a:pt x="9239" y="18458"/>
                    <a:pt x="8774" y="18385"/>
                  </a:cubicBezTo>
                  <a:cubicBezTo>
                    <a:pt x="3837" y="17651"/>
                    <a:pt x="434" y="13014"/>
                    <a:pt x="1202" y="8077"/>
                  </a:cubicBezTo>
                  <a:cubicBezTo>
                    <a:pt x="1568" y="5709"/>
                    <a:pt x="2836" y="3608"/>
                    <a:pt x="4804" y="2173"/>
                  </a:cubicBezTo>
                  <a:cubicBezTo>
                    <a:pt x="6372" y="1039"/>
                    <a:pt x="8207" y="405"/>
                    <a:pt x="10108" y="405"/>
                  </a:cubicBezTo>
                  <a:close/>
                  <a:moveTo>
                    <a:pt x="10146" y="0"/>
                  </a:moveTo>
                  <a:cubicBezTo>
                    <a:pt x="8136" y="0"/>
                    <a:pt x="6184" y="625"/>
                    <a:pt x="4537" y="1840"/>
                  </a:cubicBezTo>
                  <a:cubicBezTo>
                    <a:pt x="2502" y="3341"/>
                    <a:pt x="1168" y="5542"/>
                    <a:pt x="801" y="8044"/>
                  </a:cubicBezTo>
                  <a:cubicBezTo>
                    <a:pt x="1" y="13181"/>
                    <a:pt x="3570" y="18018"/>
                    <a:pt x="8707" y="18818"/>
                  </a:cubicBezTo>
                  <a:cubicBezTo>
                    <a:pt x="9207" y="18885"/>
                    <a:pt x="9674" y="18918"/>
                    <a:pt x="10175" y="18918"/>
                  </a:cubicBezTo>
                  <a:cubicBezTo>
                    <a:pt x="12176" y="18918"/>
                    <a:pt x="14111" y="18285"/>
                    <a:pt x="15745" y="17084"/>
                  </a:cubicBezTo>
                  <a:cubicBezTo>
                    <a:pt x="17780" y="15583"/>
                    <a:pt x="19114" y="13381"/>
                    <a:pt x="19481" y="10879"/>
                  </a:cubicBezTo>
                  <a:cubicBezTo>
                    <a:pt x="20282" y="5742"/>
                    <a:pt x="16746" y="906"/>
                    <a:pt x="11576" y="105"/>
                  </a:cubicBezTo>
                  <a:cubicBezTo>
                    <a:pt x="11098" y="35"/>
                    <a:pt x="10620" y="0"/>
                    <a:pt x="10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4"/>
            <p:cNvSpPr/>
            <p:nvPr/>
          </p:nvSpPr>
          <p:spPr>
            <a:xfrm>
              <a:off x="7021545" y="4166110"/>
              <a:ext cx="144572" cy="144591"/>
            </a:xfrm>
            <a:custGeom>
              <a:avLst/>
              <a:gdLst/>
              <a:ahLst/>
              <a:cxnLst/>
              <a:rect l="l" t="t" r="r" b="b"/>
              <a:pathLst>
                <a:path w="7806" h="7807" extrusionOk="0">
                  <a:moveTo>
                    <a:pt x="0" y="1"/>
                  </a:moveTo>
                  <a:lnTo>
                    <a:pt x="2702" y="7806"/>
                  </a:lnTo>
                  <a:lnTo>
                    <a:pt x="3636" y="4904"/>
                  </a:lnTo>
                  <a:lnTo>
                    <a:pt x="6038" y="7406"/>
                  </a:lnTo>
                  <a:lnTo>
                    <a:pt x="6438" y="7006"/>
                  </a:lnTo>
                  <a:lnTo>
                    <a:pt x="7005" y="6439"/>
                  </a:lnTo>
                  <a:lnTo>
                    <a:pt x="7405" y="6038"/>
                  </a:lnTo>
                  <a:lnTo>
                    <a:pt x="4904" y="3637"/>
                  </a:lnTo>
                  <a:lnTo>
                    <a:pt x="7806" y="2703"/>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4"/>
            <p:cNvSpPr/>
            <p:nvPr/>
          </p:nvSpPr>
          <p:spPr>
            <a:xfrm>
              <a:off x="7017211" y="4161998"/>
              <a:ext cx="153240" cy="153018"/>
            </a:xfrm>
            <a:custGeom>
              <a:avLst/>
              <a:gdLst/>
              <a:ahLst/>
              <a:cxnLst/>
              <a:rect l="l" t="t" r="r" b="b"/>
              <a:pathLst>
                <a:path w="8274" h="8262" extrusionOk="0">
                  <a:moveTo>
                    <a:pt x="568" y="556"/>
                  </a:moveTo>
                  <a:lnTo>
                    <a:pt x="7373" y="2925"/>
                  </a:lnTo>
                  <a:lnTo>
                    <a:pt x="5071" y="3659"/>
                  </a:lnTo>
                  <a:cubicBezTo>
                    <a:pt x="5004" y="3659"/>
                    <a:pt x="4937" y="3725"/>
                    <a:pt x="4937" y="3792"/>
                  </a:cubicBezTo>
                  <a:cubicBezTo>
                    <a:pt x="4904" y="3859"/>
                    <a:pt x="4937" y="3959"/>
                    <a:pt x="5004" y="3992"/>
                  </a:cubicBezTo>
                  <a:lnTo>
                    <a:pt x="7339" y="6260"/>
                  </a:lnTo>
                  <a:lnTo>
                    <a:pt x="6272" y="7328"/>
                  </a:lnTo>
                  <a:lnTo>
                    <a:pt x="4003" y="4993"/>
                  </a:lnTo>
                  <a:cubicBezTo>
                    <a:pt x="3970" y="4926"/>
                    <a:pt x="3870" y="4926"/>
                    <a:pt x="3803" y="4926"/>
                  </a:cubicBezTo>
                  <a:cubicBezTo>
                    <a:pt x="3737" y="4960"/>
                    <a:pt x="3670" y="4993"/>
                    <a:pt x="3670" y="5060"/>
                  </a:cubicBezTo>
                  <a:lnTo>
                    <a:pt x="2936" y="7361"/>
                  </a:lnTo>
                  <a:lnTo>
                    <a:pt x="568" y="556"/>
                  </a:lnTo>
                  <a:close/>
                  <a:moveTo>
                    <a:pt x="208" y="1"/>
                  </a:moveTo>
                  <a:cubicBezTo>
                    <a:pt x="163" y="1"/>
                    <a:pt x="120" y="17"/>
                    <a:pt x="101" y="56"/>
                  </a:cubicBezTo>
                  <a:cubicBezTo>
                    <a:pt x="34" y="123"/>
                    <a:pt x="1" y="189"/>
                    <a:pt x="34" y="290"/>
                  </a:cubicBezTo>
                  <a:lnTo>
                    <a:pt x="2769" y="8095"/>
                  </a:lnTo>
                  <a:cubicBezTo>
                    <a:pt x="2769" y="8195"/>
                    <a:pt x="2869" y="8262"/>
                    <a:pt x="2936" y="8262"/>
                  </a:cubicBezTo>
                  <a:cubicBezTo>
                    <a:pt x="3036" y="8262"/>
                    <a:pt x="3136" y="8195"/>
                    <a:pt x="3136" y="8095"/>
                  </a:cubicBezTo>
                  <a:lnTo>
                    <a:pt x="3937" y="5527"/>
                  </a:lnTo>
                  <a:lnTo>
                    <a:pt x="6138" y="7762"/>
                  </a:lnTo>
                  <a:cubicBezTo>
                    <a:pt x="6172" y="7795"/>
                    <a:pt x="6238" y="7828"/>
                    <a:pt x="6272" y="7828"/>
                  </a:cubicBezTo>
                  <a:cubicBezTo>
                    <a:pt x="6338" y="7828"/>
                    <a:pt x="6372" y="7795"/>
                    <a:pt x="6439" y="7762"/>
                  </a:cubicBezTo>
                  <a:lnTo>
                    <a:pt x="7773" y="6427"/>
                  </a:lnTo>
                  <a:cubicBezTo>
                    <a:pt x="7806" y="6361"/>
                    <a:pt x="7840" y="6327"/>
                    <a:pt x="7840" y="6260"/>
                  </a:cubicBezTo>
                  <a:cubicBezTo>
                    <a:pt x="7840" y="6227"/>
                    <a:pt x="7806" y="6160"/>
                    <a:pt x="7773" y="6127"/>
                  </a:cubicBezTo>
                  <a:lnTo>
                    <a:pt x="5538" y="3925"/>
                  </a:lnTo>
                  <a:lnTo>
                    <a:pt x="8106" y="3125"/>
                  </a:lnTo>
                  <a:cubicBezTo>
                    <a:pt x="8206" y="3125"/>
                    <a:pt x="8273" y="3025"/>
                    <a:pt x="8273" y="2925"/>
                  </a:cubicBezTo>
                  <a:cubicBezTo>
                    <a:pt x="8273" y="2858"/>
                    <a:pt x="8206" y="2758"/>
                    <a:pt x="8140" y="2725"/>
                  </a:cubicBezTo>
                  <a:lnTo>
                    <a:pt x="301" y="23"/>
                  </a:lnTo>
                  <a:cubicBezTo>
                    <a:pt x="273" y="9"/>
                    <a:pt x="240" y="1"/>
                    <a:pt x="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4"/>
            <p:cNvSpPr/>
            <p:nvPr/>
          </p:nvSpPr>
          <p:spPr>
            <a:xfrm>
              <a:off x="6138701" y="3605100"/>
              <a:ext cx="647465" cy="572771"/>
            </a:xfrm>
            <a:custGeom>
              <a:avLst/>
              <a:gdLst/>
              <a:ahLst/>
              <a:cxnLst/>
              <a:rect l="l" t="t" r="r" b="b"/>
              <a:pathLst>
                <a:path w="34959" h="30926" extrusionOk="0">
                  <a:moveTo>
                    <a:pt x="450" y="0"/>
                  </a:moveTo>
                  <a:cubicBezTo>
                    <a:pt x="205" y="0"/>
                    <a:pt x="1" y="221"/>
                    <a:pt x="1" y="470"/>
                  </a:cubicBezTo>
                  <a:lnTo>
                    <a:pt x="1" y="30425"/>
                  </a:lnTo>
                  <a:cubicBezTo>
                    <a:pt x="1" y="30692"/>
                    <a:pt x="201" y="30926"/>
                    <a:pt x="468" y="30926"/>
                  </a:cubicBezTo>
                  <a:lnTo>
                    <a:pt x="34459" y="30926"/>
                  </a:lnTo>
                  <a:cubicBezTo>
                    <a:pt x="34726" y="30926"/>
                    <a:pt x="34926" y="30725"/>
                    <a:pt x="34926" y="30459"/>
                  </a:cubicBezTo>
                  <a:lnTo>
                    <a:pt x="34959" y="504"/>
                  </a:lnTo>
                  <a:cubicBezTo>
                    <a:pt x="34959" y="237"/>
                    <a:pt x="34726" y="3"/>
                    <a:pt x="34459" y="3"/>
                  </a:cubicBezTo>
                  <a:lnTo>
                    <a:pt x="501" y="3"/>
                  </a:lnTo>
                  <a:cubicBezTo>
                    <a:pt x="484" y="1"/>
                    <a:pt x="467" y="0"/>
                    <a:pt x="4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4"/>
            <p:cNvSpPr/>
            <p:nvPr/>
          </p:nvSpPr>
          <p:spPr>
            <a:xfrm>
              <a:off x="6122032" y="3589653"/>
              <a:ext cx="647465" cy="572771"/>
            </a:xfrm>
            <a:custGeom>
              <a:avLst/>
              <a:gdLst/>
              <a:ahLst/>
              <a:cxnLst/>
              <a:rect l="l" t="t" r="r" b="b"/>
              <a:pathLst>
                <a:path w="34959" h="30926" extrusionOk="0">
                  <a:moveTo>
                    <a:pt x="449" y="0"/>
                  </a:moveTo>
                  <a:cubicBezTo>
                    <a:pt x="204" y="0"/>
                    <a:pt x="0" y="221"/>
                    <a:pt x="0" y="471"/>
                  </a:cubicBezTo>
                  <a:lnTo>
                    <a:pt x="0" y="30425"/>
                  </a:lnTo>
                  <a:cubicBezTo>
                    <a:pt x="0" y="30692"/>
                    <a:pt x="200" y="30926"/>
                    <a:pt x="467" y="30926"/>
                  </a:cubicBezTo>
                  <a:lnTo>
                    <a:pt x="34458" y="30926"/>
                  </a:lnTo>
                  <a:cubicBezTo>
                    <a:pt x="34725" y="30926"/>
                    <a:pt x="34925" y="30726"/>
                    <a:pt x="34925" y="30459"/>
                  </a:cubicBezTo>
                  <a:lnTo>
                    <a:pt x="34958" y="504"/>
                  </a:lnTo>
                  <a:cubicBezTo>
                    <a:pt x="34958" y="237"/>
                    <a:pt x="34725" y="4"/>
                    <a:pt x="34458" y="4"/>
                  </a:cubicBezTo>
                  <a:lnTo>
                    <a:pt x="500" y="4"/>
                  </a:lnTo>
                  <a:cubicBezTo>
                    <a:pt x="483" y="1"/>
                    <a:pt x="466" y="0"/>
                    <a:pt x="4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4"/>
            <p:cNvSpPr/>
            <p:nvPr/>
          </p:nvSpPr>
          <p:spPr>
            <a:xfrm>
              <a:off x="6118309" y="3585394"/>
              <a:ext cx="654891" cy="581364"/>
            </a:xfrm>
            <a:custGeom>
              <a:avLst/>
              <a:gdLst/>
              <a:ahLst/>
              <a:cxnLst/>
              <a:rect l="l" t="t" r="r" b="b"/>
              <a:pathLst>
                <a:path w="35360" h="31390" extrusionOk="0">
                  <a:moveTo>
                    <a:pt x="34659" y="434"/>
                  </a:moveTo>
                  <a:cubicBezTo>
                    <a:pt x="34826" y="434"/>
                    <a:pt x="34926" y="567"/>
                    <a:pt x="34926" y="734"/>
                  </a:cubicBezTo>
                  <a:lnTo>
                    <a:pt x="34926" y="30689"/>
                  </a:lnTo>
                  <a:cubicBezTo>
                    <a:pt x="34926" y="30822"/>
                    <a:pt x="34792" y="30956"/>
                    <a:pt x="34626" y="30956"/>
                  </a:cubicBezTo>
                  <a:lnTo>
                    <a:pt x="668" y="30956"/>
                  </a:lnTo>
                  <a:cubicBezTo>
                    <a:pt x="535" y="30956"/>
                    <a:pt x="401" y="30822"/>
                    <a:pt x="401" y="30655"/>
                  </a:cubicBezTo>
                  <a:lnTo>
                    <a:pt x="401" y="701"/>
                  </a:lnTo>
                  <a:cubicBezTo>
                    <a:pt x="401" y="634"/>
                    <a:pt x="435" y="567"/>
                    <a:pt x="501" y="500"/>
                  </a:cubicBezTo>
                  <a:cubicBezTo>
                    <a:pt x="568" y="467"/>
                    <a:pt x="635" y="434"/>
                    <a:pt x="701" y="434"/>
                  </a:cubicBezTo>
                  <a:close/>
                  <a:moveTo>
                    <a:pt x="701" y="0"/>
                  </a:moveTo>
                  <a:cubicBezTo>
                    <a:pt x="501" y="0"/>
                    <a:pt x="334" y="67"/>
                    <a:pt x="201" y="200"/>
                  </a:cubicBezTo>
                  <a:cubicBezTo>
                    <a:pt x="68" y="334"/>
                    <a:pt x="1" y="500"/>
                    <a:pt x="1" y="701"/>
                  </a:cubicBezTo>
                  <a:lnTo>
                    <a:pt x="1" y="30655"/>
                  </a:lnTo>
                  <a:cubicBezTo>
                    <a:pt x="1" y="31056"/>
                    <a:pt x="301" y="31356"/>
                    <a:pt x="668" y="31356"/>
                  </a:cubicBezTo>
                  <a:lnTo>
                    <a:pt x="34659" y="31389"/>
                  </a:lnTo>
                  <a:cubicBezTo>
                    <a:pt x="35026" y="31389"/>
                    <a:pt x="35326" y="31056"/>
                    <a:pt x="35360" y="30689"/>
                  </a:cubicBezTo>
                  <a:lnTo>
                    <a:pt x="35360" y="734"/>
                  </a:lnTo>
                  <a:cubicBezTo>
                    <a:pt x="35360" y="334"/>
                    <a:pt x="35059" y="33"/>
                    <a:pt x="34659" y="33"/>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4"/>
            <p:cNvSpPr/>
            <p:nvPr/>
          </p:nvSpPr>
          <p:spPr>
            <a:xfrm>
              <a:off x="6526672" y="3689183"/>
              <a:ext cx="19187" cy="36467"/>
            </a:xfrm>
            <a:custGeom>
              <a:avLst/>
              <a:gdLst/>
              <a:ahLst/>
              <a:cxnLst/>
              <a:rect l="l" t="t" r="r" b="b"/>
              <a:pathLst>
                <a:path w="1036" h="1969" extrusionOk="0">
                  <a:moveTo>
                    <a:pt x="234" y="1968"/>
                  </a:moveTo>
                  <a:cubicBezTo>
                    <a:pt x="201" y="1968"/>
                    <a:pt x="168" y="1968"/>
                    <a:pt x="168" y="1935"/>
                  </a:cubicBezTo>
                  <a:cubicBezTo>
                    <a:pt x="34" y="1901"/>
                    <a:pt x="1" y="1801"/>
                    <a:pt x="34" y="1668"/>
                  </a:cubicBezTo>
                  <a:lnTo>
                    <a:pt x="601" y="167"/>
                  </a:lnTo>
                  <a:cubicBezTo>
                    <a:pt x="668" y="67"/>
                    <a:pt x="768" y="0"/>
                    <a:pt x="902" y="33"/>
                  </a:cubicBezTo>
                  <a:cubicBezTo>
                    <a:pt x="1002" y="100"/>
                    <a:pt x="1035" y="200"/>
                    <a:pt x="1002" y="300"/>
                  </a:cubicBezTo>
                  <a:lnTo>
                    <a:pt x="435" y="1835"/>
                  </a:lnTo>
                  <a:cubicBezTo>
                    <a:pt x="401" y="1901"/>
                    <a:pt x="335" y="1968"/>
                    <a:pt x="234" y="19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4"/>
            <p:cNvSpPr/>
            <p:nvPr/>
          </p:nvSpPr>
          <p:spPr>
            <a:xfrm>
              <a:off x="6564362" y="3770100"/>
              <a:ext cx="37708" cy="8668"/>
            </a:xfrm>
            <a:custGeom>
              <a:avLst/>
              <a:gdLst/>
              <a:ahLst/>
              <a:cxnLst/>
              <a:rect l="l" t="t" r="r" b="b"/>
              <a:pathLst>
                <a:path w="2036" h="468" extrusionOk="0">
                  <a:moveTo>
                    <a:pt x="201" y="468"/>
                  </a:moveTo>
                  <a:cubicBezTo>
                    <a:pt x="101" y="468"/>
                    <a:pt x="1" y="401"/>
                    <a:pt x="1" y="268"/>
                  </a:cubicBezTo>
                  <a:cubicBezTo>
                    <a:pt x="1" y="168"/>
                    <a:pt x="101" y="68"/>
                    <a:pt x="201" y="68"/>
                  </a:cubicBezTo>
                  <a:lnTo>
                    <a:pt x="1835" y="1"/>
                  </a:lnTo>
                  <a:cubicBezTo>
                    <a:pt x="1969" y="1"/>
                    <a:pt x="2036" y="101"/>
                    <a:pt x="2036" y="201"/>
                  </a:cubicBezTo>
                  <a:cubicBezTo>
                    <a:pt x="2036" y="334"/>
                    <a:pt x="1969" y="401"/>
                    <a:pt x="1835" y="434"/>
                  </a:cubicBezTo>
                  <a:lnTo>
                    <a:pt x="234" y="46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4"/>
            <p:cNvSpPr/>
            <p:nvPr/>
          </p:nvSpPr>
          <p:spPr>
            <a:xfrm>
              <a:off x="6550156" y="3715742"/>
              <a:ext cx="42023" cy="32763"/>
            </a:xfrm>
            <a:custGeom>
              <a:avLst/>
              <a:gdLst/>
              <a:ahLst/>
              <a:cxnLst/>
              <a:rect l="l" t="t" r="r" b="b"/>
              <a:pathLst>
                <a:path w="2269" h="1769" extrusionOk="0">
                  <a:moveTo>
                    <a:pt x="234" y="1768"/>
                  </a:moveTo>
                  <a:cubicBezTo>
                    <a:pt x="167" y="1768"/>
                    <a:pt x="101" y="1735"/>
                    <a:pt x="67" y="1702"/>
                  </a:cubicBezTo>
                  <a:cubicBezTo>
                    <a:pt x="1" y="1602"/>
                    <a:pt x="1" y="1468"/>
                    <a:pt x="101" y="1401"/>
                  </a:cubicBezTo>
                  <a:lnTo>
                    <a:pt x="1935" y="67"/>
                  </a:lnTo>
                  <a:cubicBezTo>
                    <a:pt x="2002" y="0"/>
                    <a:pt x="2135" y="34"/>
                    <a:pt x="2202" y="134"/>
                  </a:cubicBezTo>
                  <a:cubicBezTo>
                    <a:pt x="2269" y="201"/>
                    <a:pt x="2269" y="334"/>
                    <a:pt x="2169" y="401"/>
                  </a:cubicBezTo>
                  <a:lnTo>
                    <a:pt x="334" y="1735"/>
                  </a:lnTo>
                  <a:cubicBezTo>
                    <a:pt x="301" y="1768"/>
                    <a:pt x="267" y="1768"/>
                    <a:pt x="234" y="17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4"/>
            <p:cNvSpPr/>
            <p:nvPr/>
          </p:nvSpPr>
          <p:spPr>
            <a:xfrm>
              <a:off x="6334538" y="3690406"/>
              <a:ext cx="17317" cy="37097"/>
            </a:xfrm>
            <a:custGeom>
              <a:avLst/>
              <a:gdLst/>
              <a:ahLst/>
              <a:cxnLst/>
              <a:rect l="l" t="t" r="r" b="b"/>
              <a:pathLst>
                <a:path w="935" h="2003" extrusionOk="0">
                  <a:moveTo>
                    <a:pt x="735" y="2002"/>
                  </a:moveTo>
                  <a:cubicBezTo>
                    <a:pt x="635" y="2002"/>
                    <a:pt x="535" y="1935"/>
                    <a:pt x="535" y="1835"/>
                  </a:cubicBezTo>
                  <a:lnTo>
                    <a:pt x="34" y="301"/>
                  </a:lnTo>
                  <a:cubicBezTo>
                    <a:pt x="1" y="201"/>
                    <a:pt x="68" y="67"/>
                    <a:pt x="168" y="34"/>
                  </a:cubicBezTo>
                  <a:cubicBezTo>
                    <a:pt x="268" y="1"/>
                    <a:pt x="401" y="67"/>
                    <a:pt x="435" y="168"/>
                  </a:cubicBezTo>
                  <a:lnTo>
                    <a:pt x="902" y="1735"/>
                  </a:lnTo>
                  <a:cubicBezTo>
                    <a:pt x="935" y="1835"/>
                    <a:pt x="902" y="1935"/>
                    <a:pt x="768" y="1969"/>
                  </a:cubicBezTo>
                  <a:cubicBezTo>
                    <a:pt x="768" y="2002"/>
                    <a:pt x="735" y="2002"/>
                    <a:pt x="735" y="200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4"/>
            <p:cNvSpPr/>
            <p:nvPr/>
          </p:nvSpPr>
          <p:spPr>
            <a:xfrm>
              <a:off x="6273994" y="3768248"/>
              <a:ext cx="37708" cy="10520"/>
            </a:xfrm>
            <a:custGeom>
              <a:avLst/>
              <a:gdLst/>
              <a:ahLst/>
              <a:cxnLst/>
              <a:rect l="l" t="t" r="r" b="b"/>
              <a:pathLst>
                <a:path w="2036" h="568" extrusionOk="0">
                  <a:moveTo>
                    <a:pt x="1836" y="568"/>
                  </a:moveTo>
                  <a:lnTo>
                    <a:pt x="1802" y="568"/>
                  </a:lnTo>
                  <a:lnTo>
                    <a:pt x="201" y="401"/>
                  </a:lnTo>
                  <a:cubicBezTo>
                    <a:pt x="68" y="401"/>
                    <a:pt x="1" y="301"/>
                    <a:pt x="1" y="168"/>
                  </a:cubicBezTo>
                  <a:cubicBezTo>
                    <a:pt x="1" y="67"/>
                    <a:pt x="101" y="1"/>
                    <a:pt x="234" y="1"/>
                  </a:cubicBezTo>
                  <a:lnTo>
                    <a:pt x="1836" y="134"/>
                  </a:lnTo>
                  <a:cubicBezTo>
                    <a:pt x="1969" y="168"/>
                    <a:pt x="2036" y="268"/>
                    <a:pt x="2036" y="368"/>
                  </a:cubicBezTo>
                  <a:cubicBezTo>
                    <a:pt x="2002" y="468"/>
                    <a:pt x="1936" y="568"/>
                    <a:pt x="1836" y="5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4"/>
            <p:cNvSpPr/>
            <p:nvPr/>
          </p:nvSpPr>
          <p:spPr>
            <a:xfrm>
              <a:off x="6286977" y="3714501"/>
              <a:ext cx="40783" cy="34615"/>
            </a:xfrm>
            <a:custGeom>
              <a:avLst/>
              <a:gdLst/>
              <a:ahLst/>
              <a:cxnLst/>
              <a:rect l="l" t="t" r="r" b="b"/>
              <a:pathLst>
                <a:path w="2202" h="1869" extrusionOk="0">
                  <a:moveTo>
                    <a:pt x="1968" y="1869"/>
                  </a:moveTo>
                  <a:cubicBezTo>
                    <a:pt x="1902" y="1869"/>
                    <a:pt x="1868" y="1835"/>
                    <a:pt x="1835" y="1835"/>
                  </a:cubicBezTo>
                  <a:lnTo>
                    <a:pt x="100" y="401"/>
                  </a:lnTo>
                  <a:cubicBezTo>
                    <a:pt x="0" y="334"/>
                    <a:pt x="0" y="201"/>
                    <a:pt x="67" y="101"/>
                  </a:cubicBezTo>
                  <a:cubicBezTo>
                    <a:pt x="134" y="34"/>
                    <a:pt x="267" y="1"/>
                    <a:pt x="367" y="67"/>
                  </a:cubicBezTo>
                  <a:lnTo>
                    <a:pt x="2102" y="1502"/>
                  </a:lnTo>
                  <a:cubicBezTo>
                    <a:pt x="2169" y="1568"/>
                    <a:pt x="2202" y="1702"/>
                    <a:pt x="2135" y="1802"/>
                  </a:cubicBezTo>
                  <a:cubicBezTo>
                    <a:pt x="2102" y="1835"/>
                    <a:pt x="2035" y="1869"/>
                    <a:pt x="1968" y="18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4"/>
            <p:cNvSpPr/>
            <p:nvPr/>
          </p:nvSpPr>
          <p:spPr>
            <a:xfrm>
              <a:off x="6303035" y="3733022"/>
              <a:ext cx="266290" cy="307703"/>
            </a:xfrm>
            <a:custGeom>
              <a:avLst/>
              <a:gdLst/>
              <a:ahLst/>
              <a:cxnLst/>
              <a:rect l="l" t="t" r="r" b="b"/>
              <a:pathLst>
                <a:path w="14378" h="16614" extrusionOk="0">
                  <a:moveTo>
                    <a:pt x="7175" y="0"/>
                  </a:moveTo>
                  <a:cubicBezTo>
                    <a:pt x="7130" y="0"/>
                    <a:pt x="7085" y="1"/>
                    <a:pt x="7039" y="1"/>
                  </a:cubicBezTo>
                  <a:cubicBezTo>
                    <a:pt x="3236" y="68"/>
                    <a:pt x="134" y="2837"/>
                    <a:pt x="34" y="6239"/>
                  </a:cubicBezTo>
                  <a:cubicBezTo>
                    <a:pt x="1" y="7674"/>
                    <a:pt x="501" y="9041"/>
                    <a:pt x="1402" y="10109"/>
                  </a:cubicBezTo>
                  <a:cubicBezTo>
                    <a:pt x="2803" y="11843"/>
                    <a:pt x="3637" y="13878"/>
                    <a:pt x="3770" y="16013"/>
                  </a:cubicBezTo>
                  <a:cubicBezTo>
                    <a:pt x="3770" y="16346"/>
                    <a:pt x="4104" y="16613"/>
                    <a:pt x="4471" y="16613"/>
                  </a:cubicBezTo>
                  <a:lnTo>
                    <a:pt x="9841" y="16613"/>
                  </a:lnTo>
                  <a:cubicBezTo>
                    <a:pt x="10175" y="16613"/>
                    <a:pt x="10475" y="16380"/>
                    <a:pt x="10508" y="16080"/>
                  </a:cubicBezTo>
                  <a:cubicBezTo>
                    <a:pt x="10642" y="13978"/>
                    <a:pt x="11509" y="11877"/>
                    <a:pt x="12910" y="10209"/>
                  </a:cubicBezTo>
                  <a:cubicBezTo>
                    <a:pt x="13811" y="9141"/>
                    <a:pt x="14344" y="7840"/>
                    <a:pt x="14344" y="6406"/>
                  </a:cubicBezTo>
                  <a:cubicBezTo>
                    <a:pt x="14377" y="2877"/>
                    <a:pt x="11149" y="0"/>
                    <a:pt x="71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4"/>
            <p:cNvSpPr/>
            <p:nvPr/>
          </p:nvSpPr>
          <p:spPr>
            <a:xfrm>
              <a:off x="6299331" y="3729318"/>
              <a:ext cx="273699" cy="315111"/>
            </a:xfrm>
            <a:custGeom>
              <a:avLst/>
              <a:gdLst/>
              <a:ahLst/>
              <a:cxnLst/>
              <a:rect l="l" t="t" r="r" b="b"/>
              <a:pathLst>
                <a:path w="14778" h="17014" extrusionOk="0">
                  <a:moveTo>
                    <a:pt x="7372" y="402"/>
                  </a:moveTo>
                  <a:cubicBezTo>
                    <a:pt x="9374" y="402"/>
                    <a:pt x="11242" y="1169"/>
                    <a:pt x="12576" y="2470"/>
                  </a:cubicBezTo>
                  <a:cubicBezTo>
                    <a:pt x="13710" y="3604"/>
                    <a:pt x="14344" y="5072"/>
                    <a:pt x="14344" y="6606"/>
                  </a:cubicBezTo>
                  <a:cubicBezTo>
                    <a:pt x="14344" y="7940"/>
                    <a:pt x="13844" y="9208"/>
                    <a:pt x="12943" y="10242"/>
                  </a:cubicBezTo>
                  <a:cubicBezTo>
                    <a:pt x="11509" y="11976"/>
                    <a:pt x="10641" y="14078"/>
                    <a:pt x="10508" y="16246"/>
                  </a:cubicBezTo>
                  <a:cubicBezTo>
                    <a:pt x="10475" y="16446"/>
                    <a:pt x="10275" y="16613"/>
                    <a:pt x="10041" y="16613"/>
                  </a:cubicBezTo>
                  <a:lnTo>
                    <a:pt x="4671" y="16580"/>
                  </a:lnTo>
                  <a:cubicBezTo>
                    <a:pt x="4404" y="16580"/>
                    <a:pt x="4204" y="16413"/>
                    <a:pt x="4170" y="16213"/>
                  </a:cubicBezTo>
                  <a:cubicBezTo>
                    <a:pt x="4070" y="14045"/>
                    <a:pt x="3236" y="11976"/>
                    <a:pt x="1768" y="10175"/>
                  </a:cubicBezTo>
                  <a:cubicBezTo>
                    <a:pt x="868" y="9074"/>
                    <a:pt x="401" y="7773"/>
                    <a:pt x="434" y="6439"/>
                  </a:cubicBezTo>
                  <a:cubicBezTo>
                    <a:pt x="534" y="3170"/>
                    <a:pt x="3603" y="468"/>
                    <a:pt x="7272" y="402"/>
                  </a:cubicBezTo>
                  <a:close/>
                  <a:moveTo>
                    <a:pt x="7367" y="0"/>
                  </a:moveTo>
                  <a:cubicBezTo>
                    <a:pt x="7325" y="0"/>
                    <a:pt x="7282" y="1"/>
                    <a:pt x="7239" y="1"/>
                  </a:cubicBezTo>
                  <a:cubicBezTo>
                    <a:pt x="3370" y="68"/>
                    <a:pt x="134" y="2937"/>
                    <a:pt x="34" y="6406"/>
                  </a:cubicBezTo>
                  <a:cubicBezTo>
                    <a:pt x="1" y="7874"/>
                    <a:pt x="468" y="9275"/>
                    <a:pt x="1435" y="10442"/>
                  </a:cubicBezTo>
                  <a:cubicBezTo>
                    <a:pt x="2836" y="12143"/>
                    <a:pt x="3636" y="14145"/>
                    <a:pt x="3770" y="16213"/>
                  </a:cubicBezTo>
                  <a:cubicBezTo>
                    <a:pt x="3770" y="16680"/>
                    <a:pt x="4170" y="17013"/>
                    <a:pt x="4671" y="17013"/>
                  </a:cubicBezTo>
                  <a:lnTo>
                    <a:pt x="10041" y="17013"/>
                  </a:lnTo>
                  <a:cubicBezTo>
                    <a:pt x="10508" y="17013"/>
                    <a:pt x="10875" y="16713"/>
                    <a:pt x="10908" y="16280"/>
                  </a:cubicBezTo>
                  <a:cubicBezTo>
                    <a:pt x="11042" y="14245"/>
                    <a:pt x="11909" y="12143"/>
                    <a:pt x="13277" y="10542"/>
                  </a:cubicBezTo>
                  <a:cubicBezTo>
                    <a:pt x="14244" y="9408"/>
                    <a:pt x="14744" y="8040"/>
                    <a:pt x="14744" y="6606"/>
                  </a:cubicBezTo>
                  <a:cubicBezTo>
                    <a:pt x="14778" y="4971"/>
                    <a:pt x="14077" y="3404"/>
                    <a:pt x="12843" y="2169"/>
                  </a:cubicBezTo>
                  <a:cubicBezTo>
                    <a:pt x="11470" y="797"/>
                    <a:pt x="9457" y="0"/>
                    <a:pt x="7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4"/>
            <p:cNvSpPr/>
            <p:nvPr/>
          </p:nvSpPr>
          <p:spPr>
            <a:xfrm>
              <a:off x="6399416" y="3906635"/>
              <a:ext cx="72916" cy="132849"/>
            </a:xfrm>
            <a:custGeom>
              <a:avLst/>
              <a:gdLst/>
              <a:ahLst/>
              <a:cxnLst/>
              <a:rect l="l" t="t" r="r" b="b"/>
              <a:pathLst>
                <a:path w="3937" h="7173" extrusionOk="0">
                  <a:moveTo>
                    <a:pt x="0" y="1"/>
                  </a:moveTo>
                  <a:lnTo>
                    <a:pt x="834" y="7173"/>
                  </a:lnTo>
                  <a:lnTo>
                    <a:pt x="3036" y="7173"/>
                  </a:lnTo>
                  <a:lnTo>
                    <a:pt x="39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4"/>
            <p:cNvSpPr/>
            <p:nvPr/>
          </p:nvSpPr>
          <p:spPr>
            <a:xfrm>
              <a:off x="6395712" y="3902820"/>
              <a:ext cx="80324" cy="140368"/>
            </a:xfrm>
            <a:custGeom>
              <a:avLst/>
              <a:gdLst/>
              <a:ahLst/>
              <a:cxnLst/>
              <a:rect l="l" t="t" r="r" b="b"/>
              <a:pathLst>
                <a:path w="4337" h="7579" extrusionOk="0">
                  <a:moveTo>
                    <a:pt x="240" y="0"/>
                  </a:moveTo>
                  <a:cubicBezTo>
                    <a:pt x="227" y="0"/>
                    <a:pt x="214" y="2"/>
                    <a:pt x="200" y="7"/>
                  </a:cubicBezTo>
                  <a:cubicBezTo>
                    <a:pt x="67" y="7"/>
                    <a:pt x="0" y="107"/>
                    <a:pt x="0" y="240"/>
                  </a:cubicBezTo>
                  <a:lnTo>
                    <a:pt x="834" y="7379"/>
                  </a:lnTo>
                  <a:cubicBezTo>
                    <a:pt x="834" y="7512"/>
                    <a:pt x="934" y="7579"/>
                    <a:pt x="1034" y="7579"/>
                  </a:cubicBezTo>
                  <a:lnTo>
                    <a:pt x="3236" y="7579"/>
                  </a:lnTo>
                  <a:cubicBezTo>
                    <a:pt x="3336" y="7579"/>
                    <a:pt x="3436" y="7512"/>
                    <a:pt x="3436" y="7412"/>
                  </a:cubicBezTo>
                  <a:lnTo>
                    <a:pt x="4337" y="240"/>
                  </a:lnTo>
                  <a:cubicBezTo>
                    <a:pt x="4337" y="140"/>
                    <a:pt x="4270" y="7"/>
                    <a:pt x="4137" y="7"/>
                  </a:cubicBezTo>
                  <a:cubicBezTo>
                    <a:pt x="4036" y="7"/>
                    <a:pt x="3936" y="73"/>
                    <a:pt x="3903" y="173"/>
                  </a:cubicBezTo>
                  <a:lnTo>
                    <a:pt x="3036" y="7178"/>
                  </a:lnTo>
                  <a:lnTo>
                    <a:pt x="1234" y="7178"/>
                  </a:lnTo>
                  <a:lnTo>
                    <a:pt x="434" y="173"/>
                  </a:lnTo>
                  <a:cubicBezTo>
                    <a:pt x="405" y="87"/>
                    <a:pt x="326"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4"/>
            <p:cNvSpPr/>
            <p:nvPr/>
          </p:nvSpPr>
          <p:spPr>
            <a:xfrm>
              <a:off x="6398805" y="3838473"/>
              <a:ext cx="74765" cy="19779"/>
            </a:xfrm>
            <a:custGeom>
              <a:avLst/>
              <a:gdLst/>
              <a:ahLst/>
              <a:cxnLst/>
              <a:rect l="l" t="t" r="r" b="b"/>
              <a:pathLst>
                <a:path w="4037" h="1068" extrusionOk="0">
                  <a:moveTo>
                    <a:pt x="1568" y="0"/>
                  </a:moveTo>
                  <a:cubicBezTo>
                    <a:pt x="1468" y="0"/>
                    <a:pt x="1368" y="67"/>
                    <a:pt x="1334" y="134"/>
                  </a:cubicBezTo>
                  <a:lnTo>
                    <a:pt x="1067" y="467"/>
                  </a:lnTo>
                  <a:lnTo>
                    <a:pt x="834" y="201"/>
                  </a:lnTo>
                  <a:cubicBezTo>
                    <a:pt x="785" y="152"/>
                    <a:pt x="736" y="121"/>
                    <a:pt x="674" y="121"/>
                  </a:cubicBezTo>
                  <a:cubicBezTo>
                    <a:pt x="652" y="121"/>
                    <a:pt x="627" y="125"/>
                    <a:pt x="600" y="134"/>
                  </a:cubicBezTo>
                  <a:cubicBezTo>
                    <a:pt x="534" y="134"/>
                    <a:pt x="434" y="167"/>
                    <a:pt x="400" y="234"/>
                  </a:cubicBezTo>
                  <a:lnTo>
                    <a:pt x="67" y="634"/>
                  </a:lnTo>
                  <a:cubicBezTo>
                    <a:pt x="0" y="734"/>
                    <a:pt x="0" y="868"/>
                    <a:pt x="100" y="934"/>
                  </a:cubicBezTo>
                  <a:cubicBezTo>
                    <a:pt x="145" y="964"/>
                    <a:pt x="197" y="981"/>
                    <a:pt x="246" y="981"/>
                  </a:cubicBezTo>
                  <a:cubicBezTo>
                    <a:pt x="307" y="981"/>
                    <a:pt x="364" y="956"/>
                    <a:pt x="400" y="901"/>
                  </a:cubicBezTo>
                  <a:lnTo>
                    <a:pt x="634" y="601"/>
                  </a:lnTo>
                  <a:lnTo>
                    <a:pt x="867" y="834"/>
                  </a:lnTo>
                  <a:cubicBezTo>
                    <a:pt x="934" y="901"/>
                    <a:pt x="1034" y="934"/>
                    <a:pt x="1101" y="934"/>
                  </a:cubicBezTo>
                  <a:cubicBezTo>
                    <a:pt x="1201" y="934"/>
                    <a:pt x="1268" y="901"/>
                    <a:pt x="1334" y="834"/>
                  </a:cubicBezTo>
                  <a:lnTo>
                    <a:pt x="1568" y="501"/>
                  </a:lnTo>
                  <a:lnTo>
                    <a:pt x="1801" y="868"/>
                  </a:lnTo>
                  <a:cubicBezTo>
                    <a:pt x="1835" y="934"/>
                    <a:pt x="1901" y="968"/>
                    <a:pt x="2001" y="968"/>
                  </a:cubicBezTo>
                  <a:cubicBezTo>
                    <a:pt x="2021" y="974"/>
                    <a:pt x="2040" y="977"/>
                    <a:pt x="2058" y="977"/>
                  </a:cubicBezTo>
                  <a:cubicBezTo>
                    <a:pt x="2137" y="977"/>
                    <a:pt x="2208" y="928"/>
                    <a:pt x="2235" y="901"/>
                  </a:cubicBezTo>
                  <a:lnTo>
                    <a:pt x="2535" y="567"/>
                  </a:lnTo>
                  <a:lnTo>
                    <a:pt x="2769" y="868"/>
                  </a:lnTo>
                  <a:cubicBezTo>
                    <a:pt x="2802" y="934"/>
                    <a:pt x="2869" y="1001"/>
                    <a:pt x="2969" y="1001"/>
                  </a:cubicBezTo>
                  <a:cubicBezTo>
                    <a:pt x="3069" y="1001"/>
                    <a:pt x="3169" y="968"/>
                    <a:pt x="3202" y="901"/>
                  </a:cubicBezTo>
                  <a:lnTo>
                    <a:pt x="3436" y="668"/>
                  </a:lnTo>
                  <a:lnTo>
                    <a:pt x="3636" y="968"/>
                  </a:lnTo>
                  <a:cubicBezTo>
                    <a:pt x="3669" y="1034"/>
                    <a:pt x="3736" y="1068"/>
                    <a:pt x="3803" y="1068"/>
                  </a:cubicBezTo>
                  <a:cubicBezTo>
                    <a:pt x="3836" y="1068"/>
                    <a:pt x="3869" y="1068"/>
                    <a:pt x="3936" y="1001"/>
                  </a:cubicBezTo>
                  <a:cubicBezTo>
                    <a:pt x="4036" y="968"/>
                    <a:pt x="4036" y="834"/>
                    <a:pt x="3970" y="734"/>
                  </a:cubicBezTo>
                  <a:lnTo>
                    <a:pt x="3703" y="301"/>
                  </a:lnTo>
                  <a:cubicBezTo>
                    <a:pt x="3636" y="234"/>
                    <a:pt x="3569" y="201"/>
                    <a:pt x="3469" y="167"/>
                  </a:cubicBezTo>
                  <a:cubicBezTo>
                    <a:pt x="3369" y="167"/>
                    <a:pt x="3302" y="201"/>
                    <a:pt x="3236" y="267"/>
                  </a:cubicBezTo>
                  <a:lnTo>
                    <a:pt x="3036" y="501"/>
                  </a:lnTo>
                  <a:lnTo>
                    <a:pt x="2835" y="201"/>
                  </a:lnTo>
                  <a:cubicBezTo>
                    <a:pt x="2769" y="100"/>
                    <a:pt x="2702" y="67"/>
                    <a:pt x="2602" y="67"/>
                  </a:cubicBezTo>
                  <a:cubicBezTo>
                    <a:pt x="2502" y="67"/>
                    <a:pt x="2435" y="100"/>
                    <a:pt x="2368" y="134"/>
                  </a:cubicBezTo>
                  <a:lnTo>
                    <a:pt x="2035" y="501"/>
                  </a:lnTo>
                  <a:lnTo>
                    <a:pt x="1801" y="134"/>
                  </a:lnTo>
                  <a:cubicBezTo>
                    <a:pt x="1735" y="67"/>
                    <a:pt x="1668" y="0"/>
                    <a:pt x="15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4"/>
            <p:cNvSpPr/>
            <p:nvPr/>
          </p:nvSpPr>
          <p:spPr>
            <a:xfrm>
              <a:off x="6406214" y="4043799"/>
              <a:ext cx="57470" cy="58081"/>
            </a:xfrm>
            <a:custGeom>
              <a:avLst/>
              <a:gdLst/>
              <a:ahLst/>
              <a:cxnLst/>
              <a:rect l="l" t="t" r="r" b="b"/>
              <a:pathLst>
                <a:path w="3103" h="3136" extrusionOk="0">
                  <a:moveTo>
                    <a:pt x="3103" y="1568"/>
                  </a:moveTo>
                  <a:cubicBezTo>
                    <a:pt x="3103" y="2435"/>
                    <a:pt x="2402" y="3136"/>
                    <a:pt x="1535" y="3136"/>
                  </a:cubicBezTo>
                  <a:cubicBezTo>
                    <a:pt x="667" y="3136"/>
                    <a:pt x="0" y="2435"/>
                    <a:pt x="0" y="1568"/>
                  </a:cubicBezTo>
                  <a:cubicBezTo>
                    <a:pt x="0" y="701"/>
                    <a:pt x="701" y="0"/>
                    <a:pt x="1568" y="0"/>
                  </a:cubicBezTo>
                  <a:cubicBezTo>
                    <a:pt x="2402" y="0"/>
                    <a:pt x="3103" y="734"/>
                    <a:pt x="3103" y="15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4"/>
            <p:cNvSpPr/>
            <p:nvPr/>
          </p:nvSpPr>
          <p:spPr>
            <a:xfrm>
              <a:off x="6401880" y="4040076"/>
              <a:ext cx="65508" cy="65508"/>
            </a:xfrm>
            <a:custGeom>
              <a:avLst/>
              <a:gdLst/>
              <a:ahLst/>
              <a:cxnLst/>
              <a:rect l="l" t="t" r="r" b="b"/>
              <a:pathLst>
                <a:path w="3537" h="3537" extrusionOk="0">
                  <a:moveTo>
                    <a:pt x="1802" y="435"/>
                  </a:moveTo>
                  <a:cubicBezTo>
                    <a:pt x="2169" y="435"/>
                    <a:pt x="2503" y="568"/>
                    <a:pt x="2736" y="835"/>
                  </a:cubicBezTo>
                  <a:cubicBezTo>
                    <a:pt x="3003" y="1068"/>
                    <a:pt x="3136" y="1435"/>
                    <a:pt x="3136" y="1769"/>
                  </a:cubicBezTo>
                  <a:cubicBezTo>
                    <a:pt x="3136" y="2536"/>
                    <a:pt x="2536" y="3137"/>
                    <a:pt x="1802" y="3137"/>
                  </a:cubicBezTo>
                  <a:lnTo>
                    <a:pt x="1769" y="3137"/>
                  </a:lnTo>
                  <a:cubicBezTo>
                    <a:pt x="1402" y="3137"/>
                    <a:pt x="1068" y="2970"/>
                    <a:pt x="835" y="2736"/>
                  </a:cubicBezTo>
                  <a:cubicBezTo>
                    <a:pt x="568" y="2469"/>
                    <a:pt x="434" y="2136"/>
                    <a:pt x="434" y="1769"/>
                  </a:cubicBezTo>
                  <a:cubicBezTo>
                    <a:pt x="434" y="1402"/>
                    <a:pt x="568" y="1068"/>
                    <a:pt x="835" y="801"/>
                  </a:cubicBezTo>
                  <a:cubicBezTo>
                    <a:pt x="1068" y="568"/>
                    <a:pt x="1435" y="435"/>
                    <a:pt x="1769" y="435"/>
                  </a:cubicBezTo>
                  <a:close/>
                  <a:moveTo>
                    <a:pt x="1802" y="1"/>
                  </a:moveTo>
                  <a:cubicBezTo>
                    <a:pt x="1302" y="1"/>
                    <a:pt x="868" y="168"/>
                    <a:pt x="535" y="501"/>
                  </a:cubicBezTo>
                  <a:cubicBezTo>
                    <a:pt x="201" y="835"/>
                    <a:pt x="1" y="1302"/>
                    <a:pt x="1" y="1769"/>
                  </a:cubicBezTo>
                  <a:cubicBezTo>
                    <a:pt x="1" y="2236"/>
                    <a:pt x="201" y="2670"/>
                    <a:pt x="535" y="3003"/>
                  </a:cubicBezTo>
                  <a:cubicBezTo>
                    <a:pt x="868" y="3337"/>
                    <a:pt x="1302" y="3537"/>
                    <a:pt x="1769" y="3537"/>
                  </a:cubicBezTo>
                  <a:cubicBezTo>
                    <a:pt x="2769" y="3537"/>
                    <a:pt x="3537" y="2770"/>
                    <a:pt x="3537" y="1769"/>
                  </a:cubicBezTo>
                  <a:cubicBezTo>
                    <a:pt x="3537" y="1302"/>
                    <a:pt x="3370" y="868"/>
                    <a:pt x="3036" y="535"/>
                  </a:cubicBezTo>
                  <a:cubicBezTo>
                    <a:pt x="2703" y="201"/>
                    <a:pt x="2269" y="1"/>
                    <a:pt x="1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4"/>
            <p:cNvSpPr/>
            <p:nvPr/>
          </p:nvSpPr>
          <p:spPr>
            <a:xfrm>
              <a:off x="6383970" y="4048726"/>
              <a:ext cx="101956" cy="22262"/>
            </a:xfrm>
            <a:custGeom>
              <a:avLst/>
              <a:gdLst/>
              <a:ahLst/>
              <a:cxnLst/>
              <a:rect l="l" t="t" r="r" b="b"/>
              <a:pathLst>
                <a:path w="5505" h="1202" extrusionOk="0">
                  <a:moveTo>
                    <a:pt x="5271" y="1202"/>
                  </a:moveTo>
                  <a:lnTo>
                    <a:pt x="201" y="1202"/>
                  </a:lnTo>
                  <a:cubicBezTo>
                    <a:pt x="101" y="1202"/>
                    <a:pt x="0" y="1102"/>
                    <a:pt x="0" y="968"/>
                  </a:cubicBezTo>
                  <a:lnTo>
                    <a:pt x="0" y="201"/>
                  </a:lnTo>
                  <a:cubicBezTo>
                    <a:pt x="0" y="101"/>
                    <a:pt x="101" y="1"/>
                    <a:pt x="234" y="1"/>
                  </a:cubicBezTo>
                  <a:lnTo>
                    <a:pt x="5271" y="34"/>
                  </a:lnTo>
                  <a:cubicBezTo>
                    <a:pt x="5404" y="34"/>
                    <a:pt x="5504" y="134"/>
                    <a:pt x="5504" y="234"/>
                  </a:cubicBezTo>
                  <a:lnTo>
                    <a:pt x="5504" y="1002"/>
                  </a:lnTo>
                  <a:cubicBezTo>
                    <a:pt x="5504" y="1102"/>
                    <a:pt x="5404" y="1202"/>
                    <a:pt x="5271" y="120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4"/>
            <p:cNvSpPr/>
            <p:nvPr/>
          </p:nvSpPr>
          <p:spPr>
            <a:xfrm>
              <a:off x="6379636" y="4045021"/>
              <a:ext cx="109994" cy="30300"/>
            </a:xfrm>
            <a:custGeom>
              <a:avLst/>
              <a:gdLst/>
              <a:ahLst/>
              <a:cxnLst/>
              <a:rect l="l" t="t" r="r" b="b"/>
              <a:pathLst>
                <a:path w="5939" h="1636" extrusionOk="0">
                  <a:moveTo>
                    <a:pt x="468" y="401"/>
                  </a:moveTo>
                  <a:lnTo>
                    <a:pt x="5538" y="434"/>
                  </a:lnTo>
                  <a:lnTo>
                    <a:pt x="5538" y="1202"/>
                  </a:lnTo>
                  <a:lnTo>
                    <a:pt x="5505" y="1202"/>
                  </a:lnTo>
                  <a:lnTo>
                    <a:pt x="435" y="1168"/>
                  </a:lnTo>
                  <a:lnTo>
                    <a:pt x="468" y="401"/>
                  </a:lnTo>
                  <a:close/>
                  <a:moveTo>
                    <a:pt x="435" y="1"/>
                  </a:moveTo>
                  <a:cubicBezTo>
                    <a:pt x="335" y="1"/>
                    <a:pt x="234" y="34"/>
                    <a:pt x="134" y="101"/>
                  </a:cubicBezTo>
                  <a:cubicBezTo>
                    <a:pt x="68" y="201"/>
                    <a:pt x="34" y="301"/>
                    <a:pt x="34" y="401"/>
                  </a:cubicBezTo>
                  <a:lnTo>
                    <a:pt x="1" y="1168"/>
                  </a:lnTo>
                  <a:cubicBezTo>
                    <a:pt x="1" y="1402"/>
                    <a:pt x="201" y="1602"/>
                    <a:pt x="435" y="1602"/>
                  </a:cubicBezTo>
                  <a:lnTo>
                    <a:pt x="5505" y="1635"/>
                  </a:lnTo>
                  <a:cubicBezTo>
                    <a:pt x="5738" y="1635"/>
                    <a:pt x="5939" y="1435"/>
                    <a:pt x="5939" y="1202"/>
                  </a:cubicBezTo>
                  <a:lnTo>
                    <a:pt x="5939" y="434"/>
                  </a:lnTo>
                  <a:cubicBezTo>
                    <a:pt x="5939" y="201"/>
                    <a:pt x="5738" y="1"/>
                    <a:pt x="5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4"/>
            <p:cNvSpPr/>
            <p:nvPr/>
          </p:nvSpPr>
          <p:spPr>
            <a:xfrm>
              <a:off x="6369765" y="4019074"/>
              <a:ext cx="130367" cy="27818"/>
            </a:xfrm>
            <a:custGeom>
              <a:avLst/>
              <a:gdLst/>
              <a:ahLst/>
              <a:cxnLst/>
              <a:rect l="l" t="t" r="r" b="b"/>
              <a:pathLst>
                <a:path w="7039" h="1502" extrusionOk="0">
                  <a:moveTo>
                    <a:pt x="234" y="1"/>
                  </a:moveTo>
                  <a:lnTo>
                    <a:pt x="6805" y="34"/>
                  </a:lnTo>
                  <a:cubicBezTo>
                    <a:pt x="6939" y="34"/>
                    <a:pt x="7039" y="134"/>
                    <a:pt x="7039" y="268"/>
                  </a:cubicBezTo>
                  <a:lnTo>
                    <a:pt x="7039" y="1268"/>
                  </a:lnTo>
                  <a:cubicBezTo>
                    <a:pt x="7039" y="1402"/>
                    <a:pt x="6939" y="1502"/>
                    <a:pt x="6805" y="1502"/>
                  </a:cubicBezTo>
                  <a:lnTo>
                    <a:pt x="234" y="1468"/>
                  </a:lnTo>
                  <a:cubicBezTo>
                    <a:pt x="100" y="1468"/>
                    <a:pt x="0" y="1368"/>
                    <a:pt x="0" y="1235"/>
                  </a:cubicBezTo>
                  <a:lnTo>
                    <a:pt x="0" y="234"/>
                  </a:lnTo>
                  <a:cubicBezTo>
                    <a:pt x="0" y="101"/>
                    <a:pt x="100" y="1"/>
                    <a:pt x="2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4"/>
            <p:cNvSpPr/>
            <p:nvPr/>
          </p:nvSpPr>
          <p:spPr>
            <a:xfrm>
              <a:off x="6366061" y="4015370"/>
              <a:ext cx="138405" cy="35226"/>
            </a:xfrm>
            <a:custGeom>
              <a:avLst/>
              <a:gdLst/>
              <a:ahLst/>
              <a:cxnLst/>
              <a:rect l="l" t="t" r="r" b="b"/>
              <a:pathLst>
                <a:path w="7473" h="1902" extrusionOk="0">
                  <a:moveTo>
                    <a:pt x="434" y="401"/>
                  </a:moveTo>
                  <a:lnTo>
                    <a:pt x="7038" y="468"/>
                  </a:lnTo>
                  <a:lnTo>
                    <a:pt x="7005" y="1468"/>
                  </a:lnTo>
                  <a:lnTo>
                    <a:pt x="400" y="1435"/>
                  </a:lnTo>
                  <a:lnTo>
                    <a:pt x="434" y="434"/>
                  </a:lnTo>
                  <a:cubicBezTo>
                    <a:pt x="434" y="401"/>
                    <a:pt x="434" y="401"/>
                    <a:pt x="434" y="401"/>
                  </a:cubicBezTo>
                  <a:close/>
                  <a:moveTo>
                    <a:pt x="434" y="1"/>
                  </a:moveTo>
                  <a:cubicBezTo>
                    <a:pt x="334" y="1"/>
                    <a:pt x="200" y="34"/>
                    <a:pt x="134" y="134"/>
                  </a:cubicBezTo>
                  <a:cubicBezTo>
                    <a:pt x="33" y="201"/>
                    <a:pt x="0" y="301"/>
                    <a:pt x="0" y="434"/>
                  </a:cubicBezTo>
                  <a:lnTo>
                    <a:pt x="0" y="1435"/>
                  </a:lnTo>
                  <a:cubicBezTo>
                    <a:pt x="0" y="1668"/>
                    <a:pt x="200" y="1869"/>
                    <a:pt x="434" y="1869"/>
                  </a:cubicBezTo>
                  <a:lnTo>
                    <a:pt x="7005" y="1902"/>
                  </a:lnTo>
                  <a:cubicBezTo>
                    <a:pt x="7139" y="1902"/>
                    <a:pt x="7239" y="1869"/>
                    <a:pt x="7305" y="1769"/>
                  </a:cubicBezTo>
                  <a:cubicBezTo>
                    <a:pt x="7405" y="1702"/>
                    <a:pt x="7439" y="1602"/>
                    <a:pt x="7439" y="1468"/>
                  </a:cubicBezTo>
                  <a:lnTo>
                    <a:pt x="7439" y="468"/>
                  </a:lnTo>
                  <a:cubicBezTo>
                    <a:pt x="7472" y="234"/>
                    <a:pt x="7272" y="34"/>
                    <a:pt x="7038" y="34"/>
                  </a:cubicBezTo>
                  <a:lnTo>
                    <a:pt x="4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4"/>
            <p:cNvSpPr/>
            <p:nvPr/>
          </p:nvSpPr>
          <p:spPr>
            <a:xfrm>
              <a:off x="6122032" y="3589709"/>
              <a:ext cx="647465" cy="56859"/>
            </a:xfrm>
            <a:custGeom>
              <a:avLst/>
              <a:gdLst/>
              <a:ahLst/>
              <a:cxnLst/>
              <a:rect l="l" t="t" r="r" b="b"/>
              <a:pathLst>
                <a:path w="34959" h="3070" extrusionOk="0">
                  <a:moveTo>
                    <a:pt x="34958" y="3069"/>
                  </a:moveTo>
                  <a:lnTo>
                    <a:pt x="0" y="3036"/>
                  </a:lnTo>
                  <a:lnTo>
                    <a:pt x="0" y="468"/>
                  </a:lnTo>
                  <a:cubicBezTo>
                    <a:pt x="0" y="201"/>
                    <a:pt x="234" y="1"/>
                    <a:pt x="500" y="1"/>
                  </a:cubicBezTo>
                  <a:lnTo>
                    <a:pt x="34458" y="1"/>
                  </a:lnTo>
                  <a:cubicBezTo>
                    <a:pt x="34725" y="1"/>
                    <a:pt x="34958" y="234"/>
                    <a:pt x="34958" y="5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4"/>
            <p:cNvSpPr/>
            <p:nvPr/>
          </p:nvSpPr>
          <p:spPr>
            <a:xfrm>
              <a:off x="6118309" y="3585394"/>
              <a:ext cx="654891" cy="64878"/>
            </a:xfrm>
            <a:custGeom>
              <a:avLst/>
              <a:gdLst/>
              <a:ahLst/>
              <a:cxnLst/>
              <a:rect l="l" t="t" r="r" b="b"/>
              <a:pathLst>
                <a:path w="35360" h="3503" extrusionOk="0">
                  <a:moveTo>
                    <a:pt x="34659" y="434"/>
                  </a:moveTo>
                  <a:cubicBezTo>
                    <a:pt x="34726" y="434"/>
                    <a:pt x="34792" y="467"/>
                    <a:pt x="34859" y="534"/>
                  </a:cubicBezTo>
                  <a:cubicBezTo>
                    <a:pt x="34926" y="567"/>
                    <a:pt x="34926" y="634"/>
                    <a:pt x="34926" y="734"/>
                  </a:cubicBezTo>
                  <a:lnTo>
                    <a:pt x="34926" y="3069"/>
                  </a:lnTo>
                  <a:lnTo>
                    <a:pt x="401" y="3069"/>
                  </a:lnTo>
                  <a:lnTo>
                    <a:pt x="435" y="701"/>
                  </a:lnTo>
                  <a:cubicBezTo>
                    <a:pt x="435" y="534"/>
                    <a:pt x="535" y="434"/>
                    <a:pt x="701" y="434"/>
                  </a:cubicBezTo>
                  <a:close/>
                  <a:moveTo>
                    <a:pt x="701" y="0"/>
                  </a:moveTo>
                  <a:cubicBezTo>
                    <a:pt x="301" y="0"/>
                    <a:pt x="1" y="334"/>
                    <a:pt x="1" y="701"/>
                  </a:cubicBezTo>
                  <a:lnTo>
                    <a:pt x="1" y="3269"/>
                  </a:lnTo>
                  <a:cubicBezTo>
                    <a:pt x="1" y="3336"/>
                    <a:pt x="34" y="3369"/>
                    <a:pt x="68" y="3436"/>
                  </a:cubicBezTo>
                  <a:cubicBezTo>
                    <a:pt x="101" y="3469"/>
                    <a:pt x="168" y="3469"/>
                    <a:pt x="201" y="3469"/>
                  </a:cubicBezTo>
                  <a:lnTo>
                    <a:pt x="35159" y="3503"/>
                  </a:lnTo>
                  <a:cubicBezTo>
                    <a:pt x="35259" y="3503"/>
                    <a:pt x="35360" y="3402"/>
                    <a:pt x="35360" y="3302"/>
                  </a:cubicBezTo>
                  <a:lnTo>
                    <a:pt x="35360" y="734"/>
                  </a:lnTo>
                  <a:cubicBezTo>
                    <a:pt x="35360" y="534"/>
                    <a:pt x="35293" y="367"/>
                    <a:pt x="35159" y="234"/>
                  </a:cubicBezTo>
                  <a:cubicBezTo>
                    <a:pt x="35026" y="100"/>
                    <a:pt x="34859" y="33"/>
                    <a:pt x="34659" y="33"/>
                  </a:cubicBezTo>
                  <a:lnTo>
                    <a:pt x="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4"/>
            <p:cNvSpPr/>
            <p:nvPr/>
          </p:nvSpPr>
          <p:spPr>
            <a:xfrm>
              <a:off x="6728085" y="3606081"/>
              <a:ext cx="23484" cy="22577"/>
            </a:xfrm>
            <a:custGeom>
              <a:avLst/>
              <a:gdLst/>
              <a:ahLst/>
              <a:cxnLst/>
              <a:rect l="l" t="t" r="r" b="b"/>
              <a:pathLst>
                <a:path w="1268" h="1219" extrusionOk="0">
                  <a:moveTo>
                    <a:pt x="234" y="0"/>
                  </a:moveTo>
                  <a:cubicBezTo>
                    <a:pt x="184" y="0"/>
                    <a:pt x="134" y="17"/>
                    <a:pt x="101" y="51"/>
                  </a:cubicBezTo>
                  <a:cubicBezTo>
                    <a:pt x="0" y="151"/>
                    <a:pt x="0" y="251"/>
                    <a:pt x="101" y="351"/>
                  </a:cubicBezTo>
                  <a:lnTo>
                    <a:pt x="901" y="1151"/>
                  </a:lnTo>
                  <a:cubicBezTo>
                    <a:pt x="934" y="1185"/>
                    <a:pt x="968" y="1218"/>
                    <a:pt x="1035" y="1218"/>
                  </a:cubicBezTo>
                  <a:cubicBezTo>
                    <a:pt x="1101" y="1218"/>
                    <a:pt x="1135" y="1185"/>
                    <a:pt x="1168" y="1151"/>
                  </a:cubicBezTo>
                  <a:cubicBezTo>
                    <a:pt x="1268" y="1051"/>
                    <a:pt x="1268" y="951"/>
                    <a:pt x="1168" y="851"/>
                  </a:cubicBezTo>
                  <a:lnTo>
                    <a:pt x="367" y="51"/>
                  </a:lnTo>
                  <a:cubicBezTo>
                    <a:pt x="334" y="17"/>
                    <a:pt x="284" y="0"/>
                    <a:pt x="2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4"/>
            <p:cNvSpPr/>
            <p:nvPr/>
          </p:nvSpPr>
          <p:spPr>
            <a:xfrm>
              <a:off x="6728085" y="3606081"/>
              <a:ext cx="23484" cy="22577"/>
            </a:xfrm>
            <a:custGeom>
              <a:avLst/>
              <a:gdLst/>
              <a:ahLst/>
              <a:cxnLst/>
              <a:rect l="l" t="t" r="r" b="b"/>
              <a:pathLst>
                <a:path w="1268" h="1219" extrusionOk="0">
                  <a:moveTo>
                    <a:pt x="1039" y="0"/>
                  </a:moveTo>
                  <a:cubicBezTo>
                    <a:pt x="984" y="0"/>
                    <a:pt x="934" y="17"/>
                    <a:pt x="901" y="51"/>
                  </a:cubicBezTo>
                  <a:lnTo>
                    <a:pt x="101" y="851"/>
                  </a:lnTo>
                  <a:cubicBezTo>
                    <a:pt x="0" y="951"/>
                    <a:pt x="0" y="1051"/>
                    <a:pt x="101" y="1151"/>
                  </a:cubicBezTo>
                  <a:cubicBezTo>
                    <a:pt x="134" y="1185"/>
                    <a:pt x="167" y="1218"/>
                    <a:pt x="234" y="1218"/>
                  </a:cubicBezTo>
                  <a:cubicBezTo>
                    <a:pt x="301" y="1218"/>
                    <a:pt x="334" y="1185"/>
                    <a:pt x="401" y="1151"/>
                  </a:cubicBezTo>
                  <a:lnTo>
                    <a:pt x="1201" y="351"/>
                  </a:lnTo>
                  <a:cubicBezTo>
                    <a:pt x="1268" y="251"/>
                    <a:pt x="1268" y="151"/>
                    <a:pt x="1201" y="51"/>
                  </a:cubicBezTo>
                  <a:cubicBezTo>
                    <a:pt x="1151" y="17"/>
                    <a:pt x="1093" y="0"/>
                    <a:pt x="10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4"/>
            <p:cNvSpPr/>
            <p:nvPr/>
          </p:nvSpPr>
          <p:spPr>
            <a:xfrm>
              <a:off x="6322185" y="4219857"/>
              <a:ext cx="235398" cy="19"/>
            </a:xfrm>
            <a:custGeom>
              <a:avLst/>
              <a:gdLst/>
              <a:ahLst/>
              <a:cxnLst/>
              <a:rect l="l" t="t" r="r" b="b"/>
              <a:pathLst>
                <a:path w="12710" h="1" extrusionOk="0">
                  <a:moveTo>
                    <a:pt x="1" y="1"/>
                  </a:moveTo>
                  <a:lnTo>
                    <a:pt x="1271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4"/>
            <p:cNvSpPr/>
            <p:nvPr/>
          </p:nvSpPr>
          <p:spPr>
            <a:xfrm>
              <a:off x="6318481" y="4216153"/>
              <a:ext cx="242806" cy="8056"/>
            </a:xfrm>
            <a:custGeom>
              <a:avLst/>
              <a:gdLst/>
              <a:ahLst/>
              <a:cxnLst/>
              <a:rect l="l" t="t" r="r" b="b"/>
              <a:pathLst>
                <a:path w="13110" h="435" extrusionOk="0">
                  <a:moveTo>
                    <a:pt x="201" y="1"/>
                  </a:moveTo>
                  <a:cubicBezTo>
                    <a:pt x="67" y="1"/>
                    <a:pt x="1" y="101"/>
                    <a:pt x="1" y="201"/>
                  </a:cubicBezTo>
                  <a:cubicBezTo>
                    <a:pt x="1" y="334"/>
                    <a:pt x="67" y="434"/>
                    <a:pt x="201" y="434"/>
                  </a:cubicBezTo>
                  <a:lnTo>
                    <a:pt x="12910" y="434"/>
                  </a:lnTo>
                  <a:cubicBezTo>
                    <a:pt x="13043" y="434"/>
                    <a:pt x="13110" y="334"/>
                    <a:pt x="13110" y="201"/>
                  </a:cubicBezTo>
                  <a:cubicBezTo>
                    <a:pt x="13110" y="101"/>
                    <a:pt x="13010" y="1"/>
                    <a:pt x="12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4"/>
            <p:cNvSpPr/>
            <p:nvPr/>
          </p:nvSpPr>
          <p:spPr>
            <a:xfrm>
              <a:off x="6366061" y="4262491"/>
              <a:ext cx="147054" cy="19"/>
            </a:xfrm>
            <a:custGeom>
              <a:avLst/>
              <a:gdLst/>
              <a:ahLst/>
              <a:cxnLst/>
              <a:rect l="l" t="t" r="r" b="b"/>
              <a:pathLst>
                <a:path w="7940" h="1" extrusionOk="0">
                  <a:moveTo>
                    <a:pt x="0" y="1"/>
                  </a:moveTo>
                  <a:lnTo>
                    <a:pt x="7939"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4"/>
            <p:cNvSpPr/>
            <p:nvPr/>
          </p:nvSpPr>
          <p:spPr>
            <a:xfrm>
              <a:off x="6362338" y="4258787"/>
              <a:ext cx="155092" cy="8056"/>
            </a:xfrm>
            <a:custGeom>
              <a:avLst/>
              <a:gdLst/>
              <a:ahLst/>
              <a:cxnLst/>
              <a:rect l="l" t="t" r="r" b="b"/>
              <a:pathLst>
                <a:path w="8374" h="435" extrusionOk="0">
                  <a:moveTo>
                    <a:pt x="201" y="0"/>
                  </a:moveTo>
                  <a:cubicBezTo>
                    <a:pt x="101" y="0"/>
                    <a:pt x="1" y="100"/>
                    <a:pt x="1" y="201"/>
                  </a:cubicBezTo>
                  <a:cubicBezTo>
                    <a:pt x="1" y="334"/>
                    <a:pt x="101" y="434"/>
                    <a:pt x="201" y="434"/>
                  </a:cubicBezTo>
                  <a:lnTo>
                    <a:pt x="8173" y="434"/>
                  </a:lnTo>
                  <a:cubicBezTo>
                    <a:pt x="8274" y="434"/>
                    <a:pt x="8374" y="334"/>
                    <a:pt x="8374" y="201"/>
                  </a:cubicBezTo>
                  <a:cubicBezTo>
                    <a:pt x="8374" y="100"/>
                    <a:pt x="8274" y="0"/>
                    <a:pt x="8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598;p30"/>
          <p:cNvGrpSpPr/>
          <p:nvPr/>
        </p:nvGrpSpPr>
        <p:grpSpPr>
          <a:xfrm>
            <a:off x="7941889" y="1027912"/>
            <a:ext cx="887675" cy="801288"/>
            <a:chOff x="6544194" y="2365864"/>
            <a:chExt cx="529544" cy="478038"/>
          </a:xfrm>
        </p:grpSpPr>
        <p:sp>
          <p:nvSpPr>
            <p:cNvPr id="3"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0"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1"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91"/>
                                        </p:tgtEl>
                                        <p:attrNameLst>
                                          <p:attrName>style.visibility</p:attrName>
                                        </p:attrNameLst>
                                      </p:cBhvr>
                                      <p:to>
                                        <p:strVal val="visible"/>
                                      </p:to>
                                    </p:set>
                                    <p:animEffect transition="in" filter="fade">
                                      <p:cBhvr>
                                        <p:cTn id="7" dur="1000"/>
                                        <p:tgtEl>
                                          <p:spTgt spid="1591"/>
                                        </p:tgtEl>
                                      </p:cBhvr>
                                    </p:animEffect>
                                    <p:anim calcmode="lin" valueType="num">
                                      <p:cBhvr>
                                        <p:cTn id="8" dur="1000" fill="hold"/>
                                        <p:tgtEl>
                                          <p:spTgt spid="1591"/>
                                        </p:tgtEl>
                                        <p:attrNameLst>
                                          <p:attrName>ppt_x</p:attrName>
                                        </p:attrNameLst>
                                      </p:cBhvr>
                                      <p:tavLst>
                                        <p:tav tm="0">
                                          <p:val>
                                            <p:strVal val="#ppt_x"/>
                                          </p:val>
                                        </p:tav>
                                        <p:tav tm="100000">
                                          <p:val>
                                            <p:strVal val="#ppt_x"/>
                                          </p:val>
                                        </p:tav>
                                      </p:tavLst>
                                    </p:anim>
                                    <p:anim calcmode="lin" valueType="num">
                                      <p:cBhvr>
                                        <p:cTn id="9" dur="1000" fill="hold"/>
                                        <p:tgtEl>
                                          <p:spTgt spid="159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35"/>
                                        </p:tgtEl>
                                        <p:attrNameLst>
                                          <p:attrName>style.visibility</p:attrName>
                                        </p:attrNameLst>
                                      </p:cBhvr>
                                      <p:to>
                                        <p:strVal val="visible"/>
                                      </p:to>
                                    </p:set>
                                    <p:animEffect transition="in" filter="fade">
                                      <p:cBhvr>
                                        <p:cTn id="14" dur="1000"/>
                                        <p:tgtEl>
                                          <p:spTgt spid="1035"/>
                                        </p:tgtEl>
                                      </p:cBhvr>
                                    </p:animEffect>
                                    <p:anim calcmode="lin" valueType="num">
                                      <p:cBhvr>
                                        <p:cTn id="15" dur="1000" fill="hold"/>
                                        <p:tgtEl>
                                          <p:spTgt spid="1035"/>
                                        </p:tgtEl>
                                        <p:attrNameLst>
                                          <p:attrName>ppt_x</p:attrName>
                                        </p:attrNameLst>
                                      </p:cBhvr>
                                      <p:tavLst>
                                        <p:tav tm="0">
                                          <p:val>
                                            <p:strVal val="#ppt_x"/>
                                          </p:val>
                                        </p:tav>
                                        <p:tav tm="100000">
                                          <p:val>
                                            <p:strVal val="#ppt_x"/>
                                          </p:val>
                                        </p:tav>
                                      </p:tavLst>
                                    </p:anim>
                                    <p:anim calcmode="lin" valueType="num">
                                      <p:cBhvr>
                                        <p:cTn id="16" dur="1000" fill="hold"/>
                                        <p:tgtEl>
                                          <p:spTgt spid="103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592">
                                            <p:txEl>
                                              <p:pRg st="0" end="0"/>
                                            </p:txEl>
                                          </p:spTgt>
                                        </p:tgtEl>
                                        <p:attrNameLst>
                                          <p:attrName>style.visibility</p:attrName>
                                        </p:attrNameLst>
                                      </p:cBhvr>
                                      <p:to>
                                        <p:strVal val="visible"/>
                                      </p:to>
                                    </p:set>
                                    <p:animEffect transition="in" filter="fade">
                                      <p:cBhvr>
                                        <p:cTn id="19" dur="1000"/>
                                        <p:tgtEl>
                                          <p:spTgt spid="1592">
                                            <p:txEl>
                                              <p:pRg st="0" end="0"/>
                                            </p:txEl>
                                          </p:spTgt>
                                        </p:tgtEl>
                                      </p:cBhvr>
                                    </p:animEffect>
                                    <p:anim calcmode="lin" valueType="num">
                                      <p:cBhvr>
                                        <p:cTn id="20" dur="1000" fill="hold"/>
                                        <p:tgtEl>
                                          <p:spTgt spid="1592">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592">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94">
                                            <p:txEl>
                                              <p:pRg st="0" end="0"/>
                                            </p:txEl>
                                          </p:spTgt>
                                        </p:tgtEl>
                                        <p:attrNameLst>
                                          <p:attrName>style.visibility</p:attrName>
                                        </p:attrNameLst>
                                      </p:cBhvr>
                                      <p:to>
                                        <p:strVal val="visible"/>
                                      </p:to>
                                    </p:set>
                                    <p:animEffect transition="in" filter="fade">
                                      <p:cBhvr>
                                        <p:cTn id="24" dur="1000"/>
                                        <p:tgtEl>
                                          <p:spTgt spid="1594">
                                            <p:txEl>
                                              <p:pRg st="0" end="0"/>
                                            </p:txEl>
                                          </p:spTgt>
                                        </p:tgtEl>
                                      </p:cBhvr>
                                    </p:animEffect>
                                    <p:anim calcmode="lin" valueType="num">
                                      <p:cBhvr>
                                        <p:cTn id="25" dur="1000" fill="hold"/>
                                        <p:tgtEl>
                                          <p:spTgt spid="1594">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5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47"/>
                                        </p:tgtEl>
                                        <p:attrNameLst>
                                          <p:attrName>style.visibility</p:attrName>
                                        </p:attrNameLst>
                                      </p:cBhvr>
                                      <p:to>
                                        <p:strVal val="visible"/>
                                      </p:to>
                                    </p:set>
                                    <p:animEffect transition="in" filter="fade">
                                      <p:cBhvr>
                                        <p:cTn id="31" dur="1000"/>
                                        <p:tgtEl>
                                          <p:spTgt spid="1647"/>
                                        </p:tgtEl>
                                      </p:cBhvr>
                                    </p:animEffect>
                                    <p:anim calcmode="lin" valueType="num">
                                      <p:cBhvr>
                                        <p:cTn id="32" dur="1000" fill="hold"/>
                                        <p:tgtEl>
                                          <p:spTgt spid="1647"/>
                                        </p:tgtEl>
                                        <p:attrNameLst>
                                          <p:attrName>ppt_x</p:attrName>
                                        </p:attrNameLst>
                                      </p:cBhvr>
                                      <p:tavLst>
                                        <p:tav tm="0">
                                          <p:val>
                                            <p:strVal val="#ppt_x"/>
                                          </p:val>
                                        </p:tav>
                                        <p:tav tm="100000">
                                          <p:val>
                                            <p:strVal val="#ppt_x"/>
                                          </p:val>
                                        </p:tav>
                                      </p:tavLst>
                                    </p:anim>
                                    <p:anim calcmode="lin" valueType="num">
                                      <p:cBhvr>
                                        <p:cTn id="33" dur="1000" fill="hold"/>
                                        <p:tgtEl>
                                          <p:spTgt spid="164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593">
                                            <p:txEl>
                                              <p:pRg st="0" end="0"/>
                                            </p:txEl>
                                          </p:spTgt>
                                        </p:tgtEl>
                                        <p:attrNameLst>
                                          <p:attrName>style.visibility</p:attrName>
                                        </p:attrNameLst>
                                      </p:cBhvr>
                                      <p:to>
                                        <p:strVal val="visible"/>
                                      </p:to>
                                    </p:set>
                                    <p:animEffect transition="in" filter="fade">
                                      <p:cBhvr>
                                        <p:cTn id="36" dur="1000"/>
                                        <p:tgtEl>
                                          <p:spTgt spid="1593">
                                            <p:txEl>
                                              <p:pRg st="0" end="0"/>
                                            </p:txEl>
                                          </p:spTgt>
                                        </p:tgtEl>
                                      </p:cBhvr>
                                    </p:animEffect>
                                    <p:anim calcmode="lin" valueType="num">
                                      <p:cBhvr>
                                        <p:cTn id="37" dur="1000" fill="hold"/>
                                        <p:tgtEl>
                                          <p:spTgt spid="1593">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1593">
                                            <p:txEl>
                                              <p:pRg st="0" end="0"/>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595">
                                            <p:txEl>
                                              <p:pRg st="0" end="0"/>
                                            </p:txEl>
                                          </p:spTgt>
                                        </p:tgtEl>
                                        <p:attrNameLst>
                                          <p:attrName>style.visibility</p:attrName>
                                        </p:attrNameLst>
                                      </p:cBhvr>
                                      <p:to>
                                        <p:strVal val="visible"/>
                                      </p:to>
                                    </p:set>
                                    <p:animEffect transition="in" filter="fade">
                                      <p:cBhvr>
                                        <p:cTn id="41" dur="1000"/>
                                        <p:tgtEl>
                                          <p:spTgt spid="1595">
                                            <p:txEl>
                                              <p:pRg st="0" end="0"/>
                                            </p:txEl>
                                          </p:spTgt>
                                        </p:tgtEl>
                                      </p:cBhvr>
                                    </p:animEffect>
                                    <p:anim calcmode="lin" valueType="num">
                                      <p:cBhvr>
                                        <p:cTn id="42" dur="1000" fill="hold"/>
                                        <p:tgtEl>
                                          <p:spTgt spid="1595">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5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469"/>
                                        </p:tgtEl>
                                        <p:attrNameLst>
                                          <p:attrName>style.visibility</p:attrName>
                                        </p:attrNameLst>
                                      </p:cBhvr>
                                      <p:to>
                                        <p:strVal val="visible"/>
                                      </p:to>
                                    </p:set>
                                    <p:animEffect transition="in" filter="fade">
                                      <p:cBhvr>
                                        <p:cTn id="48" dur="1000"/>
                                        <p:tgtEl>
                                          <p:spTgt spid="2469"/>
                                        </p:tgtEl>
                                      </p:cBhvr>
                                    </p:animEffect>
                                    <p:anim calcmode="lin" valueType="num">
                                      <p:cBhvr>
                                        <p:cTn id="49" dur="1000" fill="hold"/>
                                        <p:tgtEl>
                                          <p:spTgt spid="2469"/>
                                        </p:tgtEl>
                                        <p:attrNameLst>
                                          <p:attrName>ppt_x</p:attrName>
                                        </p:attrNameLst>
                                      </p:cBhvr>
                                      <p:tavLst>
                                        <p:tav tm="0">
                                          <p:val>
                                            <p:strVal val="#ppt_x"/>
                                          </p:val>
                                        </p:tav>
                                        <p:tav tm="100000">
                                          <p:val>
                                            <p:strVal val="#ppt_x"/>
                                          </p:val>
                                        </p:tav>
                                      </p:tavLst>
                                    </p:anim>
                                    <p:anim calcmode="lin" valueType="num">
                                      <p:cBhvr>
                                        <p:cTn id="50" dur="1000" fill="hold"/>
                                        <p:tgtEl>
                                          <p:spTgt spid="2469"/>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597">
                                            <p:txEl>
                                              <p:pRg st="0" end="0"/>
                                            </p:txEl>
                                          </p:spTgt>
                                        </p:tgtEl>
                                        <p:attrNameLst>
                                          <p:attrName>style.visibility</p:attrName>
                                        </p:attrNameLst>
                                      </p:cBhvr>
                                      <p:to>
                                        <p:strVal val="visible"/>
                                      </p:to>
                                    </p:set>
                                    <p:animEffect transition="in" filter="fade">
                                      <p:cBhvr>
                                        <p:cTn id="53" dur="1000"/>
                                        <p:tgtEl>
                                          <p:spTgt spid="1597">
                                            <p:txEl>
                                              <p:pRg st="0" end="0"/>
                                            </p:txEl>
                                          </p:spTgt>
                                        </p:tgtEl>
                                      </p:cBhvr>
                                    </p:animEffect>
                                    <p:anim calcmode="lin" valueType="num">
                                      <p:cBhvr>
                                        <p:cTn id="54" dur="1000" fill="hold"/>
                                        <p:tgtEl>
                                          <p:spTgt spid="1597">
                                            <p:txEl>
                                              <p:pRg st="0" end="0"/>
                                            </p:txEl>
                                          </p:spTgt>
                                        </p:tgtEl>
                                        <p:attrNameLst>
                                          <p:attrName>ppt_x</p:attrName>
                                        </p:attrNameLst>
                                      </p:cBhvr>
                                      <p:tavLst>
                                        <p:tav tm="0">
                                          <p:val>
                                            <p:strVal val="#ppt_x"/>
                                          </p:val>
                                        </p:tav>
                                        <p:tav tm="100000">
                                          <p:val>
                                            <p:strVal val="#ppt_x"/>
                                          </p:val>
                                        </p:tav>
                                      </p:tavLst>
                                    </p:anim>
                                    <p:anim calcmode="lin" valueType="num">
                                      <p:cBhvr>
                                        <p:cTn id="55" dur="1000" fill="hold"/>
                                        <p:tgtEl>
                                          <p:spTgt spid="1597">
                                            <p:txEl>
                                              <p:pRg st="0" end="0"/>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96">
                                            <p:txEl>
                                              <p:pRg st="0" end="0"/>
                                            </p:txEl>
                                          </p:spTgt>
                                        </p:tgtEl>
                                        <p:attrNameLst>
                                          <p:attrName>style.visibility</p:attrName>
                                        </p:attrNameLst>
                                      </p:cBhvr>
                                      <p:to>
                                        <p:strVal val="visible"/>
                                      </p:to>
                                    </p:set>
                                    <p:animEffect transition="in" filter="fade">
                                      <p:cBhvr>
                                        <p:cTn id="58" dur="1000"/>
                                        <p:tgtEl>
                                          <p:spTgt spid="1596">
                                            <p:txEl>
                                              <p:pRg st="0" end="0"/>
                                            </p:txEl>
                                          </p:spTgt>
                                        </p:tgtEl>
                                      </p:cBhvr>
                                    </p:animEffect>
                                    <p:anim calcmode="lin" valueType="num">
                                      <p:cBhvr>
                                        <p:cTn id="59" dur="1000" fill="hold"/>
                                        <p:tgtEl>
                                          <p:spTgt spid="1596">
                                            <p:txEl>
                                              <p:pRg st="0" end="0"/>
                                            </p:txEl>
                                          </p:spTgt>
                                        </p:tgtEl>
                                        <p:attrNameLst>
                                          <p:attrName>ppt_x</p:attrName>
                                        </p:attrNameLst>
                                      </p:cBhvr>
                                      <p:tavLst>
                                        <p:tav tm="0">
                                          <p:val>
                                            <p:strVal val="#ppt_x"/>
                                          </p:val>
                                        </p:tav>
                                        <p:tav tm="100000">
                                          <p:val>
                                            <p:strVal val="#ppt_x"/>
                                          </p:val>
                                        </p:tav>
                                      </p:tavLst>
                                    </p:anim>
                                    <p:anim calcmode="lin" valueType="num">
                                      <p:cBhvr>
                                        <p:cTn id="60" dur="1000" fill="hold"/>
                                        <p:tgtEl>
                                          <p:spTgt spid="159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1" grpId="0"/>
      <p:bldP spid="1592" grpId="0" build="p"/>
      <p:bldP spid="1593" grpId="0" build="p"/>
      <p:bldP spid="1594" grpId="0" build="p"/>
      <p:bldP spid="1595" grpId="0" build="p"/>
      <p:bldP spid="1596" grpId="0" build="p"/>
      <p:bldP spid="159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1769773"/>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4000" dirty="0">
                <a:latin typeface="Playfair Display" panose="00000500000000000000" pitchFamily="2" charset="0"/>
                <a:cs typeface="Times New Roman" panose="02020603050405020304" pitchFamily="18" charset="0"/>
              </a:rPr>
              <a:t>Cách Tiến Hành</a:t>
            </a:r>
            <a:endParaRPr sz="4000" dirty="0">
              <a:latin typeface="Playfair Display" panose="00000500000000000000" pitchFamily="2" charset="0"/>
              <a:cs typeface="Times New Roman" panose="02020603050405020304" pitchFamily="18" charset="0"/>
            </a:endParaRPr>
          </a:p>
        </p:txBody>
      </p:sp>
      <p:sp>
        <p:nvSpPr>
          <p:cNvPr id="1290" name="Google Shape;1290;p28"/>
          <p:cNvSpPr txBox="1">
            <a:spLocks noGrp="1"/>
          </p:cNvSpPr>
          <p:nvPr>
            <p:ph type="title" idx="2"/>
          </p:nvPr>
        </p:nvSpPr>
        <p:spPr>
          <a:xfrm>
            <a:off x="4130550" y="927973"/>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000" b="1" dirty="0">
                <a:effectLst/>
                <a:latin typeface="Playfair Display" panose="00000500000000000000" pitchFamily="2" charset="0"/>
                <a:ea typeface="Arial" panose="020B0604020202020204" pitchFamily="34" charset="0"/>
                <a:cs typeface="Times New Roman" panose="02020603050405020304" pitchFamily="18" charset="0"/>
              </a:rPr>
              <a:t>03 </a:t>
            </a:r>
            <a:endParaRPr sz="4000" dirty="0">
              <a:latin typeface="Playfair Display" panose="00000500000000000000" pitchFamily="2" charset="0"/>
              <a:cs typeface="Times New Roman" panose="02020603050405020304" pitchFamily="18" charset="0"/>
            </a:endParaRPr>
          </a:p>
        </p:txBody>
      </p:sp>
      <p:grpSp>
        <p:nvGrpSpPr>
          <p:cNvPr id="712" name="Google Shape;712;p24"/>
          <p:cNvGrpSpPr/>
          <p:nvPr/>
        </p:nvGrpSpPr>
        <p:grpSpPr>
          <a:xfrm>
            <a:off x="527472" y="128516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0"/>
                                        </p:tgtEl>
                                        <p:attrNameLst>
                                          <p:attrName>style.visibility</p:attrName>
                                        </p:attrNameLst>
                                      </p:cBhvr>
                                      <p:to>
                                        <p:strVal val="visible"/>
                                      </p:to>
                                    </p:set>
                                    <p:animEffect transition="in" filter="fade">
                                      <p:cBhvr>
                                        <p:cTn id="7" dur="1000"/>
                                        <p:tgtEl>
                                          <p:spTgt spid="1290"/>
                                        </p:tgtEl>
                                      </p:cBhvr>
                                    </p:animEffect>
                                    <p:anim calcmode="lin" valueType="num">
                                      <p:cBhvr>
                                        <p:cTn id="8" dur="1000" fill="hold"/>
                                        <p:tgtEl>
                                          <p:spTgt spid="1290"/>
                                        </p:tgtEl>
                                        <p:attrNameLst>
                                          <p:attrName>ppt_x</p:attrName>
                                        </p:attrNameLst>
                                      </p:cBhvr>
                                      <p:tavLst>
                                        <p:tav tm="0">
                                          <p:val>
                                            <p:strVal val="#ppt_x"/>
                                          </p:val>
                                        </p:tav>
                                        <p:tav tm="100000">
                                          <p:val>
                                            <p:strVal val="#ppt_x"/>
                                          </p:val>
                                        </p:tav>
                                      </p:tavLst>
                                    </p:anim>
                                    <p:anim calcmode="lin" valueType="num">
                                      <p:cBhvr>
                                        <p:cTn id="9" dur="1000" fill="hold"/>
                                        <p:tgtEl>
                                          <p:spTgt spid="129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89"/>
                                        </p:tgtEl>
                                        <p:attrNameLst>
                                          <p:attrName>style.visibility</p:attrName>
                                        </p:attrNameLst>
                                      </p:cBhvr>
                                      <p:to>
                                        <p:strVal val="visible"/>
                                      </p:to>
                                    </p:set>
                                    <p:animEffect transition="in" filter="fade">
                                      <p:cBhvr>
                                        <p:cTn id="12" dur="1000"/>
                                        <p:tgtEl>
                                          <p:spTgt spid="1289"/>
                                        </p:tgtEl>
                                      </p:cBhvr>
                                    </p:animEffect>
                                    <p:anim calcmode="lin" valueType="num">
                                      <p:cBhvr>
                                        <p:cTn id="13" dur="1000" fill="hold"/>
                                        <p:tgtEl>
                                          <p:spTgt spid="1289"/>
                                        </p:tgtEl>
                                        <p:attrNameLst>
                                          <p:attrName>ppt_x</p:attrName>
                                        </p:attrNameLst>
                                      </p:cBhvr>
                                      <p:tavLst>
                                        <p:tav tm="0">
                                          <p:val>
                                            <p:strVal val="#ppt_x"/>
                                          </p:val>
                                        </p:tav>
                                        <p:tav tm="100000">
                                          <p:val>
                                            <p:strVal val="#ppt_x"/>
                                          </p:val>
                                        </p:tav>
                                      </p:tavLst>
                                    </p:anim>
                                    <p:anim calcmode="lin" valueType="num">
                                      <p:cBhvr>
                                        <p:cTn id="14" dur="1000" fill="hold"/>
                                        <p:tgtEl>
                                          <p:spTgt spid="128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12"/>
                                        </p:tgtEl>
                                        <p:attrNameLst>
                                          <p:attrName>style.visibility</p:attrName>
                                        </p:attrNameLst>
                                      </p:cBhvr>
                                      <p:to>
                                        <p:strVal val="visible"/>
                                      </p:to>
                                    </p:set>
                                    <p:animEffect transition="in" filter="fade">
                                      <p:cBhvr>
                                        <p:cTn id="17" dur="1000"/>
                                        <p:tgtEl>
                                          <p:spTgt spid="712"/>
                                        </p:tgtEl>
                                      </p:cBhvr>
                                    </p:animEffect>
                                    <p:anim calcmode="lin" valueType="num">
                                      <p:cBhvr>
                                        <p:cTn id="18" dur="1000" fill="hold"/>
                                        <p:tgtEl>
                                          <p:spTgt spid="712"/>
                                        </p:tgtEl>
                                        <p:attrNameLst>
                                          <p:attrName>ppt_x</p:attrName>
                                        </p:attrNameLst>
                                      </p:cBhvr>
                                      <p:tavLst>
                                        <p:tav tm="0">
                                          <p:val>
                                            <p:strVal val="#ppt_x"/>
                                          </p:val>
                                        </p:tav>
                                        <p:tav tm="100000">
                                          <p:val>
                                            <p:strVal val="#ppt_x"/>
                                          </p:val>
                                        </p:tav>
                                      </p:tavLst>
                                    </p:anim>
                                    <p:anim calcmode="lin" valueType="num">
                                      <p:cBhvr>
                                        <p:cTn id="19" dur="1000" fill="hold"/>
                                        <p:tgtEl>
                                          <p:spTgt spid="7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9" grpId="0"/>
      <p:bldP spid="129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sp>
        <p:nvSpPr>
          <p:cNvPr id="1614" name="Google Shape;1614;p31"/>
          <p:cNvSpPr txBox="1">
            <a:spLocks noGrp="1"/>
          </p:cNvSpPr>
          <p:nvPr>
            <p:ph type="title"/>
          </p:nvPr>
        </p:nvSpPr>
        <p:spPr>
          <a:xfrm>
            <a:off x="721519" y="467522"/>
            <a:ext cx="7710900" cy="572700"/>
          </a:xfrm>
          <a:prstGeom prst="rect">
            <a:avLst/>
          </a:prstGeom>
        </p:spPr>
        <p:txBody>
          <a:bodyPr spcFirstLastPara="1" wrap="square" lIns="91425" tIns="91425" rIns="91425" bIns="91425" anchor="t" anchorCtr="0">
            <a:noAutofit/>
          </a:bodyPr>
          <a:lstStyle/>
          <a:p>
            <a:pPr marL="228600">
              <a:lnSpc>
                <a:spcPct val="115000"/>
              </a:lnSpc>
              <a:spcAft>
                <a:spcPts val="800"/>
              </a:spcAft>
            </a:pPr>
            <a:r>
              <a:rPr lang="vi-VN" b="1" kern="100" dirty="0">
                <a:effectLst/>
                <a:latin typeface="Times New Roman" panose="02020603050405020304" pitchFamily="18" charset="0"/>
                <a:ea typeface="Arial" panose="020B0604020202020204" pitchFamily="34" charset="0"/>
                <a:cs typeface="Times New Roman" panose="02020603050405020304" pitchFamily="18" charset="0"/>
              </a:rPr>
              <a:t>Cách tiến hành</a:t>
            </a:r>
            <a:endParaRPr lang="en-US" kern="100" dirty="0">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1615" name="Google Shape;1615;p31"/>
          <p:cNvSpPr txBox="1">
            <a:spLocks noGrp="1"/>
          </p:cNvSpPr>
          <p:nvPr>
            <p:ph type="subTitle" idx="1"/>
          </p:nvPr>
        </p:nvSpPr>
        <p:spPr>
          <a:xfrm>
            <a:off x="2321754" y="1748900"/>
            <a:ext cx="3069159" cy="20358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Trước khi bắt đầu quan sát, nhà phân tích cần xác định rõ mục tiêu và những yếu tố cần quan sát. Điều này giúp tập trung vào các khía cạnh quan trọng và thu thập thông tin có giá trị.</a:t>
            </a:r>
            <a:endParaRPr sz="1800" dirty="0">
              <a:latin typeface="Times New Roman" panose="02020603050405020304" pitchFamily="18" charset="0"/>
              <a:cs typeface="Times New Roman" panose="02020603050405020304" pitchFamily="18" charset="0"/>
            </a:endParaRPr>
          </a:p>
        </p:txBody>
      </p:sp>
      <p:sp>
        <p:nvSpPr>
          <p:cNvPr id="1616" name="Google Shape;1616;p31"/>
          <p:cNvSpPr txBox="1">
            <a:spLocks noGrp="1"/>
          </p:cNvSpPr>
          <p:nvPr>
            <p:ph type="subTitle" idx="2"/>
          </p:nvPr>
        </p:nvSpPr>
        <p:spPr>
          <a:xfrm>
            <a:off x="5614906" y="1748900"/>
            <a:ext cx="2848200" cy="2035814"/>
          </a:xfrm>
          <a:prstGeom prst="rect">
            <a:avLst/>
          </a:prstGeom>
        </p:spPr>
        <p:txBody>
          <a:bodyPr spcFirstLastPara="1" wrap="square" lIns="91425" tIns="91425" rIns="91425" bIns="91425" anchor="t" anchorCtr="0">
            <a:noAutofit/>
          </a:bodyPr>
          <a:lstStyle/>
          <a:p>
            <a:pPr marL="0" indent="0"/>
            <a:r>
              <a:rPr lang="vi-VN" sz="1800" kern="100" dirty="0">
                <a:effectLst/>
                <a:latin typeface="Times New Roman" panose="02020603050405020304" pitchFamily="18" charset="0"/>
                <a:ea typeface="Arial" panose="020B0604020202020204" pitchFamily="34" charset="0"/>
                <a:cs typeface="Times New Roman" panose="02020603050405020304" pitchFamily="18" charset="0"/>
              </a:rPr>
              <a:t>Nhà phân tích lựa chọn những người hoặc quy trình mà họ cần quan sát, đảm bảo rằng đối tượng quan sát là liên quan đến mục tiêu nghiên cứu.</a:t>
            </a:r>
            <a:endParaRPr lang="en-US" sz="1800" kern="100" dirty="0">
              <a:effectLst/>
              <a:latin typeface="Times New Roman" panose="02020603050405020304" pitchFamily="18" charset="0"/>
              <a:ea typeface="Arial" panose="020B0604020202020204" pitchFamily="34"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1619" name="Google Shape;1619;p31"/>
          <p:cNvSpPr txBox="1">
            <a:spLocks noGrp="1"/>
          </p:cNvSpPr>
          <p:nvPr>
            <p:ph type="subTitle" idx="5"/>
          </p:nvPr>
        </p:nvSpPr>
        <p:spPr>
          <a:xfrm>
            <a:off x="2321754" y="1379350"/>
            <a:ext cx="28482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Bước 1: Xác định mục tiêu quan sát:</a:t>
            </a:r>
            <a:endParaRPr dirty="0">
              <a:latin typeface="Times New Roman" panose="02020603050405020304" pitchFamily="18" charset="0"/>
              <a:cs typeface="Times New Roman" panose="02020603050405020304" pitchFamily="18" charset="0"/>
            </a:endParaRPr>
          </a:p>
        </p:txBody>
      </p:sp>
      <p:sp>
        <p:nvSpPr>
          <p:cNvPr id="1620" name="Google Shape;1620;p31"/>
          <p:cNvSpPr txBox="1">
            <a:spLocks noGrp="1"/>
          </p:cNvSpPr>
          <p:nvPr>
            <p:ph type="subTitle" idx="7"/>
          </p:nvPr>
        </p:nvSpPr>
        <p:spPr>
          <a:xfrm>
            <a:off x="5614879" y="1183750"/>
            <a:ext cx="28482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800" dirty="0">
                <a:effectLst/>
                <a:latin typeface="Times New Roman" panose="02020603050405020304" pitchFamily="18" charset="0"/>
                <a:ea typeface="Arial" panose="020B0604020202020204" pitchFamily="34" charset="0"/>
                <a:cs typeface="Times New Roman" panose="02020603050405020304" pitchFamily="18" charset="0"/>
              </a:rPr>
              <a:t>Bước 2: Chọn đối tượng và môi trường quan sát:</a:t>
            </a:r>
            <a:endParaRPr dirty="0">
              <a:latin typeface="Times New Roman" panose="02020603050405020304" pitchFamily="18" charset="0"/>
              <a:cs typeface="Times New Roman" panose="02020603050405020304" pitchFamily="18" charset="0"/>
            </a:endParaRPr>
          </a:p>
        </p:txBody>
      </p:sp>
      <p:grpSp>
        <p:nvGrpSpPr>
          <p:cNvPr id="1622" name="Google Shape;1622;p31"/>
          <p:cNvGrpSpPr/>
          <p:nvPr/>
        </p:nvGrpSpPr>
        <p:grpSpPr>
          <a:xfrm>
            <a:off x="800987" y="1762970"/>
            <a:ext cx="1225000" cy="576722"/>
            <a:chOff x="835132" y="1750471"/>
            <a:chExt cx="1225000" cy="576722"/>
          </a:xfrm>
        </p:grpSpPr>
        <p:sp>
          <p:nvSpPr>
            <p:cNvPr id="1623" name="Google Shape;1623;p31"/>
            <p:cNvSpPr/>
            <p:nvPr/>
          </p:nvSpPr>
          <p:spPr>
            <a:xfrm>
              <a:off x="840244" y="1926561"/>
              <a:ext cx="300669" cy="37987"/>
            </a:xfrm>
            <a:custGeom>
              <a:avLst/>
              <a:gdLst/>
              <a:ahLst/>
              <a:cxnLst/>
              <a:rect l="l" t="t" r="r" b="b"/>
              <a:pathLst>
                <a:path w="3823" h="483" extrusionOk="0">
                  <a:moveTo>
                    <a:pt x="0" y="0"/>
                  </a:moveTo>
                  <a:lnTo>
                    <a:pt x="0" y="483"/>
                  </a:lnTo>
                  <a:lnTo>
                    <a:pt x="3822" y="483"/>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4" name="Google Shape;1624;p31"/>
            <p:cNvSpPr/>
            <p:nvPr/>
          </p:nvSpPr>
          <p:spPr>
            <a:xfrm>
              <a:off x="835132" y="1921449"/>
              <a:ext cx="310107" cy="48211"/>
            </a:xfrm>
            <a:custGeom>
              <a:avLst/>
              <a:gdLst/>
              <a:ahLst/>
              <a:cxnLst/>
              <a:rect l="l" t="t" r="r" b="b"/>
              <a:pathLst>
                <a:path w="3943" h="613" extrusionOk="0">
                  <a:moveTo>
                    <a:pt x="3822" y="121"/>
                  </a:moveTo>
                  <a:lnTo>
                    <a:pt x="3822" y="492"/>
                  </a:lnTo>
                  <a:lnTo>
                    <a:pt x="121" y="492"/>
                  </a:lnTo>
                  <a:lnTo>
                    <a:pt x="121" y="121"/>
                  </a:lnTo>
                  <a:close/>
                  <a:moveTo>
                    <a:pt x="65" y="0"/>
                  </a:moveTo>
                  <a:cubicBezTo>
                    <a:pt x="28" y="0"/>
                    <a:pt x="0" y="28"/>
                    <a:pt x="0" y="65"/>
                  </a:cubicBezTo>
                  <a:lnTo>
                    <a:pt x="0" y="548"/>
                  </a:lnTo>
                  <a:cubicBezTo>
                    <a:pt x="0" y="566"/>
                    <a:pt x="9" y="585"/>
                    <a:pt x="19" y="594"/>
                  </a:cubicBezTo>
                  <a:cubicBezTo>
                    <a:pt x="28" y="603"/>
                    <a:pt x="47" y="613"/>
                    <a:pt x="65" y="613"/>
                  </a:cubicBezTo>
                  <a:lnTo>
                    <a:pt x="3887" y="613"/>
                  </a:lnTo>
                  <a:cubicBezTo>
                    <a:pt x="3896" y="613"/>
                    <a:pt x="3915" y="603"/>
                    <a:pt x="3924" y="594"/>
                  </a:cubicBezTo>
                  <a:cubicBezTo>
                    <a:pt x="3933" y="585"/>
                    <a:pt x="3943" y="566"/>
                    <a:pt x="3943" y="548"/>
                  </a:cubicBezTo>
                  <a:lnTo>
                    <a:pt x="3943" y="65"/>
                  </a:lnTo>
                  <a:cubicBezTo>
                    <a:pt x="3943" y="28"/>
                    <a:pt x="3915" y="0"/>
                    <a:pt x="38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5" name="Google Shape;1625;p31"/>
            <p:cNvSpPr/>
            <p:nvPr/>
          </p:nvSpPr>
          <p:spPr>
            <a:xfrm>
              <a:off x="967887" y="2011892"/>
              <a:ext cx="172238" cy="24931"/>
            </a:xfrm>
            <a:custGeom>
              <a:avLst/>
              <a:gdLst/>
              <a:ahLst/>
              <a:cxnLst/>
              <a:rect l="l" t="t" r="r" b="b"/>
              <a:pathLst>
                <a:path w="2190" h="317" extrusionOk="0">
                  <a:moveTo>
                    <a:pt x="1" y="1"/>
                  </a:moveTo>
                  <a:lnTo>
                    <a:pt x="1" y="316"/>
                  </a:lnTo>
                  <a:lnTo>
                    <a:pt x="2190" y="316"/>
                  </a:lnTo>
                  <a:lnTo>
                    <a:pt x="21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6" name="Google Shape;1626;p31"/>
            <p:cNvSpPr/>
            <p:nvPr/>
          </p:nvSpPr>
          <p:spPr>
            <a:xfrm>
              <a:off x="963483" y="2006780"/>
              <a:ext cx="181754" cy="34369"/>
            </a:xfrm>
            <a:custGeom>
              <a:avLst/>
              <a:gdLst/>
              <a:ahLst/>
              <a:cxnLst/>
              <a:rect l="l" t="t" r="r" b="b"/>
              <a:pathLst>
                <a:path w="2311" h="437" extrusionOk="0">
                  <a:moveTo>
                    <a:pt x="2190" y="121"/>
                  </a:moveTo>
                  <a:lnTo>
                    <a:pt x="2190" y="325"/>
                  </a:lnTo>
                  <a:lnTo>
                    <a:pt x="112" y="325"/>
                  </a:lnTo>
                  <a:lnTo>
                    <a:pt x="112" y="121"/>
                  </a:lnTo>
                  <a:close/>
                  <a:moveTo>
                    <a:pt x="57" y="1"/>
                  </a:moveTo>
                  <a:cubicBezTo>
                    <a:pt x="38" y="1"/>
                    <a:pt x="29" y="10"/>
                    <a:pt x="19" y="19"/>
                  </a:cubicBezTo>
                  <a:cubicBezTo>
                    <a:pt x="1" y="28"/>
                    <a:pt x="1" y="47"/>
                    <a:pt x="1" y="66"/>
                  </a:cubicBezTo>
                  <a:lnTo>
                    <a:pt x="1" y="381"/>
                  </a:lnTo>
                  <a:cubicBezTo>
                    <a:pt x="1" y="409"/>
                    <a:pt x="29" y="437"/>
                    <a:pt x="57" y="437"/>
                  </a:cubicBezTo>
                  <a:lnTo>
                    <a:pt x="2255" y="437"/>
                  </a:lnTo>
                  <a:cubicBezTo>
                    <a:pt x="2264" y="437"/>
                    <a:pt x="2283" y="427"/>
                    <a:pt x="2292" y="418"/>
                  </a:cubicBezTo>
                  <a:cubicBezTo>
                    <a:pt x="2301" y="409"/>
                    <a:pt x="2311" y="390"/>
                    <a:pt x="2311" y="381"/>
                  </a:cubicBezTo>
                  <a:lnTo>
                    <a:pt x="2311" y="66"/>
                  </a:lnTo>
                  <a:cubicBezTo>
                    <a:pt x="2311" y="28"/>
                    <a:pt x="228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7" name="Google Shape;1627;p31"/>
            <p:cNvSpPr/>
            <p:nvPr/>
          </p:nvSpPr>
          <p:spPr>
            <a:xfrm>
              <a:off x="967887" y="2083382"/>
              <a:ext cx="172238" cy="24931"/>
            </a:xfrm>
            <a:custGeom>
              <a:avLst/>
              <a:gdLst/>
              <a:ahLst/>
              <a:cxnLst/>
              <a:rect l="l" t="t" r="r" b="b"/>
              <a:pathLst>
                <a:path w="2190" h="317" extrusionOk="0">
                  <a:moveTo>
                    <a:pt x="1" y="1"/>
                  </a:moveTo>
                  <a:lnTo>
                    <a:pt x="1" y="316"/>
                  </a:lnTo>
                  <a:lnTo>
                    <a:pt x="2190" y="316"/>
                  </a:lnTo>
                  <a:lnTo>
                    <a:pt x="21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8" name="Google Shape;1628;p31"/>
            <p:cNvSpPr/>
            <p:nvPr/>
          </p:nvSpPr>
          <p:spPr>
            <a:xfrm>
              <a:off x="963483" y="2079057"/>
              <a:ext cx="181754" cy="34369"/>
            </a:xfrm>
            <a:custGeom>
              <a:avLst/>
              <a:gdLst/>
              <a:ahLst/>
              <a:cxnLst/>
              <a:rect l="l" t="t" r="r" b="b"/>
              <a:pathLst>
                <a:path w="2311" h="437" extrusionOk="0">
                  <a:moveTo>
                    <a:pt x="2190" y="111"/>
                  </a:moveTo>
                  <a:lnTo>
                    <a:pt x="2190" y="315"/>
                  </a:lnTo>
                  <a:lnTo>
                    <a:pt x="112" y="315"/>
                  </a:lnTo>
                  <a:lnTo>
                    <a:pt x="112" y="111"/>
                  </a:lnTo>
                  <a:close/>
                  <a:moveTo>
                    <a:pt x="57" y="0"/>
                  </a:moveTo>
                  <a:cubicBezTo>
                    <a:pt x="29" y="0"/>
                    <a:pt x="1" y="28"/>
                    <a:pt x="1" y="56"/>
                  </a:cubicBezTo>
                  <a:lnTo>
                    <a:pt x="1" y="371"/>
                  </a:lnTo>
                  <a:cubicBezTo>
                    <a:pt x="1" y="390"/>
                    <a:pt x="10" y="408"/>
                    <a:pt x="19" y="418"/>
                  </a:cubicBezTo>
                  <a:cubicBezTo>
                    <a:pt x="29" y="427"/>
                    <a:pt x="38" y="436"/>
                    <a:pt x="57" y="436"/>
                  </a:cubicBezTo>
                  <a:lnTo>
                    <a:pt x="2255" y="436"/>
                  </a:lnTo>
                  <a:cubicBezTo>
                    <a:pt x="2283" y="436"/>
                    <a:pt x="2311" y="408"/>
                    <a:pt x="2311" y="371"/>
                  </a:cubicBezTo>
                  <a:lnTo>
                    <a:pt x="2311" y="56"/>
                  </a:lnTo>
                  <a:cubicBezTo>
                    <a:pt x="2311" y="37"/>
                    <a:pt x="2301" y="28"/>
                    <a:pt x="2292" y="19"/>
                  </a:cubicBezTo>
                  <a:cubicBezTo>
                    <a:pt x="2283" y="0"/>
                    <a:pt x="2264"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29" name="Google Shape;1629;p31"/>
            <p:cNvSpPr/>
            <p:nvPr/>
          </p:nvSpPr>
          <p:spPr>
            <a:xfrm>
              <a:off x="1724468" y="2138277"/>
              <a:ext cx="302164" cy="134880"/>
            </a:xfrm>
            <a:custGeom>
              <a:avLst/>
              <a:gdLst/>
              <a:ahLst/>
              <a:cxnLst/>
              <a:rect l="l" t="t" r="r" b="b"/>
              <a:pathLst>
                <a:path w="3842" h="1715" extrusionOk="0">
                  <a:moveTo>
                    <a:pt x="69" y="0"/>
                  </a:moveTo>
                  <a:cubicBezTo>
                    <a:pt x="47" y="0"/>
                    <a:pt x="26" y="16"/>
                    <a:pt x="19" y="36"/>
                  </a:cubicBezTo>
                  <a:cubicBezTo>
                    <a:pt x="0" y="63"/>
                    <a:pt x="19" y="101"/>
                    <a:pt x="47" y="110"/>
                  </a:cubicBezTo>
                  <a:lnTo>
                    <a:pt x="3758" y="1705"/>
                  </a:lnTo>
                  <a:cubicBezTo>
                    <a:pt x="3758" y="1715"/>
                    <a:pt x="3767" y="1715"/>
                    <a:pt x="3776" y="1715"/>
                  </a:cubicBezTo>
                  <a:cubicBezTo>
                    <a:pt x="3804" y="1715"/>
                    <a:pt x="3822" y="1696"/>
                    <a:pt x="3832" y="1678"/>
                  </a:cubicBezTo>
                  <a:cubicBezTo>
                    <a:pt x="3841" y="1650"/>
                    <a:pt x="3832" y="1613"/>
                    <a:pt x="3804" y="1603"/>
                  </a:cubicBezTo>
                  <a:lnTo>
                    <a:pt x="93" y="8"/>
                  </a:lnTo>
                  <a:cubicBezTo>
                    <a:pt x="85" y="3"/>
                    <a:pt x="77" y="0"/>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0" name="Google Shape;1630;p31"/>
            <p:cNvSpPr/>
            <p:nvPr/>
          </p:nvSpPr>
          <p:spPr>
            <a:xfrm>
              <a:off x="2007517" y="2249012"/>
              <a:ext cx="47503" cy="47503"/>
            </a:xfrm>
            <a:custGeom>
              <a:avLst/>
              <a:gdLst/>
              <a:ahLst/>
              <a:cxnLst/>
              <a:rect l="l" t="t" r="r" b="b"/>
              <a:pathLst>
                <a:path w="604" h="604" extrusionOk="0">
                  <a:moveTo>
                    <a:pt x="437" y="1"/>
                  </a:moveTo>
                  <a:lnTo>
                    <a:pt x="1" y="158"/>
                  </a:lnTo>
                  <a:lnTo>
                    <a:pt x="159" y="603"/>
                  </a:lnTo>
                  <a:lnTo>
                    <a:pt x="604" y="446"/>
                  </a:lnTo>
                  <a:lnTo>
                    <a:pt x="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1" name="Google Shape;1631;p31"/>
            <p:cNvSpPr/>
            <p:nvPr/>
          </p:nvSpPr>
          <p:spPr>
            <a:xfrm>
              <a:off x="2002405" y="2244844"/>
              <a:ext cx="57727" cy="56783"/>
            </a:xfrm>
            <a:custGeom>
              <a:avLst/>
              <a:gdLst/>
              <a:ahLst/>
              <a:cxnLst/>
              <a:rect l="l" t="t" r="r" b="b"/>
              <a:pathLst>
                <a:path w="734" h="722" extrusionOk="0">
                  <a:moveTo>
                    <a:pt x="474" y="137"/>
                  </a:moveTo>
                  <a:lnTo>
                    <a:pt x="595" y="471"/>
                  </a:lnTo>
                  <a:lnTo>
                    <a:pt x="261" y="592"/>
                  </a:lnTo>
                  <a:lnTo>
                    <a:pt x="140" y="258"/>
                  </a:lnTo>
                  <a:lnTo>
                    <a:pt x="474" y="137"/>
                  </a:lnTo>
                  <a:close/>
                  <a:moveTo>
                    <a:pt x="510" y="0"/>
                  </a:moveTo>
                  <a:cubicBezTo>
                    <a:pt x="502" y="0"/>
                    <a:pt x="493" y="2"/>
                    <a:pt x="483" y="7"/>
                  </a:cubicBezTo>
                  <a:lnTo>
                    <a:pt x="47" y="165"/>
                  </a:lnTo>
                  <a:cubicBezTo>
                    <a:pt x="29" y="174"/>
                    <a:pt x="19" y="183"/>
                    <a:pt x="10" y="193"/>
                  </a:cubicBezTo>
                  <a:cubicBezTo>
                    <a:pt x="1" y="211"/>
                    <a:pt x="1" y="230"/>
                    <a:pt x="10" y="239"/>
                  </a:cubicBezTo>
                  <a:lnTo>
                    <a:pt x="168" y="684"/>
                  </a:lnTo>
                  <a:cubicBezTo>
                    <a:pt x="177" y="703"/>
                    <a:pt x="205" y="721"/>
                    <a:pt x="224" y="721"/>
                  </a:cubicBezTo>
                  <a:lnTo>
                    <a:pt x="242" y="721"/>
                  </a:lnTo>
                  <a:lnTo>
                    <a:pt x="687" y="554"/>
                  </a:lnTo>
                  <a:cubicBezTo>
                    <a:pt x="715" y="545"/>
                    <a:pt x="734" y="508"/>
                    <a:pt x="724" y="480"/>
                  </a:cubicBezTo>
                  <a:lnTo>
                    <a:pt x="567" y="35"/>
                  </a:lnTo>
                  <a:cubicBezTo>
                    <a:pt x="557" y="26"/>
                    <a:pt x="548" y="16"/>
                    <a:pt x="530" y="7"/>
                  </a:cubicBezTo>
                  <a:cubicBezTo>
                    <a:pt x="525" y="2"/>
                    <a:pt x="518"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2" name="Google Shape;1632;p31"/>
            <p:cNvSpPr/>
            <p:nvPr/>
          </p:nvSpPr>
          <p:spPr>
            <a:xfrm>
              <a:off x="1161987" y="1777525"/>
              <a:ext cx="583722" cy="544791"/>
            </a:xfrm>
            <a:custGeom>
              <a:avLst/>
              <a:gdLst/>
              <a:ahLst/>
              <a:cxnLst/>
              <a:rect l="l" t="t" r="r" b="b"/>
              <a:pathLst>
                <a:path w="7422" h="6927" extrusionOk="0">
                  <a:moveTo>
                    <a:pt x="3708" y="0"/>
                  </a:moveTo>
                  <a:cubicBezTo>
                    <a:pt x="3534" y="0"/>
                    <a:pt x="3359" y="13"/>
                    <a:pt x="3182" y="40"/>
                  </a:cubicBezTo>
                  <a:cubicBezTo>
                    <a:pt x="1290" y="327"/>
                    <a:pt x="0" y="2099"/>
                    <a:pt x="288" y="3992"/>
                  </a:cubicBezTo>
                  <a:cubicBezTo>
                    <a:pt x="548" y="5706"/>
                    <a:pt x="2027" y="6926"/>
                    <a:pt x="3704" y="6926"/>
                  </a:cubicBezTo>
                  <a:cubicBezTo>
                    <a:pt x="3878" y="6926"/>
                    <a:pt x="4053" y="6913"/>
                    <a:pt x="4230" y="6886"/>
                  </a:cubicBezTo>
                  <a:cubicBezTo>
                    <a:pt x="6123" y="6598"/>
                    <a:pt x="7421" y="4827"/>
                    <a:pt x="7134" y="2943"/>
                  </a:cubicBezTo>
                  <a:cubicBezTo>
                    <a:pt x="6873" y="1228"/>
                    <a:pt x="5392" y="0"/>
                    <a:pt x="3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3" name="Google Shape;1633;p31"/>
            <p:cNvSpPr/>
            <p:nvPr/>
          </p:nvSpPr>
          <p:spPr>
            <a:xfrm>
              <a:off x="1168515" y="1772964"/>
              <a:ext cx="582306" cy="554229"/>
            </a:xfrm>
            <a:custGeom>
              <a:avLst/>
              <a:gdLst/>
              <a:ahLst/>
              <a:cxnLst/>
              <a:rect l="l" t="t" r="r" b="b"/>
              <a:pathLst>
                <a:path w="7404" h="7047" extrusionOk="0">
                  <a:moveTo>
                    <a:pt x="3628" y="116"/>
                  </a:moveTo>
                  <a:cubicBezTo>
                    <a:pt x="5279" y="116"/>
                    <a:pt x="6736" y="1322"/>
                    <a:pt x="6995" y="3001"/>
                  </a:cubicBezTo>
                  <a:cubicBezTo>
                    <a:pt x="7274" y="4857"/>
                    <a:pt x="6003" y="6601"/>
                    <a:pt x="4147" y="6888"/>
                  </a:cubicBezTo>
                  <a:cubicBezTo>
                    <a:pt x="3971" y="6916"/>
                    <a:pt x="3796" y="6929"/>
                    <a:pt x="3623" y="6929"/>
                  </a:cubicBezTo>
                  <a:cubicBezTo>
                    <a:pt x="1968" y="6929"/>
                    <a:pt x="521" y="5720"/>
                    <a:pt x="260" y="4040"/>
                  </a:cubicBezTo>
                  <a:cubicBezTo>
                    <a:pt x="121" y="3141"/>
                    <a:pt x="344" y="2241"/>
                    <a:pt x="882" y="1508"/>
                  </a:cubicBezTo>
                  <a:cubicBezTo>
                    <a:pt x="1420" y="775"/>
                    <a:pt x="2208" y="293"/>
                    <a:pt x="3108" y="154"/>
                  </a:cubicBezTo>
                  <a:cubicBezTo>
                    <a:pt x="3285" y="126"/>
                    <a:pt x="3461" y="116"/>
                    <a:pt x="3628" y="116"/>
                  </a:cubicBezTo>
                  <a:close/>
                  <a:moveTo>
                    <a:pt x="3628" y="1"/>
                  </a:moveTo>
                  <a:cubicBezTo>
                    <a:pt x="3451" y="1"/>
                    <a:pt x="3271" y="14"/>
                    <a:pt x="3090" y="42"/>
                  </a:cubicBezTo>
                  <a:cubicBezTo>
                    <a:pt x="2162" y="181"/>
                    <a:pt x="1346" y="682"/>
                    <a:pt x="789" y="1443"/>
                  </a:cubicBezTo>
                  <a:cubicBezTo>
                    <a:pt x="233" y="2194"/>
                    <a:pt x="1" y="3131"/>
                    <a:pt x="149" y="4059"/>
                  </a:cubicBezTo>
                  <a:cubicBezTo>
                    <a:pt x="409" y="5794"/>
                    <a:pt x="1912" y="7046"/>
                    <a:pt x="3628" y="7046"/>
                  </a:cubicBezTo>
                  <a:cubicBezTo>
                    <a:pt x="3804" y="7046"/>
                    <a:pt x="3980" y="7028"/>
                    <a:pt x="4157" y="7000"/>
                  </a:cubicBezTo>
                  <a:cubicBezTo>
                    <a:pt x="6077" y="6712"/>
                    <a:pt x="7403" y="4912"/>
                    <a:pt x="7107" y="2992"/>
                  </a:cubicBezTo>
                  <a:cubicBezTo>
                    <a:pt x="6838" y="1253"/>
                    <a:pt x="5336" y="1"/>
                    <a:pt x="3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4" name="Google Shape;1634;p31"/>
            <p:cNvSpPr/>
            <p:nvPr/>
          </p:nvSpPr>
          <p:spPr>
            <a:xfrm>
              <a:off x="1170717" y="1754875"/>
              <a:ext cx="620214" cy="545027"/>
            </a:xfrm>
            <a:custGeom>
              <a:avLst/>
              <a:gdLst/>
              <a:ahLst/>
              <a:cxnLst/>
              <a:rect l="l" t="t" r="r" b="b"/>
              <a:pathLst>
                <a:path w="7886" h="6930" extrusionOk="0">
                  <a:moveTo>
                    <a:pt x="3951" y="0"/>
                  </a:moveTo>
                  <a:cubicBezTo>
                    <a:pt x="2835" y="0"/>
                    <a:pt x="1737" y="541"/>
                    <a:pt x="1067" y="1543"/>
                  </a:cubicBezTo>
                  <a:cubicBezTo>
                    <a:pt x="0" y="3129"/>
                    <a:pt x="427" y="5282"/>
                    <a:pt x="2014" y="6348"/>
                  </a:cubicBezTo>
                  <a:cubicBezTo>
                    <a:pt x="2606" y="6741"/>
                    <a:pt x="3275" y="6929"/>
                    <a:pt x="3937" y="6929"/>
                  </a:cubicBezTo>
                  <a:cubicBezTo>
                    <a:pt x="5057" y="6929"/>
                    <a:pt x="6154" y="6390"/>
                    <a:pt x="6819" y="5393"/>
                  </a:cubicBezTo>
                  <a:cubicBezTo>
                    <a:pt x="7886" y="3807"/>
                    <a:pt x="7459" y="1654"/>
                    <a:pt x="5873" y="588"/>
                  </a:cubicBezTo>
                  <a:cubicBezTo>
                    <a:pt x="5282" y="191"/>
                    <a:pt x="4613" y="0"/>
                    <a:pt x="39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5" name="Google Shape;1635;p31"/>
            <p:cNvSpPr/>
            <p:nvPr/>
          </p:nvSpPr>
          <p:spPr>
            <a:xfrm>
              <a:off x="1184559" y="1750471"/>
              <a:ext cx="593238" cy="554072"/>
            </a:xfrm>
            <a:custGeom>
              <a:avLst/>
              <a:gdLst/>
              <a:ahLst/>
              <a:cxnLst/>
              <a:rect l="l" t="t" r="r" b="b"/>
              <a:pathLst>
                <a:path w="7543" h="7045" extrusionOk="0">
                  <a:moveTo>
                    <a:pt x="3776" y="115"/>
                  </a:moveTo>
                  <a:cubicBezTo>
                    <a:pt x="4500" y="115"/>
                    <a:pt x="5196" y="347"/>
                    <a:pt x="5789" y="774"/>
                  </a:cubicBezTo>
                  <a:cubicBezTo>
                    <a:pt x="6522" y="1312"/>
                    <a:pt x="6995" y="2109"/>
                    <a:pt x="7134" y="3009"/>
                  </a:cubicBezTo>
                  <a:cubicBezTo>
                    <a:pt x="7422" y="4865"/>
                    <a:pt x="6142" y="6599"/>
                    <a:pt x="4287" y="6887"/>
                  </a:cubicBezTo>
                  <a:cubicBezTo>
                    <a:pt x="4111" y="6914"/>
                    <a:pt x="3936" y="6927"/>
                    <a:pt x="3762" y="6927"/>
                  </a:cubicBezTo>
                  <a:cubicBezTo>
                    <a:pt x="3043" y="6927"/>
                    <a:pt x="2344" y="6699"/>
                    <a:pt x="1754" y="6265"/>
                  </a:cubicBezTo>
                  <a:cubicBezTo>
                    <a:pt x="1021" y="5727"/>
                    <a:pt x="548" y="4939"/>
                    <a:pt x="409" y="4039"/>
                  </a:cubicBezTo>
                  <a:cubicBezTo>
                    <a:pt x="121" y="2184"/>
                    <a:pt x="1401" y="440"/>
                    <a:pt x="3257" y="161"/>
                  </a:cubicBezTo>
                  <a:cubicBezTo>
                    <a:pt x="3433" y="133"/>
                    <a:pt x="3609" y="115"/>
                    <a:pt x="3776" y="115"/>
                  </a:cubicBezTo>
                  <a:close/>
                  <a:moveTo>
                    <a:pt x="3776" y="0"/>
                  </a:moveTo>
                  <a:cubicBezTo>
                    <a:pt x="3598" y="0"/>
                    <a:pt x="3418" y="14"/>
                    <a:pt x="3238" y="41"/>
                  </a:cubicBezTo>
                  <a:cubicBezTo>
                    <a:pt x="1318" y="338"/>
                    <a:pt x="1" y="2137"/>
                    <a:pt x="288" y="4057"/>
                  </a:cubicBezTo>
                  <a:cubicBezTo>
                    <a:pt x="437" y="4985"/>
                    <a:pt x="928" y="5801"/>
                    <a:pt x="1689" y="6358"/>
                  </a:cubicBezTo>
                  <a:cubicBezTo>
                    <a:pt x="2301" y="6813"/>
                    <a:pt x="3025" y="7045"/>
                    <a:pt x="3767" y="7045"/>
                  </a:cubicBezTo>
                  <a:cubicBezTo>
                    <a:pt x="3943" y="7045"/>
                    <a:pt x="4129" y="7035"/>
                    <a:pt x="4305" y="6998"/>
                  </a:cubicBezTo>
                  <a:cubicBezTo>
                    <a:pt x="6225" y="6711"/>
                    <a:pt x="7543" y="4911"/>
                    <a:pt x="7255" y="2991"/>
                  </a:cubicBezTo>
                  <a:cubicBezTo>
                    <a:pt x="7107" y="2054"/>
                    <a:pt x="6615" y="1237"/>
                    <a:pt x="5854" y="681"/>
                  </a:cubicBezTo>
                  <a:cubicBezTo>
                    <a:pt x="5241" y="232"/>
                    <a:pt x="4519" y="0"/>
                    <a:pt x="37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6" name="Google Shape;1636;p31"/>
            <p:cNvSpPr/>
            <p:nvPr/>
          </p:nvSpPr>
          <p:spPr>
            <a:xfrm>
              <a:off x="1571972" y="1801985"/>
              <a:ext cx="132836" cy="133386"/>
            </a:xfrm>
            <a:custGeom>
              <a:avLst/>
              <a:gdLst/>
              <a:ahLst/>
              <a:cxnLst/>
              <a:rect l="l" t="t" r="r" b="b"/>
              <a:pathLst>
                <a:path w="1689" h="1696" extrusionOk="0">
                  <a:moveTo>
                    <a:pt x="99" y="0"/>
                  </a:moveTo>
                  <a:cubicBezTo>
                    <a:pt x="67" y="0"/>
                    <a:pt x="33" y="19"/>
                    <a:pt x="19" y="54"/>
                  </a:cubicBezTo>
                  <a:cubicBezTo>
                    <a:pt x="1" y="91"/>
                    <a:pt x="19" y="146"/>
                    <a:pt x="56" y="165"/>
                  </a:cubicBezTo>
                  <a:cubicBezTo>
                    <a:pt x="706" y="462"/>
                    <a:pt x="1216" y="991"/>
                    <a:pt x="1503" y="1640"/>
                  </a:cubicBezTo>
                  <a:cubicBezTo>
                    <a:pt x="1522" y="1677"/>
                    <a:pt x="1550" y="1696"/>
                    <a:pt x="1587" y="1696"/>
                  </a:cubicBezTo>
                  <a:cubicBezTo>
                    <a:pt x="1596" y="1696"/>
                    <a:pt x="1615" y="1696"/>
                    <a:pt x="1624" y="1686"/>
                  </a:cubicBezTo>
                  <a:cubicBezTo>
                    <a:pt x="1670" y="1668"/>
                    <a:pt x="1689" y="1612"/>
                    <a:pt x="1670" y="1575"/>
                  </a:cubicBezTo>
                  <a:cubicBezTo>
                    <a:pt x="1364" y="879"/>
                    <a:pt x="817" y="323"/>
                    <a:pt x="131" y="7"/>
                  </a:cubicBezTo>
                  <a:cubicBezTo>
                    <a:pt x="121" y="2"/>
                    <a:pt x="110" y="0"/>
                    <a:pt x="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7" name="Google Shape;1637;p31"/>
            <p:cNvSpPr/>
            <p:nvPr/>
          </p:nvSpPr>
          <p:spPr>
            <a:xfrm>
              <a:off x="1333437" y="1933088"/>
              <a:ext cx="144475" cy="248133"/>
            </a:xfrm>
            <a:custGeom>
              <a:avLst/>
              <a:gdLst/>
              <a:ahLst/>
              <a:cxnLst/>
              <a:rect l="l" t="t" r="r" b="b"/>
              <a:pathLst>
                <a:path w="1837" h="3155" extrusionOk="0">
                  <a:moveTo>
                    <a:pt x="0" y="1"/>
                  </a:moveTo>
                  <a:lnTo>
                    <a:pt x="0" y="2440"/>
                  </a:lnTo>
                  <a:lnTo>
                    <a:pt x="1837" y="3155"/>
                  </a:lnTo>
                  <a:lnTo>
                    <a:pt x="1837" y="752"/>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8" name="Google Shape;1638;p31"/>
            <p:cNvSpPr/>
            <p:nvPr/>
          </p:nvSpPr>
          <p:spPr>
            <a:xfrm>
              <a:off x="1329033" y="1928763"/>
              <a:ext cx="153992" cy="256863"/>
            </a:xfrm>
            <a:custGeom>
              <a:avLst/>
              <a:gdLst/>
              <a:ahLst/>
              <a:cxnLst/>
              <a:rect l="l" t="t" r="r" b="b"/>
              <a:pathLst>
                <a:path w="1958" h="3266" extrusionOk="0">
                  <a:moveTo>
                    <a:pt x="112" y="139"/>
                  </a:moveTo>
                  <a:lnTo>
                    <a:pt x="1837" y="844"/>
                  </a:lnTo>
                  <a:lnTo>
                    <a:pt x="1837" y="3117"/>
                  </a:lnTo>
                  <a:lnTo>
                    <a:pt x="112" y="2458"/>
                  </a:lnTo>
                  <a:lnTo>
                    <a:pt x="112" y="139"/>
                  </a:lnTo>
                  <a:close/>
                  <a:moveTo>
                    <a:pt x="75" y="0"/>
                  </a:moveTo>
                  <a:cubicBezTo>
                    <a:pt x="56" y="0"/>
                    <a:pt x="38" y="0"/>
                    <a:pt x="28" y="9"/>
                  </a:cubicBezTo>
                  <a:cubicBezTo>
                    <a:pt x="10" y="19"/>
                    <a:pt x="1" y="37"/>
                    <a:pt x="1" y="56"/>
                  </a:cubicBezTo>
                  <a:lnTo>
                    <a:pt x="1" y="2495"/>
                  </a:lnTo>
                  <a:cubicBezTo>
                    <a:pt x="1" y="2523"/>
                    <a:pt x="10" y="2551"/>
                    <a:pt x="38" y="2551"/>
                  </a:cubicBezTo>
                  <a:lnTo>
                    <a:pt x="1874" y="3256"/>
                  </a:lnTo>
                  <a:cubicBezTo>
                    <a:pt x="1884" y="3265"/>
                    <a:pt x="1893" y="3265"/>
                    <a:pt x="1902" y="3265"/>
                  </a:cubicBezTo>
                  <a:cubicBezTo>
                    <a:pt x="1912" y="3265"/>
                    <a:pt x="1921" y="3256"/>
                    <a:pt x="1930" y="3256"/>
                  </a:cubicBezTo>
                  <a:cubicBezTo>
                    <a:pt x="1949" y="3247"/>
                    <a:pt x="1958" y="3228"/>
                    <a:pt x="1958" y="3210"/>
                  </a:cubicBezTo>
                  <a:lnTo>
                    <a:pt x="1958" y="807"/>
                  </a:lnTo>
                  <a:cubicBezTo>
                    <a:pt x="1958" y="779"/>
                    <a:pt x="1939" y="761"/>
                    <a:pt x="1921" y="751"/>
                  </a:cubicBezTo>
                  <a:lnTo>
                    <a:pt x="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39" name="Google Shape;1639;p31"/>
            <p:cNvSpPr/>
            <p:nvPr/>
          </p:nvSpPr>
          <p:spPr>
            <a:xfrm>
              <a:off x="1477832" y="1933088"/>
              <a:ext cx="145262" cy="248133"/>
            </a:xfrm>
            <a:custGeom>
              <a:avLst/>
              <a:gdLst/>
              <a:ahLst/>
              <a:cxnLst/>
              <a:rect l="l" t="t" r="r" b="b"/>
              <a:pathLst>
                <a:path w="1847" h="3155" extrusionOk="0">
                  <a:moveTo>
                    <a:pt x="1847" y="1"/>
                  </a:moveTo>
                  <a:lnTo>
                    <a:pt x="1" y="752"/>
                  </a:lnTo>
                  <a:lnTo>
                    <a:pt x="1" y="3155"/>
                  </a:lnTo>
                  <a:lnTo>
                    <a:pt x="1847" y="2440"/>
                  </a:lnTo>
                  <a:lnTo>
                    <a:pt x="18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0" name="Google Shape;1640;p31"/>
            <p:cNvSpPr/>
            <p:nvPr/>
          </p:nvSpPr>
          <p:spPr>
            <a:xfrm>
              <a:off x="1473507" y="1928763"/>
              <a:ext cx="153992" cy="256863"/>
            </a:xfrm>
            <a:custGeom>
              <a:avLst/>
              <a:gdLst/>
              <a:ahLst/>
              <a:cxnLst/>
              <a:rect l="l" t="t" r="r" b="b"/>
              <a:pathLst>
                <a:path w="1958" h="3266" extrusionOk="0">
                  <a:moveTo>
                    <a:pt x="1846" y="139"/>
                  </a:moveTo>
                  <a:lnTo>
                    <a:pt x="1846" y="2458"/>
                  </a:lnTo>
                  <a:lnTo>
                    <a:pt x="121" y="3117"/>
                  </a:lnTo>
                  <a:lnTo>
                    <a:pt x="121" y="844"/>
                  </a:lnTo>
                  <a:lnTo>
                    <a:pt x="1846" y="139"/>
                  </a:lnTo>
                  <a:close/>
                  <a:moveTo>
                    <a:pt x="1883" y="0"/>
                  </a:moveTo>
                  <a:lnTo>
                    <a:pt x="37" y="751"/>
                  </a:lnTo>
                  <a:cubicBezTo>
                    <a:pt x="19" y="761"/>
                    <a:pt x="0" y="779"/>
                    <a:pt x="0" y="807"/>
                  </a:cubicBezTo>
                  <a:lnTo>
                    <a:pt x="0" y="3210"/>
                  </a:lnTo>
                  <a:cubicBezTo>
                    <a:pt x="0" y="3228"/>
                    <a:pt x="10" y="3247"/>
                    <a:pt x="28" y="3256"/>
                  </a:cubicBezTo>
                  <a:cubicBezTo>
                    <a:pt x="37" y="3256"/>
                    <a:pt x="47" y="3265"/>
                    <a:pt x="65" y="3265"/>
                  </a:cubicBezTo>
                  <a:cubicBezTo>
                    <a:pt x="65" y="3265"/>
                    <a:pt x="75" y="3265"/>
                    <a:pt x="84" y="3256"/>
                  </a:cubicBezTo>
                  <a:lnTo>
                    <a:pt x="1921" y="2551"/>
                  </a:lnTo>
                  <a:cubicBezTo>
                    <a:pt x="1948" y="2542"/>
                    <a:pt x="1958" y="2523"/>
                    <a:pt x="1958" y="2495"/>
                  </a:cubicBezTo>
                  <a:lnTo>
                    <a:pt x="1958" y="56"/>
                  </a:lnTo>
                  <a:cubicBezTo>
                    <a:pt x="1958" y="37"/>
                    <a:pt x="1948" y="19"/>
                    <a:pt x="1939" y="9"/>
                  </a:cubicBezTo>
                  <a:cubicBezTo>
                    <a:pt x="1921" y="0"/>
                    <a:pt x="1902" y="0"/>
                    <a:pt x="18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1" name="Google Shape;1641;p31"/>
            <p:cNvSpPr/>
            <p:nvPr/>
          </p:nvSpPr>
          <p:spPr>
            <a:xfrm>
              <a:off x="1534772" y="1955739"/>
              <a:ext cx="32167" cy="54817"/>
            </a:xfrm>
            <a:custGeom>
              <a:avLst/>
              <a:gdLst/>
              <a:ahLst/>
              <a:cxnLst/>
              <a:rect l="l" t="t" r="r" b="b"/>
              <a:pathLst>
                <a:path w="409" h="697" extrusionOk="0">
                  <a:moveTo>
                    <a:pt x="409" y="0"/>
                  </a:moveTo>
                  <a:lnTo>
                    <a:pt x="1" y="167"/>
                  </a:lnTo>
                  <a:lnTo>
                    <a:pt x="1" y="696"/>
                  </a:lnTo>
                  <a:lnTo>
                    <a:pt x="409" y="538"/>
                  </a:lnTo>
                  <a:lnTo>
                    <a:pt x="4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2" name="Google Shape;1642;p31"/>
            <p:cNvSpPr/>
            <p:nvPr/>
          </p:nvSpPr>
          <p:spPr>
            <a:xfrm>
              <a:off x="1530368" y="1951020"/>
              <a:ext cx="40975" cy="63862"/>
            </a:xfrm>
            <a:custGeom>
              <a:avLst/>
              <a:gdLst/>
              <a:ahLst/>
              <a:cxnLst/>
              <a:rect l="l" t="t" r="r" b="b"/>
              <a:pathLst>
                <a:path w="521" h="812" extrusionOk="0">
                  <a:moveTo>
                    <a:pt x="409" y="144"/>
                  </a:moveTo>
                  <a:lnTo>
                    <a:pt x="409" y="561"/>
                  </a:lnTo>
                  <a:lnTo>
                    <a:pt x="112" y="673"/>
                  </a:lnTo>
                  <a:lnTo>
                    <a:pt x="112" y="264"/>
                  </a:lnTo>
                  <a:lnTo>
                    <a:pt x="409" y="144"/>
                  </a:lnTo>
                  <a:close/>
                  <a:moveTo>
                    <a:pt x="455" y="1"/>
                  </a:moveTo>
                  <a:cubicBezTo>
                    <a:pt x="449" y="1"/>
                    <a:pt x="442" y="2"/>
                    <a:pt x="437" y="5"/>
                  </a:cubicBezTo>
                  <a:lnTo>
                    <a:pt x="29" y="172"/>
                  </a:lnTo>
                  <a:cubicBezTo>
                    <a:pt x="10" y="181"/>
                    <a:pt x="1" y="199"/>
                    <a:pt x="1" y="227"/>
                  </a:cubicBezTo>
                  <a:lnTo>
                    <a:pt x="1" y="756"/>
                  </a:lnTo>
                  <a:cubicBezTo>
                    <a:pt x="1" y="775"/>
                    <a:pt x="10" y="793"/>
                    <a:pt x="19" y="802"/>
                  </a:cubicBezTo>
                  <a:cubicBezTo>
                    <a:pt x="29" y="812"/>
                    <a:pt x="47" y="812"/>
                    <a:pt x="57" y="812"/>
                  </a:cubicBezTo>
                  <a:lnTo>
                    <a:pt x="75" y="812"/>
                  </a:lnTo>
                  <a:lnTo>
                    <a:pt x="483" y="654"/>
                  </a:lnTo>
                  <a:cubicBezTo>
                    <a:pt x="502" y="645"/>
                    <a:pt x="520" y="626"/>
                    <a:pt x="520" y="598"/>
                  </a:cubicBezTo>
                  <a:lnTo>
                    <a:pt x="520" y="60"/>
                  </a:lnTo>
                  <a:cubicBezTo>
                    <a:pt x="520" y="42"/>
                    <a:pt x="511" y="23"/>
                    <a:pt x="493" y="14"/>
                  </a:cubicBezTo>
                  <a:cubicBezTo>
                    <a:pt x="486" y="7"/>
                    <a:pt x="470"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3" name="Google Shape;1643;p31"/>
            <p:cNvSpPr/>
            <p:nvPr/>
          </p:nvSpPr>
          <p:spPr>
            <a:xfrm>
              <a:off x="1333437" y="1874733"/>
              <a:ext cx="289659" cy="117578"/>
            </a:xfrm>
            <a:custGeom>
              <a:avLst/>
              <a:gdLst/>
              <a:ahLst/>
              <a:cxnLst/>
              <a:rect l="l" t="t" r="r" b="b"/>
              <a:pathLst>
                <a:path w="3683" h="1495" extrusionOk="0">
                  <a:moveTo>
                    <a:pt x="1837" y="1"/>
                  </a:moveTo>
                  <a:lnTo>
                    <a:pt x="0" y="743"/>
                  </a:lnTo>
                  <a:lnTo>
                    <a:pt x="1837" y="1494"/>
                  </a:lnTo>
                  <a:lnTo>
                    <a:pt x="3683" y="743"/>
                  </a:lnTo>
                  <a:lnTo>
                    <a:pt x="18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4" name="Google Shape;1644;p31"/>
            <p:cNvSpPr/>
            <p:nvPr/>
          </p:nvSpPr>
          <p:spPr>
            <a:xfrm>
              <a:off x="1329033" y="1870328"/>
              <a:ext cx="298467" cy="126308"/>
            </a:xfrm>
            <a:custGeom>
              <a:avLst/>
              <a:gdLst/>
              <a:ahLst/>
              <a:cxnLst/>
              <a:rect l="l" t="t" r="r" b="b"/>
              <a:pathLst>
                <a:path w="3795" h="1606" extrusionOk="0">
                  <a:moveTo>
                    <a:pt x="1902" y="122"/>
                  </a:moveTo>
                  <a:lnTo>
                    <a:pt x="3581" y="799"/>
                  </a:lnTo>
                  <a:lnTo>
                    <a:pt x="1902" y="1485"/>
                  </a:lnTo>
                  <a:lnTo>
                    <a:pt x="214" y="799"/>
                  </a:lnTo>
                  <a:lnTo>
                    <a:pt x="1902" y="122"/>
                  </a:lnTo>
                  <a:close/>
                  <a:moveTo>
                    <a:pt x="1874" y="1"/>
                  </a:moveTo>
                  <a:lnTo>
                    <a:pt x="38" y="743"/>
                  </a:lnTo>
                  <a:cubicBezTo>
                    <a:pt x="10" y="752"/>
                    <a:pt x="1" y="780"/>
                    <a:pt x="1" y="799"/>
                  </a:cubicBezTo>
                  <a:cubicBezTo>
                    <a:pt x="1" y="827"/>
                    <a:pt x="10" y="845"/>
                    <a:pt x="38" y="854"/>
                  </a:cubicBezTo>
                  <a:lnTo>
                    <a:pt x="1874" y="1597"/>
                  </a:lnTo>
                  <a:cubicBezTo>
                    <a:pt x="1884" y="1606"/>
                    <a:pt x="1893" y="1606"/>
                    <a:pt x="1902" y="1606"/>
                  </a:cubicBezTo>
                  <a:cubicBezTo>
                    <a:pt x="1902" y="1606"/>
                    <a:pt x="1912" y="1606"/>
                    <a:pt x="1921" y="1597"/>
                  </a:cubicBezTo>
                  <a:lnTo>
                    <a:pt x="3758" y="854"/>
                  </a:lnTo>
                  <a:cubicBezTo>
                    <a:pt x="3785" y="845"/>
                    <a:pt x="3795" y="827"/>
                    <a:pt x="3795" y="799"/>
                  </a:cubicBezTo>
                  <a:cubicBezTo>
                    <a:pt x="3795" y="780"/>
                    <a:pt x="3785" y="752"/>
                    <a:pt x="3758" y="743"/>
                  </a:cubicBezTo>
                  <a:lnTo>
                    <a:pt x="19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5" name="Google Shape;1645;p31"/>
            <p:cNvSpPr/>
            <p:nvPr/>
          </p:nvSpPr>
          <p:spPr>
            <a:xfrm>
              <a:off x="1407129" y="1891484"/>
              <a:ext cx="159812" cy="75973"/>
            </a:xfrm>
            <a:custGeom>
              <a:avLst/>
              <a:gdLst/>
              <a:ahLst/>
              <a:cxnLst/>
              <a:rect l="l" t="t" r="r" b="b"/>
              <a:pathLst>
                <a:path w="2032" h="966" extrusionOk="0">
                  <a:moveTo>
                    <a:pt x="371" y="1"/>
                  </a:moveTo>
                  <a:lnTo>
                    <a:pt x="0" y="168"/>
                  </a:lnTo>
                  <a:lnTo>
                    <a:pt x="1624" y="966"/>
                  </a:lnTo>
                  <a:lnTo>
                    <a:pt x="2032" y="817"/>
                  </a:lnTo>
                  <a:lnTo>
                    <a:pt x="3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6" name="Google Shape;1646;p31"/>
            <p:cNvSpPr/>
            <p:nvPr/>
          </p:nvSpPr>
          <p:spPr>
            <a:xfrm>
              <a:off x="1402017" y="1887159"/>
              <a:ext cx="169328" cy="85411"/>
            </a:xfrm>
            <a:custGeom>
              <a:avLst/>
              <a:gdLst/>
              <a:ahLst/>
              <a:cxnLst/>
              <a:rect l="l" t="t" r="r" b="b"/>
              <a:pathLst>
                <a:path w="2153" h="1086" extrusionOk="0">
                  <a:moveTo>
                    <a:pt x="436" y="121"/>
                  </a:moveTo>
                  <a:lnTo>
                    <a:pt x="1948" y="863"/>
                  </a:lnTo>
                  <a:lnTo>
                    <a:pt x="1689" y="965"/>
                  </a:lnTo>
                  <a:lnTo>
                    <a:pt x="204" y="223"/>
                  </a:lnTo>
                  <a:lnTo>
                    <a:pt x="436" y="121"/>
                  </a:lnTo>
                  <a:close/>
                  <a:moveTo>
                    <a:pt x="418" y="0"/>
                  </a:moveTo>
                  <a:lnTo>
                    <a:pt x="37" y="167"/>
                  </a:lnTo>
                  <a:cubicBezTo>
                    <a:pt x="19" y="177"/>
                    <a:pt x="9" y="195"/>
                    <a:pt x="0" y="223"/>
                  </a:cubicBezTo>
                  <a:cubicBezTo>
                    <a:pt x="0" y="241"/>
                    <a:pt x="19" y="260"/>
                    <a:pt x="37" y="269"/>
                  </a:cubicBezTo>
                  <a:lnTo>
                    <a:pt x="1661" y="1076"/>
                  </a:lnTo>
                  <a:cubicBezTo>
                    <a:pt x="1670" y="1076"/>
                    <a:pt x="1679" y="1086"/>
                    <a:pt x="1689" y="1086"/>
                  </a:cubicBezTo>
                  <a:cubicBezTo>
                    <a:pt x="1698" y="1086"/>
                    <a:pt x="1698" y="1086"/>
                    <a:pt x="1707" y="1076"/>
                  </a:cubicBezTo>
                  <a:lnTo>
                    <a:pt x="2115" y="928"/>
                  </a:lnTo>
                  <a:cubicBezTo>
                    <a:pt x="2134" y="919"/>
                    <a:pt x="2152" y="900"/>
                    <a:pt x="2152" y="872"/>
                  </a:cubicBezTo>
                  <a:cubicBezTo>
                    <a:pt x="2152" y="854"/>
                    <a:pt x="2143" y="826"/>
                    <a:pt x="2125" y="817"/>
                  </a:cubicBezTo>
                  <a:lnTo>
                    <a:pt x="464" y="10"/>
                  </a:lnTo>
                  <a:cubicBezTo>
                    <a:pt x="445" y="0"/>
                    <a:pt x="427" y="0"/>
                    <a:pt x="4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1647" name="Google Shape;1647;p31"/>
          <p:cNvGrpSpPr/>
          <p:nvPr/>
        </p:nvGrpSpPr>
        <p:grpSpPr>
          <a:xfrm>
            <a:off x="672916" y="2581527"/>
            <a:ext cx="1329443" cy="916475"/>
            <a:chOff x="713230" y="2963286"/>
            <a:chExt cx="1329443" cy="916475"/>
          </a:xfrm>
        </p:grpSpPr>
        <p:sp>
          <p:nvSpPr>
            <p:cNvPr id="1648" name="Google Shape;1648;p31"/>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49" name="Google Shape;1649;p31"/>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0" name="Google Shape;1650;p31"/>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1" name="Google Shape;1651;p31"/>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2" name="Google Shape;1652;p31"/>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3" name="Google Shape;1653;p31"/>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4" name="Google Shape;1654;p31"/>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5" name="Google Shape;1655;p31"/>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6" name="Google Shape;1656;p31"/>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7" name="Google Shape;1657;p31"/>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8" name="Google Shape;1658;p31"/>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59" name="Google Shape;1659;p31"/>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0" name="Google Shape;1660;p31"/>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1" name="Google Shape;1661;p31"/>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2" name="Google Shape;1662;p31"/>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3" name="Google Shape;1663;p31"/>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4" name="Google Shape;1664;p31"/>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5" name="Google Shape;1665;p31"/>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6" name="Google Shape;1666;p31"/>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7" name="Google Shape;1667;p31"/>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8" name="Google Shape;1668;p31"/>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69" name="Google Shape;1669;p31"/>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0" name="Google Shape;1670;p31"/>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1" name="Google Shape;1671;p31"/>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2" name="Google Shape;1672;p31"/>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3" name="Google Shape;1673;p31"/>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4" name="Google Shape;1674;p31"/>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5" name="Google Shape;1675;p31"/>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6" name="Google Shape;1676;p31"/>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7" name="Google Shape;1677;p31"/>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8" name="Google Shape;1678;p31"/>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79" name="Google Shape;1679;p31"/>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0" name="Google Shape;1680;p31"/>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1" name="Google Shape;1681;p31"/>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2" name="Google Shape;1682;p31"/>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3" name="Google Shape;1683;p31"/>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1684" name="Google Shape;1684;p31"/>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5" name="Google Shape;1685;p31"/>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6" name="Google Shape;1686;p31"/>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687" name="Google Shape;1687;p31"/>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14"/>
                                        </p:tgtEl>
                                        <p:attrNameLst>
                                          <p:attrName>style.visibility</p:attrName>
                                        </p:attrNameLst>
                                      </p:cBhvr>
                                      <p:to>
                                        <p:strVal val="visible"/>
                                      </p:to>
                                    </p:set>
                                    <p:animEffect transition="in" filter="fade">
                                      <p:cBhvr>
                                        <p:cTn id="7" dur="1000"/>
                                        <p:tgtEl>
                                          <p:spTgt spid="1614"/>
                                        </p:tgtEl>
                                      </p:cBhvr>
                                    </p:animEffect>
                                    <p:anim calcmode="lin" valueType="num">
                                      <p:cBhvr>
                                        <p:cTn id="8" dur="1000" fill="hold"/>
                                        <p:tgtEl>
                                          <p:spTgt spid="1614"/>
                                        </p:tgtEl>
                                        <p:attrNameLst>
                                          <p:attrName>ppt_x</p:attrName>
                                        </p:attrNameLst>
                                      </p:cBhvr>
                                      <p:tavLst>
                                        <p:tav tm="0">
                                          <p:val>
                                            <p:strVal val="#ppt_x"/>
                                          </p:val>
                                        </p:tav>
                                        <p:tav tm="100000">
                                          <p:val>
                                            <p:strVal val="#ppt_x"/>
                                          </p:val>
                                        </p:tav>
                                      </p:tavLst>
                                    </p:anim>
                                    <p:anim calcmode="lin" valueType="num">
                                      <p:cBhvr>
                                        <p:cTn id="9" dur="1000" fill="hold"/>
                                        <p:tgtEl>
                                          <p:spTgt spid="16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19">
                                            <p:txEl>
                                              <p:pRg st="0" end="0"/>
                                            </p:txEl>
                                          </p:spTgt>
                                        </p:tgtEl>
                                        <p:attrNameLst>
                                          <p:attrName>style.visibility</p:attrName>
                                        </p:attrNameLst>
                                      </p:cBhvr>
                                      <p:to>
                                        <p:strVal val="visible"/>
                                      </p:to>
                                    </p:set>
                                    <p:animEffect transition="in" filter="fade">
                                      <p:cBhvr>
                                        <p:cTn id="14" dur="1000"/>
                                        <p:tgtEl>
                                          <p:spTgt spid="1619">
                                            <p:txEl>
                                              <p:pRg st="0" end="0"/>
                                            </p:txEl>
                                          </p:spTgt>
                                        </p:tgtEl>
                                      </p:cBhvr>
                                    </p:animEffect>
                                    <p:anim calcmode="lin" valueType="num">
                                      <p:cBhvr>
                                        <p:cTn id="15" dur="1000" fill="hold"/>
                                        <p:tgtEl>
                                          <p:spTgt spid="161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19">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615">
                                            <p:txEl>
                                              <p:pRg st="0" end="0"/>
                                            </p:txEl>
                                          </p:spTgt>
                                        </p:tgtEl>
                                        <p:attrNameLst>
                                          <p:attrName>style.visibility</p:attrName>
                                        </p:attrNameLst>
                                      </p:cBhvr>
                                      <p:to>
                                        <p:strVal val="visible"/>
                                      </p:to>
                                    </p:set>
                                    <p:animEffect transition="in" filter="fade">
                                      <p:cBhvr>
                                        <p:cTn id="19" dur="1000"/>
                                        <p:tgtEl>
                                          <p:spTgt spid="1615">
                                            <p:txEl>
                                              <p:pRg st="0" end="0"/>
                                            </p:txEl>
                                          </p:spTgt>
                                        </p:tgtEl>
                                      </p:cBhvr>
                                    </p:animEffect>
                                    <p:anim calcmode="lin" valueType="num">
                                      <p:cBhvr>
                                        <p:cTn id="20" dur="1000" fill="hold"/>
                                        <p:tgtEl>
                                          <p:spTgt spid="1615">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615">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22"/>
                                        </p:tgtEl>
                                        <p:attrNameLst>
                                          <p:attrName>style.visibility</p:attrName>
                                        </p:attrNameLst>
                                      </p:cBhvr>
                                      <p:to>
                                        <p:strVal val="visible"/>
                                      </p:to>
                                    </p:set>
                                    <p:animEffect transition="in" filter="fade">
                                      <p:cBhvr>
                                        <p:cTn id="24" dur="1000"/>
                                        <p:tgtEl>
                                          <p:spTgt spid="1622"/>
                                        </p:tgtEl>
                                      </p:cBhvr>
                                    </p:animEffect>
                                    <p:anim calcmode="lin" valueType="num">
                                      <p:cBhvr>
                                        <p:cTn id="25" dur="1000" fill="hold"/>
                                        <p:tgtEl>
                                          <p:spTgt spid="1622"/>
                                        </p:tgtEl>
                                        <p:attrNameLst>
                                          <p:attrName>ppt_x</p:attrName>
                                        </p:attrNameLst>
                                      </p:cBhvr>
                                      <p:tavLst>
                                        <p:tav tm="0">
                                          <p:val>
                                            <p:strVal val="#ppt_x"/>
                                          </p:val>
                                        </p:tav>
                                        <p:tav tm="100000">
                                          <p:val>
                                            <p:strVal val="#ppt_x"/>
                                          </p:val>
                                        </p:tav>
                                      </p:tavLst>
                                    </p:anim>
                                    <p:anim calcmode="lin" valueType="num">
                                      <p:cBhvr>
                                        <p:cTn id="26" dur="1000" fill="hold"/>
                                        <p:tgtEl>
                                          <p:spTgt spid="1622"/>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47"/>
                                        </p:tgtEl>
                                        <p:attrNameLst>
                                          <p:attrName>style.visibility</p:attrName>
                                        </p:attrNameLst>
                                      </p:cBhvr>
                                      <p:to>
                                        <p:strVal val="visible"/>
                                      </p:to>
                                    </p:set>
                                    <p:animEffect transition="in" filter="fade">
                                      <p:cBhvr>
                                        <p:cTn id="29" dur="1000"/>
                                        <p:tgtEl>
                                          <p:spTgt spid="1647"/>
                                        </p:tgtEl>
                                      </p:cBhvr>
                                    </p:animEffect>
                                    <p:anim calcmode="lin" valueType="num">
                                      <p:cBhvr>
                                        <p:cTn id="30" dur="1000" fill="hold"/>
                                        <p:tgtEl>
                                          <p:spTgt spid="1647"/>
                                        </p:tgtEl>
                                        <p:attrNameLst>
                                          <p:attrName>ppt_x</p:attrName>
                                        </p:attrNameLst>
                                      </p:cBhvr>
                                      <p:tavLst>
                                        <p:tav tm="0">
                                          <p:val>
                                            <p:strVal val="#ppt_x"/>
                                          </p:val>
                                        </p:tav>
                                        <p:tav tm="100000">
                                          <p:val>
                                            <p:strVal val="#ppt_x"/>
                                          </p:val>
                                        </p:tav>
                                      </p:tavLst>
                                    </p:anim>
                                    <p:anim calcmode="lin" valueType="num">
                                      <p:cBhvr>
                                        <p:cTn id="31" dur="1000" fill="hold"/>
                                        <p:tgtEl>
                                          <p:spTgt spid="164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620">
                                            <p:txEl>
                                              <p:pRg st="0" end="0"/>
                                            </p:txEl>
                                          </p:spTgt>
                                        </p:tgtEl>
                                        <p:attrNameLst>
                                          <p:attrName>style.visibility</p:attrName>
                                        </p:attrNameLst>
                                      </p:cBhvr>
                                      <p:to>
                                        <p:strVal val="visible"/>
                                      </p:to>
                                    </p:set>
                                    <p:animEffect transition="in" filter="fade">
                                      <p:cBhvr>
                                        <p:cTn id="36" dur="1000"/>
                                        <p:tgtEl>
                                          <p:spTgt spid="1620">
                                            <p:txEl>
                                              <p:pRg st="0" end="0"/>
                                            </p:txEl>
                                          </p:spTgt>
                                        </p:tgtEl>
                                      </p:cBhvr>
                                    </p:animEffect>
                                    <p:anim calcmode="lin" valueType="num">
                                      <p:cBhvr>
                                        <p:cTn id="37" dur="1000" fill="hold"/>
                                        <p:tgtEl>
                                          <p:spTgt spid="1620">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1620">
                                            <p:txEl>
                                              <p:pRg st="0" end="0"/>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616">
                                            <p:txEl>
                                              <p:pRg st="0" end="0"/>
                                            </p:txEl>
                                          </p:spTgt>
                                        </p:tgtEl>
                                        <p:attrNameLst>
                                          <p:attrName>style.visibility</p:attrName>
                                        </p:attrNameLst>
                                      </p:cBhvr>
                                      <p:to>
                                        <p:strVal val="visible"/>
                                      </p:to>
                                    </p:set>
                                    <p:animEffect transition="in" filter="fade">
                                      <p:cBhvr>
                                        <p:cTn id="41" dur="1000"/>
                                        <p:tgtEl>
                                          <p:spTgt spid="1616">
                                            <p:txEl>
                                              <p:pRg st="0" end="0"/>
                                            </p:txEl>
                                          </p:spTgt>
                                        </p:tgtEl>
                                      </p:cBhvr>
                                    </p:animEffect>
                                    <p:anim calcmode="lin" valueType="num">
                                      <p:cBhvr>
                                        <p:cTn id="42" dur="1000" fill="hold"/>
                                        <p:tgtEl>
                                          <p:spTgt spid="1616">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61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4" grpId="0"/>
      <p:bldP spid="161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1"/>
        <p:cNvGrpSpPr/>
        <p:nvPr/>
      </p:nvGrpSpPr>
      <p:grpSpPr>
        <a:xfrm>
          <a:off x="0" y="0"/>
          <a:ext cx="0" cy="0"/>
          <a:chOff x="0" y="0"/>
          <a:chExt cx="0" cy="0"/>
        </a:xfrm>
      </p:grpSpPr>
      <p:sp>
        <p:nvSpPr>
          <p:cNvPr id="1693" name="Google Shape;1693;p32"/>
          <p:cNvSpPr txBox="1">
            <a:spLocks noGrp="1"/>
          </p:cNvSpPr>
          <p:nvPr>
            <p:ph type="subTitle" idx="1"/>
          </p:nvPr>
        </p:nvSpPr>
        <p:spPr>
          <a:xfrm>
            <a:off x="3589885" y="1476949"/>
            <a:ext cx="2162100" cy="30994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dirty="0">
                <a:effectLst/>
                <a:latin typeface="+mj-lt"/>
                <a:ea typeface="Arial" panose="020B0604020202020204" pitchFamily="34" charset="0"/>
              </a:rPr>
              <a:t>Nhà phân tích nên quan sát một cách kín đáo, không làm gián đoạn hoặc gây sự chú ý đến người được quan sát, để đảm bảo rằng hành vi của họ không bị thay đổi do sự hiện diện của người quan sát.</a:t>
            </a:r>
            <a:endParaRPr sz="1800" dirty="0">
              <a:latin typeface="+mj-lt"/>
            </a:endParaRPr>
          </a:p>
        </p:txBody>
      </p:sp>
      <p:sp>
        <p:nvSpPr>
          <p:cNvPr id="1694" name="Google Shape;1694;p32"/>
          <p:cNvSpPr txBox="1">
            <a:spLocks noGrp="1"/>
          </p:cNvSpPr>
          <p:nvPr>
            <p:ph type="subTitle" idx="2"/>
          </p:nvPr>
        </p:nvSpPr>
        <p:spPr>
          <a:xfrm>
            <a:off x="6212250" y="1305652"/>
            <a:ext cx="2162100" cy="33650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800" dirty="0">
                <a:effectLst/>
                <a:latin typeface="+mj-lt"/>
                <a:ea typeface="Arial" panose="020B0604020202020204" pitchFamily="34" charset="0"/>
              </a:rPr>
              <a:t>Trong suốt quá trình quan sát, nhà phân tích cần ghi lại chi tiết về hành vi và tình huống quan trọng. Sau khi quan sát xong, các thông tin này cần được phân tích và so sánh với các dữ liệu thu thập từ các nguồn khác.</a:t>
            </a:r>
            <a:endParaRPr sz="1800" dirty="0">
              <a:latin typeface="+mj-lt"/>
            </a:endParaRPr>
          </a:p>
        </p:txBody>
      </p:sp>
      <p:sp>
        <p:nvSpPr>
          <p:cNvPr id="1697" name="Google Shape;1697;p32"/>
          <p:cNvSpPr txBox="1">
            <a:spLocks noGrp="1"/>
          </p:cNvSpPr>
          <p:nvPr>
            <p:ph type="subTitle" idx="7"/>
          </p:nvPr>
        </p:nvSpPr>
        <p:spPr>
          <a:xfrm>
            <a:off x="3527769" y="433617"/>
            <a:ext cx="2510880" cy="87203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800" dirty="0">
                <a:effectLst/>
                <a:latin typeface="+mj-lt"/>
                <a:ea typeface="Arial" panose="020B0604020202020204" pitchFamily="34" charset="0"/>
              </a:rPr>
              <a:t>Bước 3: Quan sát mà không gây sự chú ý:</a:t>
            </a:r>
            <a:endParaRPr dirty="0">
              <a:latin typeface="+mj-lt"/>
            </a:endParaRPr>
          </a:p>
        </p:txBody>
      </p:sp>
      <p:sp>
        <p:nvSpPr>
          <p:cNvPr id="1698" name="Google Shape;1698;p32"/>
          <p:cNvSpPr txBox="1">
            <a:spLocks noGrp="1"/>
          </p:cNvSpPr>
          <p:nvPr>
            <p:ph type="subTitle" idx="8"/>
          </p:nvPr>
        </p:nvSpPr>
        <p:spPr>
          <a:xfrm>
            <a:off x="6061213" y="613358"/>
            <a:ext cx="2510880" cy="69242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800" dirty="0">
                <a:effectLst/>
                <a:latin typeface="+mj-lt"/>
                <a:ea typeface="Arial" panose="020B0604020202020204" pitchFamily="34" charset="0"/>
              </a:rPr>
              <a:t>Bước 4: Ghi chép và tổng hợp thông tin:</a:t>
            </a:r>
            <a:endParaRPr dirty="0">
              <a:latin typeface="+mj-lt"/>
            </a:endParaRPr>
          </a:p>
        </p:txBody>
      </p:sp>
      <p:grpSp>
        <p:nvGrpSpPr>
          <p:cNvPr id="10" name="Google Shape;2124;p43"/>
          <p:cNvGrpSpPr/>
          <p:nvPr/>
        </p:nvGrpSpPr>
        <p:grpSpPr>
          <a:xfrm>
            <a:off x="323101" y="1072896"/>
            <a:ext cx="2744403" cy="2813566"/>
            <a:chOff x="699850" y="2299150"/>
            <a:chExt cx="1046225" cy="1045725"/>
          </a:xfrm>
        </p:grpSpPr>
        <p:sp>
          <p:nvSpPr>
            <p:cNvPr id="11" name="Google Shape;2125;p43"/>
            <p:cNvSpPr/>
            <p:nvPr/>
          </p:nvSpPr>
          <p:spPr>
            <a:xfrm>
              <a:off x="1178075" y="2506950"/>
              <a:ext cx="225225" cy="137075"/>
            </a:xfrm>
            <a:custGeom>
              <a:avLst/>
              <a:gdLst/>
              <a:ahLst/>
              <a:cxnLst/>
              <a:rect l="l" t="t" r="r" b="b"/>
              <a:pathLst>
                <a:path w="9009" h="5483" extrusionOk="0">
                  <a:moveTo>
                    <a:pt x="8489" y="0"/>
                  </a:moveTo>
                  <a:cubicBezTo>
                    <a:pt x="8452" y="0"/>
                    <a:pt x="8433" y="28"/>
                    <a:pt x="8433" y="56"/>
                  </a:cubicBezTo>
                  <a:cubicBezTo>
                    <a:pt x="8433" y="93"/>
                    <a:pt x="8452" y="121"/>
                    <a:pt x="8489" y="121"/>
                  </a:cubicBezTo>
                  <a:lnTo>
                    <a:pt x="8952" y="121"/>
                  </a:lnTo>
                  <a:cubicBezTo>
                    <a:pt x="8980" y="121"/>
                    <a:pt x="9008" y="93"/>
                    <a:pt x="9008" y="56"/>
                  </a:cubicBezTo>
                  <a:cubicBezTo>
                    <a:pt x="9008" y="28"/>
                    <a:pt x="8980" y="0"/>
                    <a:pt x="8952" y="0"/>
                  </a:cubicBezTo>
                  <a:close/>
                  <a:moveTo>
                    <a:pt x="8058" y="117"/>
                  </a:moveTo>
                  <a:cubicBezTo>
                    <a:pt x="8042" y="117"/>
                    <a:pt x="8026" y="124"/>
                    <a:pt x="8016" y="140"/>
                  </a:cubicBezTo>
                  <a:cubicBezTo>
                    <a:pt x="7969" y="204"/>
                    <a:pt x="7951" y="269"/>
                    <a:pt x="7951" y="344"/>
                  </a:cubicBezTo>
                  <a:lnTo>
                    <a:pt x="7951" y="631"/>
                  </a:lnTo>
                  <a:cubicBezTo>
                    <a:pt x="7951" y="659"/>
                    <a:pt x="7978" y="687"/>
                    <a:pt x="8006" y="687"/>
                  </a:cubicBezTo>
                  <a:cubicBezTo>
                    <a:pt x="8043" y="687"/>
                    <a:pt x="8071" y="659"/>
                    <a:pt x="8071" y="631"/>
                  </a:cubicBezTo>
                  <a:lnTo>
                    <a:pt x="8071" y="344"/>
                  </a:lnTo>
                  <a:cubicBezTo>
                    <a:pt x="8071" y="297"/>
                    <a:pt x="8080" y="251"/>
                    <a:pt x="8108" y="214"/>
                  </a:cubicBezTo>
                  <a:cubicBezTo>
                    <a:pt x="8127" y="186"/>
                    <a:pt x="8118" y="149"/>
                    <a:pt x="8099" y="130"/>
                  </a:cubicBezTo>
                  <a:cubicBezTo>
                    <a:pt x="8086" y="122"/>
                    <a:pt x="8072" y="117"/>
                    <a:pt x="8058" y="117"/>
                  </a:cubicBezTo>
                  <a:close/>
                  <a:moveTo>
                    <a:pt x="8006" y="1039"/>
                  </a:moveTo>
                  <a:cubicBezTo>
                    <a:pt x="7978" y="1039"/>
                    <a:pt x="7951" y="1058"/>
                    <a:pt x="7951" y="1095"/>
                  </a:cubicBezTo>
                  <a:lnTo>
                    <a:pt x="7951" y="1559"/>
                  </a:lnTo>
                  <a:cubicBezTo>
                    <a:pt x="7951" y="1587"/>
                    <a:pt x="7978" y="1614"/>
                    <a:pt x="8006" y="1614"/>
                  </a:cubicBezTo>
                  <a:cubicBezTo>
                    <a:pt x="8043" y="1614"/>
                    <a:pt x="8071" y="1587"/>
                    <a:pt x="8071" y="1559"/>
                  </a:cubicBezTo>
                  <a:lnTo>
                    <a:pt x="8071" y="1095"/>
                  </a:lnTo>
                  <a:cubicBezTo>
                    <a:pt x="8071" y="1058"/>
                    <a:pt x="8043" y="1039"/>
                    <a:pt x="8006" y="1039"/>
                  </a:cubicBezTo>
                  <a:close/>
                  <a:moveTo>
                    <a:pt x="8006" y="1967"/>
                  </a:moveTo>
                  <a:cubicBezTo>
                    <a:pt x="7978" y="1967"/>
                    <a:pt x="7951" y="1986"/>
                    <a:pt x="7951" y="2023"/>
                  </a:cubicBezTo>
                  <a:lnTo>
                    <a:pt x="7951" y="2486"/>
                  </a:lnTo>
                  <a:cubicBezTo>
                    <a:pt x="7951" y="2514"/>
                    <a:pt x="7978" y="2542"/>
                    <a:pt x="8006" y="2542"/>
                  </a:cubicBezTo>
                  <a:cubicBezTo>
                    <a:pt x="8043" y="2542"/>
                    <a:pt x="8071" y="2514"/>
                    <a:pt x="8071" y="2486"/>
                  </a:cubicBezTo>
                  <a:lnTo>
                    <a:pt x="8071" y="2023"/>
                  </a:lnTo>
                  <a:cubicBezTo>
                    <a:pt x="8071" y="1986"/>
                    <a:pt x="8043" y="1967"/>
                    <a:pt x="8006" y="1967"/>
                  </a:cubicBezTo>
                  <a:close/>
                  <a:moveTo>
                    <a:pt x="8006" y="2895"/>
                  </a:moveTo>
                  <a:cubicBezTo>
                    <a:pt x="7978" y="2895"/>
                    <a:pt x="7951" y="2913"/>
                    <a:pt x="7951" y="2950"/>
                  </a:cubicBezTo>
                  <a:lnTo>
                    <a:pt x="7951" y="3414"/>
                  </a:lnTo>
                  <a:cubicBezTo>
                    <a:pt x="7951" y="3442"/>
                    <a:pt x="7978" y="3470"/>
                    <a:pt x="8006" y="3470"/>
                  </a:cubicBezTo>
                  <a:cubicBezTo>
                    <a:pt x="8043" y="3470"/>
                    <a:pt x="8071" y="3442"/>
                    <a:pt x="8071" y="3414"/>
                  </a:cubicBezTo>
                  <a:lnTo>
                    <a:pt x="8071" y="2950"/>
                  </a:lnTo>
                  <a:cubicBezTo>
                    <a:pt x="8071" y="2913"/>
                    <a:pt x="8043" y="2895"/>
                    <a:pt x="8006" y="2895"/>
                  </a:cubicBezTo>
                  <a:close/>
                  <a:moveTo>
                    <a:pt x="8006" y="3822"/>
                  </a:moveTo>
                  <a:cubicBezTo>
                    <a:pt x="7978" y="3822"/>
                    <a:pt x="7951" y="3841"/>
                    <a:pt x="7951" y="3878"/>
                  </a:cubicBezTo>
                  <a:lnTo>
                    <a:pt x="7951" y="4342"/>
                  </a:lnTo>
                  <a:cubicBezTo>
                    <a:pt x="7951" y="4370"/>
                    <a:pt x="7978" y="4397"/>
                    <a:pt x="8006" y="4397"/>
                  </a:cubicBezTo>
                  <a:cubicBezTo>
                    <a:pt x="8043" y="4397"/>
                    <a:pt x="8071" y="4370"/>
                    <a:pt x="8071" y="4342"/>
                  </a:cubicBezTo>
                  <a:lnTo>
                    <a:pt x="8071" y="3878"/>
                  </a:lnTo>
                  <a:cubicBezTo>
                    <a:pt x="8071" y="3841"/>
                    <a:pt x="8043" y="3822"/>
                    <a:pt x="8006" y="3822"/>
                  </a:cubicBezTo>
                  <a:close/>
                  <a:moveTo>
                    <a:pt x="56" y="3952"/>
                  </a:moveTo>
                  <a:cubicBezTo>
                    <a:pt x="28" y="3952"/>
                    <a:pt x="0" y="3980"/>
                    <a:pt x="0" y="4017"/>
                  </a:cubicBezTo>
                  <a:lnTo>
                    <a:pt x="0" y="4481"/>
                  </a:lnTo>
                  <a:cubicBezTo>
                    <a:pt x="0" y="4509"/>
                    <a:pt x="28" y="4537"/>
                    <a:pt x="56" y="4537"/>
                  </a:cubicBezTo>
                  <a:cubicBezTo>
                    <a:pt x="93" y="4537"/>
                    <a:pt x="121" y="4509"/>
                    <a:pt x="121" y="4481"/>
                  </a:cubicBezTo>
                  <a:lnTo>
                    <a:pt x="121" y="4017"/>
                  </a:lnTo>
                  <a:cubicBezTo>
                    <a:pt x="121" y="3980"/>
                    <a:pt x="93" y="3952"/>
                    <a:pt x="56" y="3952"/>
                  </a:cubicBezTo>
                  <a:close/>
                  <a:moveTo>
                    <a:pt x="8006" y="4750"/>
                  </a:moveTo>
                  <a:cubicBezTo>
                    <a:pt x="7978" y="4750"/>
                    <a:pt x="7951" y="4769"/>
                    <a:pt x="7951" y="4806"/>
                  </a:cubicBezTo>
                  <a:lnTo>
                    <a:pt x="7951" y="5140"/>
                  </a:lnTo>
                  <a:cubicBezTo>
                    <a:pt x="7951" y="5177"/>
                    <a:pt x="7941" y="5205"/>
                    <a:pt x="7932" y="5242"/>
                  </a:cubicBezTo>
                  <a:cubicBezTo>
                    <a:pt x="7913" y="5269"/>
                    <a:pt x="7932" y="5307"/>
                    <a:pt x="7960" y="5316"/>
                  </a:cubicBezTo>
                  <a:cubicBezTo>
                    <a:pt x="7969" y="5316"/>
                    <a:pt x="7978" y="5325"/>
                    <a:pt x="7978" y="5325"/>
                  </a:cubicBezTo>
                  <a:cubicBezTo>
                    <a:pt x="8006" y="5325"/>
                    <a:pt x="8025" y="5307"/>
                    <a:pt x="8034" y="5288"/>
                  </a:cubicBezTo>
                  <a:cubicBezTo>
                    <a:pt x="8053" y="5242"/>
                    <a:pt x="8071" y="5195"/>
                    <a:pt x="8071" y="5140"/>
                  </a:cubicBezTo>
                  <a:lnTo>
                    <a:pt x="8071" y="4806"/>
                  </a:lnTo>
                  <a:cubicBezTo>
                    <a:pt x="8071" y="4769"/>
                    <a:pt x="8043" y="4750"/>
                    <a:pt x="8006" y="4750"/>
                  </a:cubicBezTo>
                  <a:close/>
                  <a:moveTo>
                    <a:pt x="65" y="4880"/>
                  </a:moveTo>
                  <a:cubicBezTo>
                    <a:pt x="28" y="4880"/>
                    <a:pt x="0" y="4908"/>
                    <a:pt x="0" y="4945"/>
                  </a:cubicBezTo>
                  <a:lnTo>
                    <a:pt x="0" y="5140"/>
                  </a:lnTo>
                  <a:cubicBezTo>
                    <a:pt x="0" y="5251"/>
                    <a:pt x="56" y="5353"/>
                    <a:pt x="140" y="5418"/>
                  </a:cubicBezTo>
                  <a:cubicBezTo>
                    <a:pt x="149" y="5427"/>
                    <a:pt x="158" y="5427"/>
                    <a:pt x="177" y="5427"/>
                  </a:cubicBezTo>
                  <a:cubicBezTo>
                    <a:pt x="195" y="5427"/>
                    <a:pt x="205" y="5418"/>
                    <a:pt x="223" y="5399"/>
                  </a:cubicBezTo>
                  <a:cubicBezTo>
                    <a:pt x="242" y="5381"/>
                    <a:pt x="232" y="5344"/>
                    <a:pt x="205" y="5325"/>
                  </a:cubicBezTo>
                  <a:cubicBezTo>
                    <a:pt x="149" y="5279"/>
                    <a:pt x="121" y="5214"/>
                    <a:pt x="121" y="5140"/>
                  </a:cubicBezTo>
                  <a:lnTo>
                    <a:pt x="121" y="4945"/>
                  </a:lnTo>
                  <a:cubicBezTo>
                    <a:pt x="121" y="4908"/>
                    <a:pt x="93" y="4880"/>
                    <a:pt x="65" y="4880"/>
                  </a:cubicBezTo>
                  <a:close/>
                  <a:moveTo>
                    <a:pt x="622" y="5372"/>
                  </a:moveTo>
                  <a:cubicBezTo>
                    <a:pt x="594" y="5372"/>
                    <a:pt x="566" y="5390"/>
                    <a:pt x="566" y="5427"/>
                  </a:cubicBezTo>
                  <a:cubicBezTo>
                    <a:pt x="566" y="5455"/>
                    <a:pt x="594" y="5483"/>
                    <a:pt x="622" y="5483"/>
                  </a:cubicBezTo>
                  <a:lnTo>
                    <a:pt x="1086" y="5483"/>
                  </a:lnTo>
                  <a:cubicBezTo>
                    <a:pt x="1123" y="5483"/>
                    <a:pt x="1151" y="5455"/>
                    <a:pt x="1151" y="5427"/>
                  </a:cubicBezTo>
                  <a:cubicBezTo>
                    <a:pt x="1151" y="5390"/>
                    <a:pt x="1123" y="5372"/>
                    <a:pt x="1086" y="5372"/>
                  </a:cubicBezTo>
                  <a:close/>
                  <a:moveTo>
                    <a:pt x="1550" y="5372"/>
                  </a:moveTo>
                  <a:cubicBezTo>
                    <a:pt x="1522" y="5372"/>
                    <a:pt x="1494" y="5390"/>
                    <a:pt x="1494" y="5427"/>
                  </a:cubicBezTo>
                  <a:cubicBezTo>
                    <a:pt x="1494" y="5455"/>
                    <a:pt x="1522" y="5483"/>
                    <a:pt x="1550" y="5483"/>
                  </a:cubicBezTo>
                  <a:lnTo>
                    <a:pt x="2013" y="5483"/>
                  </a:lnTo>
                  <a:cubicBezTo>
                    <a:pt x="2051" y="5483"/>
                    <a:pt x="2078" y="5455"/>
                    <a:pt x="2078" y="5427"/>
                  </a:cubicBezTo>
                  <a:cubicBezTo>
                    <a:pt x="2078" y="5390"/>
                    <a:pt x="2051" y="5372"/>
                    <a:pt x="2013" y="5372"/>
                  </a:cubicBezTo>
                  <a:close/>
                  <a:moveTo>
                    <a:pt x="2477" y="5372"/>
                  </a:moveTo>
                  <a:cubicBezTo>
                    <a:pt x="2449" y="5372"/>
                    <a:pt x="2422" y="5390"/>
                    <a:pt x="2422" y="5427"/>
                  </a:cubicBezTo>
                  <a:cubicBezTo>
                    <a:pt x="2422" y="5455"/>
                    <a:pt x="2449" y="5483"/>
                    <a:pt x="2477" y="5483"/>
                  </a:cubicBezTo>
                  <a:lnTo>
                    <a:pt x="2941" y="5483"/>
                  </a:lnTo>
                  <a:cubicBezTo>
                    <a:pt x="2978" y="5483"/>
                    <a:pt x="3006" y="5455"/>
                    <a:pt x="3006" y="5427"/>
                  </a:cubicBezTo>
                  <a:cubicBezTo>
                    <a:pt x="3006" y="5390"/>
                    <a:pt x="2978" y="5372"/>
                    <a:pt x="2941" y="5372"/>
                  </a:cubicBezTo>
                  <a:close/>
                  <a:moveTo>
                    <a:pt x="3405" y="5372"/>
                  </a:moveTo>
                  <a:cubicBezTo>
                    <a:pt x="3377" y="5372"/>
                    <a:pt x="3349" y="5390"/>
                    <a:pt x="3349" y="5427"/>
                  </a:cubicBezTo>
                  <a:cubicBezTo>
                    <a:pt x="3349" y="5455"/>
                    <a:pt x="3377" y="5483"/>
                    <a:pt x="3405" y="5483"/>
                  </a:cubicBezTo>
                  <a:lnTo>
                    <a:pt x="3869" y="5483"/>
                  </a:lnTo>
                  <a:cubicBezTo>
                    <a:pt x="3906" y="5483"/>
                    <a:pt x="3934" y="5455"/>
                    <a:pt x="3934" y="5427"/>
                  </a:cubicBezTo>
                  <a:cubicBezTo>
                    <a:pt x="3934" y="5390"/>
                    <a:pt x="3906" y="5372"/>
                    <a:pt x="3869" y="5372"/>
                  </a:cubicBezTo>
                  <a:close/>
                  <a:moveTo>
                    <a:pt x="4333" y="5372"/>
                  </a:moveTo>
                  <a:cubicBezTo>
                    <a:pt x="4305" y="5372"/>
                    <a:pt x="4277" y="5390"/>
                    <a:pt x="4277" y="5427"/>
                  </a:cubicBezTo>
                  <a:cubicBezTo>
                    <a:pt x="4277" y="5455"/>
                    <a:pt x="4305" y="5483"/>
                    <a:pt x="4333" y="5483"/>
                  </a:cubicBezTo>
                  <a:lnTo>
                    <a:pt x="4796" y="5483"/>
                  </a:lnTo>
                  <a:cubicBezTo>
                    <a:pt x="4834" y="5483"/>
                    <a:pt x="4861" y="5455"/>
                    <a:pt x="4861" y="5427"/>
                  </a:cubicBezTo>
                  <a:cubicBezTo>
                    <a:pt x="4861" y="5390"/>
                    <a:pt x="4834" y="5372"/>
                    <a:pt x="4796" y="5372"/>
                  </a:cubicBezTo>
                  <a:close/>
                  <a:moveTo>
                    <a:pt x="5260" y="5372"/>
                  </a:moveTo>
                  <a:cubicBezTo>
                    <a:pt x="5232" y="5372"/>
                    <a:pt x="5205" y="5390"/>
                    <a:pt x="5205" y="5427"/>
                  </a:cubicBezTo>
                  <a:cubicBezTo>
                    <a:pt x="5205" y="5455"/>
                    <a:pt x="5232" y="5483"/>
                    <a:pt x="5260" y="5483"/>
                  </a:cubicBezTo>
                  <a:lnTo>
                    <a:pt x="5724" y="5483"/>
                  </a:lnTo>
                  <a:cubicBezTo>
                    <a:pt x="5761" y="5483"/>
                    <a:pt x="5789" y="5455"/>
                    <a:pt x="5789" y="5427"/>
                  </a:cubicBezTo>
                  <a:cubicBezTo>
                    <a:pt x="5789" y="5390"/>
                    <a:pt x="5761" y="5372"/>
                    <a:pt x="5724" y="5372"/>
                  </a:cubicBezTo>
                  <a:close/>
                  <a:moveTo>
                    <a:pt x="6188" y="5372"/>
                  </a:moveTo>
                  <a:cubicBezTo>
                    <a:pt x="6160" y="5372"/>
                    <a:pt x="6132" y="5390"/>
                    <a:pt x="6132" y="5427"/>
                  </a:cubicBezTo>
                  <a:cubicBezTo>
                    <a:pt x="6132" y="5455"/>
                    <a:pt x="6160" y="5483"/>
                    <a:pt x="6188" y="5483"/>
                  </a:cubicBezTo>
                  <a:lnTo>
                    <a:pt x="6652" y="5483"/>
                  </a:lnTo>
                  <a:cubicBezTo>
                    <a:pt x="6689" y="5483"/>
                    <a:pt x="6717" y="5455"/>
                    <a:pt x="6717" y="5427"/>
                  </a:cubicBezTo>
                  <a:cubicBezTo>
                    <a:pt x="6717" y="5390"/>
                    <a:pt x="6689" y="5372"/>
                    <a:pt x="6652" y="5372"/>
                  </a:cubicBezTo>
                  <a:close/>
                  <a:moveTo>
                    <a:pt x="7116" y="5372"/>
                  </a:moveTo>
                  <a:cubicBezTo>
                    <a:pt x="7088" y="5372"/>
                    <a:pt x="7060" y="5390"/>
                    <a:pt x="7060" y="5427"/>
                  </a:cubicBezTo>
                  <a:cubicBezTo>
                    <a:pt x="7060" y="5455"/>
                    <a:pt x="7088" y="5483"/>
                    <a:pt x="7116" y="5483"/>
                  </a:cubicBezTo>
                  <a:lnTo>
                    <a:pt x="7580" y="5483"/>
                  </a:lnTo>
                  <a:cubicBezTo>
                    <a:pt x="7617" y="5483"/>
                    <a:pt x="7644" y="5455"/>
                    <a:pt x="7644" y="5427"/>
                  </a:cubicBezTo>
                  <a:cubicBezTo>
                    <a:pt x="7644" y="5390"/>
                    <a:pt x="7617" y="5372"/>
                    <a:pt x="7580" y="53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2" name="Google Shape;2126;p43"/>
            <p:cNvSpPr/>
            <p:nvPr/>
          </p:nvSpPr>
          <p:spPr>
            <a:xfrm>
              <a:off x="1106400" y="2607825"/>
              <a:ext cx="3050" cy="52450"/>
            </a:xfrm>
            <a:custGeom>
              <a:avLst/>
              <a:gdLst/>
              <a:ahLst/>
              <a:cxnLst/>
              <a:rect l="l" t="t" r="r" b="b"/>
              <a:pathLst>
                <a:path w="122" h="2098" extrusionOk="0">
                  <a:moveTo>
                    <a:pt x="66" y="1"/>
                  </a:moveTo>
                  <a:cubicBezTo>
                    <a:pt x="29" y="1"/>
                    <a:pt x="1" y="29"/>
                    <a:pt x="1" y="56"/>
                  </a:cubicBezTo>
                  <a:lnTo>
                    <a:pt x="1" y="520"/>
                  </a:lnTo>
                  <a:cubicBezTo>
                    <a:pt x="1" y="557"/>
                    <a:pt x="29" y="585"/>
                    <a:pt x="66" y="585"/>
                  </a:cubicBezTo>
                  <a:cubicBezTo>
                    <a:pt x="94" y="585"/>
                    <a:pt x="122" y="557"/>
                    <a:pt x="122" y="520"/>
                  </a:cubicBezTo>
                  <a:lnTo>
                    <a:pt x="122" y="56"/>
                  </a:lnTo>
                  <a:cubicBezTo>
                    <a:pt x="122" y="29"/>
                    <a:pt x="94" y="1"/>
                    <a:pt x="66" y="1"/>
                  </a:cubicBezTo>
                  <a:close/>
                  <a:moveTo>
                    <a:pt x="66" y="928"/>
                  </a:moveTo>
                  <a:cubicBezTo>
                    <a:pt x="29" y="928"/>
                    <a:pt x="1" y="956"/>
                    <a:pt x="1" y="984"/>
                  </a:cubicBezTo>
                  <a:lnTo>
                    <a:pt x="1" y="1448"/>
                  </a:lnTo>
                  <a:cubicBezTo>
                    <a:pt x="1" y="1485"/>
                    <a:pt x="29" y="1513"/>
                    <a:pt x="66" y="1513"/>
                  </a:cubicBezTo>
                  <a:cubicBezTo>
                    <a:pt x="94" y="1513"/>
                    <a:pt x="122" y="1485"/>
                    <a:pt x="122" y="1448"/>
                  </a:cubicBezTo>
                  <a:lnTo>
                    <a:pt x="122" y="984"/>
                  </a:lnTo>
                  <a:cubicBezTo>
                    <a:pt x="122" y="956"/>
                    <a:pt x="94" y="928"/>
                    <a:pt x="66" y="928"/>
                  </a:cubicBezTo>
                  <a:close/>
                  <a:moveTo>
                    <a:pt x="66" y="1856"/>
                  </a:moveTo>
                  <a:cubicBezTo>
                    <a:pt x="29" y="1856"/>
                    <a:pt x="1" y="1884"/>
                    <a:pt x="1" y="1912"/>
                  </a:cubicBezTo>
                  <a:lnTo>
                    <a:pt x="1" y="2032"/>
                  </a:lnTo>
                  <a:cubicBezTo>
                    <a:pt x="1" y="2069"/>
                    <a:pt x="29" y="2097"/>
                    <a:pt x="66" y="2097"/>
                  </a:cubicBezTo>
                  <a:cubicBezTo>
                    <a:pt x="94" y="2097"/>
                    <a:pt x="122" y="2069"/>
                    <a:pt x="122" y="2032"/>
                  </a:cubicBezTo>
                  <a:lnTo>
                    <a:pt x="122" y="1912"/>
                  </a:lnTo>
                  <a:cubicBezTo>
                    <a:pt x="122" y="1884"/>
                    <a:pt x="94" y="1856"/>
                    <a:pt x="66" y="18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3" name="Google Shape;2127;p43"/>
            <p:cNvSpPr/>
            <p:nvPr/>
          </p:nvSpPr>
          <p:spPr>
            <a:xfrm>
              <a:off x="874500" y="2607825"/>
              <a:ext cx="159350" cy="393350"/>
            </a:xfrm>
            <a:custGeom>
              <a:avLst/>
              <a:gdLst/>
              <a:ahLst/>
              <a:cxnLst/>
              <a:rect l="l" t="t" r="r" b="b"/>
              <a:pathLst>
                <a:path w="6374" h="15734" extrusionOk="0">
                  <a:moveTo>
                    <a:pt x="6308" y="1"/>
                  </a:moveTo>
                  <a:cubicBezTo>
                    <a:pt x="6281" y="1"/>
                    <a:pt x="6253" y="29"/>
                    <a:pt x="6253" y="56"/>
                  </a:cubicBezTo>
                  <a:lnTo>
                    <a:pt x="6253" y="520"/>
                  </a:lnTo>
                  <a:cubicBezTo>
                    <a:pt x="6253" y="557"/>
                    <a:pt x="6281" y="585"/>
                    <a:pt x="6308" y="585"/>
                  </a:cubicBezTo>
                  <a:cubicBezTo>
                    <a:pt x="6346" y="585"/>
                    <a:pt x="6373" y="557"/>
                    <a:pt x="6373" y="520"/>
                  </a:cubicBezTo>
                  <a:lnTo>
                    <a:pt x="6373" y="56"/>
                  </a:lnTo>
                  <a:cubicBezTo>
                    <a:pt x="6373" y="29"/>
                    <a:pt x="6346" y="1"/>
                    <a:pt x="6308" y="1"/>
                  </a:cubicBezTo>
                  <a:close/>
                  <a:moveTo>
                    <a:pt x="1373" y="1086"/>
                  </a:moveTo>
                  <a:cubicBezTo>
                    <a:pt x="1336" y="1086"/>
                    <a:pt x="1318" y="1114"/>
                    <a:pt x="1318" y="1151"/>
                  </a:cubicBezTo>
                  <a:cubicBezTo>
                    <a:pt x="1318" y="1179"/>
                    <a:pt x="1336" y="1207"/>
                    <a:pt x="1373" y="1207"/>
                  </a:cubicBezTo>
                  <a:lnTo>
                    <a:pt x="1837" y="1207"/>
                  </a:lnTo>
                  <a:cubicBezTo>
                    <a:pt x="1865" y="1207"/>
                    <a:pt x="1893" y="1179"/>
                    <a:pt x="1893" y="1151"/>
                  </a:cubicBezTo>
                  <a:cubicBezTo>
                    <a:pt x="1893" y="1114"/>
                    <a:pt x="1865" y="1086"/>
                    <a:pt x="1837" y="1086"/>
                  </a:cubicBezTo>
                  <a:close/>
                  <a:moveTo>
                    <a:pt x="2301" y="1086"/>
                  </a:moveTo>
                  <a:cubicBezTo>
                    <a:pt x="2264" y="1086"/>
                    <a:pt x="2245" y="1114"/>
                    <a:pt x="2245" y="1151"/>
                  </a:cubicBezTo>
                  <a:cubicBezTo>
                    <a:pt x="2245" y="1179"/>
                    <a:pt x="2264" y="1207"/>
                    <a:pt x="2301" y="1207"/>
                  </a:cubicBezTo>
                  <a:lnTo>
                    <a:pt x="2765" y="1207"/>
                  </a:lnTo>
                  <a:cubicBezTo>
                    <a:pt x="2793" y="1207"/>
                    <a:pt x="2820" y="1179"/>
                    <a:pt x="2820" y="1151"/>
                  </a:cubicBezTo>
                  <a:cubicBezTo>
                    <a:pt x="2820" y="1114"/>
                    <a:pt x="2793" y="1086"/>
                    <a:pt x="2765" y="1086"/>
                  </a:cubicBezTo>
                  <a:close/>
                  <a:moveTo>
                    <a:pt x="3229" y="1086"/>
                  </a:moveTo>
                  <a:cubicBezTo>
                    <a:pt x="3191" y="1086"/>
                    <a:pt x="3173" y="1114"/>
                    <a:pt x="3173" y="1151"/>
                  </a:cubicBezTo>
                  <a:cubicBezTo>
                    <a:pt x="3173" y="1179"/>
                    <a:pt x="3191" y="1207"/>
                    <a:pt x="3229" y="1207"/>
                  </a:cubicBezTo>
                  <a:lnTo>
                    <a:pt x="3692" y="1207"/>
                  </a:lnTo>
                  <a:cubicBezTo>
                    <a:pt x="3720" y="1207"/>
                    <a:pt x="3748" y="1179"/>
                    <a:pt x="3748" y="1151"/>
                  </a:cubicBezTo>
                  <a:cubicBezTo>
                    <a:pt x="3748" y="1114"/>
                    <a:pt x="3720" y="1086"/>
                    <a:pt x="3692" y="1086"/>
                  </a:cubicBezTo>
                  <a:close/>
                  <a:moveTo>
                    <a:pt x="4156" y="1086"/>
                  </a:moveTo>
                  <a:cubicBezTo>
                    <a:pt x="4119" y="1086"/>
                    <a:pt x="4091" y="1114"/>
                    <a:pt x="4091" y="1151"/>
                  </a:cubicBezTo>
                  <a:cubicBezTo>
                    <a:pt x="4091" y="1179"/>
                    <a:pt x="4119" y="1207"/>
                    <a:pt x="4156" y="1207"/>
                  </a:cubicBezTo>
                  <a:lnTo>
                    <a:pt x="4620" y="1207"/>
                  </a:lnTo>
                  <a:cubicBezTo>
                    <a:pt x="4648" y="1207"/>
                    <a:pt x="4676" y="1179"/>
                    <a:pt x="4676" y="1151"/>
                  </a:cubicBezTo>
                  <a:cubicBezTo>
                    <a:pt x="4676" y="1114"/>
                    <a:pt x="4648" y="1086"/>
                    <a:pt x="4620" y="1086"/>
                  </a:cubicBezTo>
                  <a:close/>
                  <a:moveTo>
                    <a:pt x="5084" y="1086"/>
                  </a:moveTo>
                  <a:cubicBezTo>
                    <a:pt x="5047" y="1086"/>
                    <a:pt x="5019" y="1114"/>
                    <a:pt x="5019" y="1151"/>
                  </a:cubicBezTo>
                  <a:cubicBezTo>
                    <a:pt x="5019" y="1179"/>
                    <a:pt x="5047" y="1207"/>
                    <a:pt x="5084" y="1207"/>
                  </a:cubicBezTo>
                  <a:lnTo>
                    <a:pt x="5548" y="1207"/>
                  </a:lnTo>
                  <a:cubicBezTo>
                    <a:pt x="5576" y="1207"/>
                    <a:pt x="5603" y="1179"/>
                    <a:pt x="5603" y="1151"/>
                  </a:cubicBezTo>
                  <a:cubicBezTo>
                    <a:pt x="5603" y="1114"/>
                    <a:pt x="5576" y="1086"/>
                    <a:pt x="5548" y="1086"/>
                  </a:cubicBezTo>
                  <a:close/>
                  <a:moveTo>
                    <a:pt x="6308" y="928"/>
                  </a:moveTo>
                  <a:cubicBezTo>
                    <a:pt x="6281" y="928"/>
                    <a:pt x="6253" y="956"/>
                    <a:pt x="6253" y="984"/>
                  </a:cubicBezTo>
                  <a:lnTo>
                    <a:pt x="6253" y="1086"/>
                  </a:lnTo>
                  <a:lnTo>
                    <a:pt x="6012" y="1086"/>
                  </a:lnTo>
                  <a:cubicBezTo>
                    <a:pt x="5974" y="1086"/>
                    <a:pt x="5947" y="1114"/>
                    <a:pt x="5947" y="1151"/>
                  </a:cubicBezTo>
                  <a:cubicBezTo>
                    <a:pt x="5947" y="1179"/>
                    <a:pt x="5974" y="1207"/>
                    <a:pt x="6012" y="1207"/>
                  </a:cubicBezTo>
                  <a:lnTo>
                    <a:pt x="6308" y="1207"/>
                  </a:lnTo>
                  <a:cubicBezTo>
                    <a:pt x="6346" y="1207"/>
                    <a:pt x="6373" y="1179"/>
                    <a:pt x="6373" y="1151"/>
                  </a:cubicBezTo>
                  <a:lnTo>
                    <a:pt x="6373" y="984"/>
                  </a:lnTo>
                  <a:cubicBezTo>
                    <a:pt x="6373" y="956"/>
                    <a:pt x="6346" y="928"/>
                    <a:pt x="6308" y="928"/>
                  </a:cubicBezTo>
                  <a:close/>
                  <a:moveTo>
                    <a:pt x="557" y="1095"/>
                  </a:moveTo>
                  <a:cubicBezTo>
                    <a:pt x="520" y="1095"/>
                    <a:pt x="473" y="1095"/>
                    <a:pt x="427" y="1105"/>
                  </a:cubicBezTo>
                  <a:cubicBezTo>
                    <a:pt x="399" y="1114"/>
                    <a:pt x="381" y="1142"/>
                    <a:pt x="390" y="1179"/>
                  </a:cubicBezTo>
                  <a:cubicBezTo>
                    <a:pt x="399" y="1207"/>
                    <a:pt x="418" y="1216"/>
                    <a:pt x="446" y="1216"/>
                  </a:cubicBezTo>
                  <a:lnTo>
                    <a:pt x="455" y="1216"/>
                  </a:lnTo>
                  <a:cubicBezTo>
                    <a:pt x="492" y="1216"/>
                    <a:pt x="529" y="1207"/>
                    <a:pt x="557" y="1207"/>
                  </a:cubicBezTo>
                  <a:lnTo>
                    <a:pt x="909" y="1207"/>
                  </a:lnTo>
                  <a:cubicBezTo>
                    <a:pt x="937" y="1207"/>
                    <a:pt x="965" y="1179"/>
                    <a:pt x="965" y="1151"/>
                  </a:cubicBezTo>
                  <a:cubicBezTo>
                    <a:pt x="965" y="1114"/>
                    <a:pt x="937" y="1095"/>
                    <a:pt x="909" y="1095"/>
                  </a:cubicBezTo>
                  <a:close/>
                  <a:moveTo>
                    <a:pt x="100" y="1389"/>
                  </a:moveTo>
                  <a:cubicBezTo>
                    <a:pt x="80" y="1389"/>
                    <a:pt x="61" y="1399"/>
                    <a:pt x="47" y="1420"/>
                  </a:cubicBezTo>
                  <a:cubicBezTo>
                    <a:pt x="19" y="1494"/>
                    <a:pt x="0" y="1578"/>
                    <a:pt x="0" y="1652"/>
                  </a:cubicBezTo>
                  <a:lnTo>
                    <a:pt x="0" y="1902"/>
                  </a:lnTo>
                  <a:cubicBezTo>
                    <a:pt x="0" y="1940"/>
                    <a:pt x="28" y="1967"/>
                    <a:pt x="56" y="1967"/>
                  </a:cubicBezTo>
                  <a:cubicBezTo>
                    <a:pt x="93" y="1967"/>
                    <a:pt x="112" y="1940"/>
                    <a:pt x="112" y="1902"/>
                  </a:cubicBezTo>
                  <a:lnTo>
                    <a:pt x="112" y="1652"/>
                  </a:lnTo>
                  <a:cubicBezTo>
                    <a:pt x="112" y="1587"/>
                    <a:pt x="130" y="1531"/>
                    <a:pt x="149" y="1476"/>
                  </a:cubicBezTo>
                  <a:cubicBezTo>
                    <a:pt x="167" y="1448"/>
                    <a:pt x="149" y="1411"/>
                    <a:pt x="121" y="1392"/>
                  </a:cubicBezTo>
                  <a:cubicBezTo>
                    <a:pt x="114" y="1390"/>
                    <a:pt x="107" y="1389"/>
                    <a:pt x="100" y="1389"/>
                  </a:cubicBezTo>
                  <a:close/>
                  <a:moveTo>
                    <a:pt x="56" y="2311"/>
                  </a:moveTo>
                  <a:cubicBezTo>
                    <a:pt x="28" y="2311"/>
                    <a:pt x="0" y="2338"/>
                    <a:pt x="0" y="2366"/>
                  </a:cubicBezTo>
                  <a:lnTo>
                    <a:pt x="0" y="2830"/>
                  </a:lnTo>
                  <a:cubicBezTo>
                    <a:pt x="0" y="2867"/>
                    <a:pt x="28" y="2895"/>
                    <a:pt x="56" y="2895"/>
                  </a:cubicBezTo>
                  <a:cubicBezTo>
                    <a:pt x="93" y="2895"/>
                    <a:pt x="112" y="2867"/>
                    <a:pt x="112" y="2830"/>
                  </a:cubicBezTo>
                  <a:lnTo>
                    <a:pt x="112" y="2366"/>
                  </a:lnTo>
                  <a:cubicBezTo>
                    <a:pt x="112" y="2338"/>
                    <a:pt x="93" y="2311"/>
                    <a:pt x="56" y="2311"/>
                  </a:cubicBezTo>
                  <a:close/>
                  <a:moveTo>
                    <a:pt x="56" y="3238"/>
                  </a:moveTo>
                  <a:cubicBezTo>
                    <a:pt x="28" y="3238"/>
                    <a:pt x="0" y="3266"/>
                    <a:pt x="0" y="3294"/>
                  </a:cubicBezTo>
                  <a:lnTo>
                    <a:pt x="0" y="3758"/>
                  </a:lnTo>
                  <a:cubicBezTo>
                    <a:pt x="0" y="3795"/>
                    <a:pt x="28" y="3823"/>
                    <a:pt x="56" y="3823"/>
                  </a:cubicBezTo>
                  <a:cubicBezTo>
                    <a:pt x="93" y="3823"/>
                    <a:pt x="112" y="3795"/>
                    <a:pt x="112" y="3758"/>
                  </a:cubicBezTo>
                  <a:lnTo>
                    <a:pt x="112" y="3294"/>
                  </a:lnTo>
                  <a:cubicBezTo>
                    <a:pt x="112" y="3266"/>
                    <a:pt x="93" y="3238"/>
                    <a:pt x="56" y="3238"/>
                  </a:cubicBezTo>
                  <a:close/>
                  <a:moveTo>
                    <a:pt x="56" y="4166"/>
                  </a:moveTo>
                  <a:cubicBezTo>
                    <a:pt x="28" y="4166"/>
                    <a:pt x="0" y="4194"/>
                    <a:pt x="0" y="4222"/>
                  </a:cubicBezTo>
                  <a:lnTo>
                    <a:pt x="0" y="4685"/>
                  </a:lnTo>
                  <a:cubicBezTo>
                    <a:pt x="0" y="4723"/>
                    <a:pt x="28" y="4750"/>
                    <a:pt x="56" y="4750"/>
                  </a:cubicBezTo>
                  <a:cubicBezTo>
                    <a:pt x="93" y="4750"/>
                    <a:pt x="112" y="4723"/>
                    <a:pt x="112" y="4685"/>
                  </a:cubicBezTo>
                  <a:lnTo>
                    <a:pt x="112" y="4222"/>
                  </a:lnTo>
                  <a:cubicBezTo>
                    <a:pt x="112" y="4194"/>
                    <a:pt x="93" y="4166"/>
                    <a:pt x="56" y="4166"/>
                  </a:cubicBezTo>
                  <a:close/>
                  <a:moveTo>
                    <a:pt x="56" y="5094"/>
                  </a:moveTo>
                  <a:cubicBezTo>
                    <a:pt x="28" y="5094"/>
                    <a:pt x="0" y="5121"/>
                    <a:pt x="0" y="5149"/>
                  </a:cubicBezTo>
                  <a:lnTo>
                    <a:pt x="0" y="5613"/>
                  </a:lnTo>
                  <a:cubicBezTo>
                    <a:pt x="0" y="5650"/>
                    <a:pt x="28" y="5678"/>
                    <a:pt x="56" y="5678"/>
                  </a:cubicBezTo>
                  <a:cubicBezTo>
                    <a:pt x="93" y="5678"/>
                    <a:pt x="112" y="5650"/>
                    <a:pt x="112" y="5613"/>
                  </a:cubicBezTo>
                  <a:lnTo>
                    <a:pt x="112" y="5149"/>
                  </a:lnTo>
                  <a:cubicBezTo>
                    <a:pt x="112" y="5121"/>
                    <a:pt x="93" y="5094"/>
                    <a:pt x="56" y="5094"/>
                  </a:cubicBezTo>
                  <a:close/>
                  <a:moveTo>
                    <a:pt x="56" y="6021"/>
                  </a:moveTo>
                  <a:cubicBezTo>
                    <a:pt x="28" y="6021"/>
                    <a:pt x="0" y="6049"/>
                    <a:pt x="0" y="6077"/>
                  </a:cubicBezTo>
                  <a:lnTo>
                    <a:pt x="0" y="6541"/>
                  </a:lnTo>
                  <a:cubicBezTo>
                    <a:pt x="0" y="6578"/>
                    <a:pt x="28" y="6606"/>
                    <a:pt x="56" y="6606"/>
                  </a:cubicBezTo>
                  <a:cubicBezTo>
                    <a:pt x="93" y="6606"/>
                    <a:pt x="112" y="6578"/>
                    <a:pt x="112" y="6541"/>
                  </a:cubicBezTo>
                  <a:lnTo>
                    <a:pt x="112" y="6077"/>
                  </a:lnTo>
                  <a:cubicBezTo>
                    <a:pt x="112" y="6049"/>
                    <a:pt x="93" y="6021"/>
                    <a:pt x="56" y="6021"/>
                  </a:cubicBezTo>
                  <a:close/>
                  <a:moveTo>
                    <a:pt x="56" y="6949"/>
                  </a:moveTo>
                  <a:cubicBezTo>
                    <a:pt x="28" y="6949"/>
                    <a:pt x="0" y="6977"/>
                    <a:pt x="0" y="7005"/>
                  </a:cubicBezTo>
                  <a:lnTo>
                    <a:pt x="0" y="7468"/>
                  </a:lnTo>
                  <a:cubicBezTo>
                    <a:pt x="0" y="7506"/>
                    <a:pt x="28" y="7533"/>
                    <a:pt x="56" y="7533"/>
                  </a:cubicBezTo>
                  <a:cubicBezTo>
                    <a:pt x="93" y="7533"/>
                    <a:pt x="112" y="7506"/>
                    <a:pt x="112" y="7468"/>
                  </a:cubicBezTo>
                  <a:lnTo>
                    <a:pt x="112" y="7005"/>
                  </a:lnTo>
                  <a:cubicBezTo>
                    <a:pt x="112" y="6977"/>
                    <a:pt x="93" y="6949"/>
                    <a:pt x="56" y="6949"/>
                  </a:cubicBezTo>
                  <a:close/>
                  <a:moveTo>
                    <a:pt x="56" y="7877"/>
                  </a:moveTo>
                  <a:cubicBezTo>
                    <a:pt x="28" y="7877"/>
                    <a:pt x="0" y="7904"/>
                    <a:pt x="0" y="7932"/>
                  </a:cubicBezTo>
                  <a:lnTo>
                    <a:pt x="0" y="8396"/>
                  </a:lnTo>
                  <a:cubicBezTo>
                    <a:pt x="0" y="8433"/>
                    <a:pt x="28" y="8461"/>
                    <a:pt x="56" y="8461"/>
                  </a:cubicBezTo>
                  <a:cubicBezTo>
                    <a:pt x="93" y="8461"/>
                    <a:pt x="112" y="8433"/>
                    <a:pt x="112" y="8396"/>
                  </a:cubicBezTo>
                  <a:lnTo>
                    <a:pt x="112" y="7932"/>
                  </a:lnTo>
                  <a:cubicBezTo>
                    <a:pt x="112" y="7904"/>
                    <a:pt x="93" y="7877"/>
                    <a:pt x="56" y="7877"/>
                  </a:cubicBezTo>
                  <a:close/>
                  <a:moveTo>
                    <a:pt x="56" y="8804"/>
                  </a:moveTo>
                  <a:cubicBezTo>
                    <a:pt x="28" y="8804"/>
                    <a:pt x="0" y="8832"/>
                    <a:pt x="0" y="8860"/>
                  </a:cubicBezTo>
                  <a:lnTo>
                    <a:pt x="0" y="9324"/>
                  </a:lnTo>
                  <a:cubicBezTo>
                    <a:pt x="0" y="9361"/>
                    <a:pt x="28" y="9389"/>
                    <a:pt x="56" y="9389"/>
                  </a:cubicBezTo>
                  <a:cubicBezTo>
                    <a:pt x="93" y="9389"/>
                    <a:pt x="112" y="9361"/>
                    <a:pt x="112" y="9324"/>
                  </a:cubicBezTo>
                  <a:lnTo>
                    <a:pt x="112" y="8860"/>
                  </a:lnTo>
                  <a:cubicBezTo>
                    <a:pt x="112" y="8832"/>
                    <a:pt x="93" y="8804"/>
                    <a:pt x="56" y="8804"/>
                  </a:cubicBezTo>
                  <a:close/>
                  <a:moveTo>
                    <a:pt x="56" y="9732"/>
                  </a:moveTo>
                  <a:cubicBezTo>
                    <a:pt x="28" y="9732"/>
                    <a:pt x="0" y="9760"/>
                    <a:pt x="0" y="9788"/>
                  </a:cubicBezTo>
                  <a:lnTo>
                    <a:pt x="0" y="10251"/>
                  </a:lnTo>
                  <a:cubicBezTo>
                    <a:pt x="0" y="10288"/>
                    <a:pt x="28" y="10316"/>
                    <a:pt x="56" y="10316"/>
                  </a:cubicBezTo>
                  <a:cubicBezTo>
                    <a:pt x="93" y="10316"/>
                    <a:pt x="112" y="10288"/>
                    <a:pt x="112" y="10251"/>
                  </a:cubicBezTo>
                  <a:lnTo>
                    <a:pt x="112" y="9788"/>
                  </a:lnTo>
                  <a:cubicBezTo>
                    <a:pt x="112" y="9760"/>
                    <a:pt x="93" y="9732"/>
                    <a:pt x="56" y="9732"/>
                  </a:cubicBezTo>
                  <a:close/>
                  <a:moveTo>
                    <a:pt x="56" y="10660"/>
                  </a:moveTo>
                  <a:cubicBezTo>
                    <a:pt x="28" y="10660"/>
                    <a:pt x="0" y="10687"/>
                    <a:pt x="0" y="10715"/>
                  </a:cubicBezTo>
                  <a:lnTo>
                    <a:pt x="0" y="11179"/>
                  </a:lnTo>
                  <a:cubicBezTo>
                    <a:pt x="0" y="11216"/>
                    <a:pt x="28" y="11244"/>
                    <a:pt x="56" y="11244"/>
                  </a:cubicBezTo>
                  <a:cubicBezTo>
                    <a:pt x="93" y="11244"/>
                    <a:pt x="112" y="11216"/>
                    <a:pt x="112" y="11179"/>
                  </a:cubicBezTo>
                  <a:lnTo>
                    <a:pt x="112" y="10715"/>
                  </a:lnTo>
                  <a:cubicBezTo>
                    <a:pt x="112" y="10687"/>
                    <a:pt x="93" y="10660"/>
                    <a:pt x="56" y="10660"/>
                  </a:cubicBezTo>
                  <a:close/>
                  <a:moveTo>
                    <a:pt x="56" y="11587"/>
                  </a:moveTo>
                  <a:cubicBezTo>
                    <a:pt x="28" y="11587"/>
                    <a:pt x="0" y="11615"/>
                    <a:pt x="0" y="11643"/>
                  </a:cubicBezTo>
                  <a:lnTo>
                    <a:pt x="0" y="12107"/>
                  </a:lnTo>
                  <a:cubicBezTo>
                    <a:pt x="0" y="12144"/>
                    <a:pt x="28" y="12172"/>
                    <a:pt x="56" y="12172"/>
                  </a:cubicBezTo>
                  <a:cubicBezTo>
                    <a:pt x="93" y="12172"/>
                    <a:pt x="112" y="12144"/>
                    <a:pt x="112" y="12107"/>
                  </a:cubicBezTo>
                  <a:lnTo>
                    <a:pt x="112" y="11643"/>
                  </a:lnTo>
                  <a:cubicBezTo>
                    <a:pt x="112" y="11615"/>
                    <a:pt x="93" y="11587"/>
                    <a:pt x="56" y="11587"/>
                  </a:cubicBezTo>
                  <a:close/>
                  <a:moveTo>
                    <a:pt x="56" y="12515"/>
                  </a:moveTo>
                  <a:cubicBezTo>
                    <a:pt x="28" y="12515"/>
                    <a:pt x="0" y="12543"/>
                    <a:pt x="0" y="12571"/>
                  </a:cubicBezTo>
                  <a:lnTo>
                    <a:pt x="0" y="13034"/>
                  </a:lnTo>
                  <a:cubicBezTo>
                    <a:pt x="0" y="13071"/>
                    <a:pt x="28" y="13099"/>
                    <a:pt x="56" y="13099"/>
                  </a:cubicBezTo>
                  <a:cubicBezTo>
                    <a:pt x="93" y="13099"/>
                    <a:pt x="112" y="13071"/>
                    <a:pt x="112" y="13034"/>
                  </a:cubicBezTo>
                  <a:lnTo>
                    <a:pt x="112" y="12571"/>
                  </a:lnTo>
                  <a:cubicBezTo>
                    <a:pt x="112" y="12543"/>
                    <a:pt x="93" y="12515"/>
                    <a:pt x="56" y="12515"/>
                  </a:cubicBezTo>
                  <a:close/>
                  <a:moveTo>
                    <a:pt x="56" y="13443"/>
                  </a:moveTo>
                  <a:cubicBezTo>
                    <a:pt x="28" y="13443"/>
                    <a:pt x="0" y="13470"/>
                    <a:pt x="0" y="13498"/>
                  </a:cubicBezTo>
                  <a:lnTo>
                    <a:pt x="0" y="13962"/>
                  </a:lnTo>
                  <a:cubicBezTo>
                    <a:pt x="0" y="13999"/>
                    <a:pt x="28" y="14027"/>
                    <a:pt x="56" y="14027"/>
                  </a:cubicBezTo>
                  <a:cubicBezTo>
                    <a:pt x="93" y="14027"/>
                    <a:pt x="112" y="13999"/>
                    <a:pt x="112" y="13962"/>
                  </a:cubicBezTo>
                  <a:lnTo>
                    <a:pt x="112" y="13498"/>
                  </a:lnTo>
                  <a:cubicBezTo>
                    <a:pt x="112" y="13470"/>
                    <a:pt x="93" y="13443"/>
                    <a:pt x="56" y="13443"/>
                  </a:cubicBezTo>
                  <a:close/>
                  <a:moveTo>
                    <a:pt x="56" y="14370"/>
                  </a:moveTo>
                  <a:cubicBezTo>
                    <a:pt x="28" y="14370"/>
                    <a:pt x="0" y="14398"/>
                    <a:pt x="0" y="14426"/>
                  </a:cubicBezTo>
                  <a:lnTo>
                    <a:pt x="0" y="14890"/>
                  </a:lnTo>
                  <a:cubicBezTo>
                    <a:pt x="0" y="14927"/>
                    <a:pt x="28" y="14955"/>
                    <a:pt x="56" y="14955"/>
                  </a:cubicBezTo>
                  <a:cubicBezTo>
                    <a:pt x="93" y="14955"/>
                    <a:pt x="112" y="14927"/>
                    <a:pt x="112" y="14890"/>
                  </a:cubicBezTo>
                  <a:lnTo>
                    <a:pt x="112" y="14426"/>
                  </a:lnTo>
                  <a:cubicBezTo>
                    <a:pt x="112" y="14398"/>
                    <a:pt x="93" y="14370"/>
                    <a:pt x="56" y="14370"/>
                  </a:cubicBezTo>
                  <a:close/>
                  <a:moveTo>
                    <a:pt x="56" y="15298"/>
                  </a:moveTo>
                  <a:cubicBezTo>
                    <a:pt x="28" y="15298"/>
                    <a:pt x="0" y="15326"/>
                    <a:pt x="0" y="15354"/>
                  </a:cubicBezTo>
                  <a:lnTo>
                    <a:pt x="0" y="15678"/>
                  </a:lnTo>
                  <a:cubicBezTo>
                    <a:pt x="0" y="15706"/>
                    <a:pt x="28" y="15734"/>
                    <a:pt x="56" y="15734"/>
                  </a:cubicBezTo>
                  <a:cubicBezTo>
                    <a:pt x="93" y="15734"/>
                    <a:pt x="112" y="15706"/>
                    <a:pt x="112" y="15678"/>
                  </a:cubicBezTo>
                  <a:lnTo>
                    <a:pt x="112" y="15354"/>
                  </a:lnTo>
                  <a:cubicBezTo>
                    <a:pt x="112" y="15326"/>
                    <a:pt x="93" y="15298"/>
                    <a:pt x="56" y="152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4" name="Google Shape;2128;p43"/>
            <p:cNvSpPr/>
            <p:nvPr/>
          </p:nvSpPr>
          <p:spPr>
            <a:xfrm>
              <a:off x="699850" y="2962250"/>
              <a:ext cx="191375" cy="190375"/>
            </a:xfrm>
            <a:custGeom>
              <a:avLst/>
              <a:gdLst/>
              <a:ahLst/>
              <a:cxnLst/>
              <a:rect l="l" t="t" r="r" b="b"/>
              <a:pathLst>
                <a:path w="7655" h="7615" extrusionOk="0">
                  <a:moveTo>
                    <a:pt x="3823" y="2123"/>
                  </a:moveTo>
                  <a:cubicBezTo>
                    <a:pt x="4148" y="2123"/>
                    <a:pt x="4472" y="2216"/>
                    <a:pt x="4751" y="2401"/>
                  </a:cubicBezTo>
                  <a:cubicBezTo>
                    <a:pt x="5159" y="2670"/>
                    <a:pt x="5428" y="3106"/>
                    <a:pt x="5493" y="3598"/>
                  </a:cubicBezTo>
                  <a:cubicBezTo>
                    <a:pt x="5585" y="4414"/>
                    <a:pt x="5075" y="5184"/>
                    <a:pt x="4287" y="5407"/>
                  </a:cubicBezTo>
                  <a:cubicBezTo>
                    <a:pt x="4131" y="5452"/>
                    <a:pt x="3973" y="5475"/>
                    <a:pt x="3816" y="5475"/>
                  </a:cubicBezTo>
                  <a:cubicBezTo>
                    <a:pt x="3494" y="5475"/>
                    <a:pt x="3176" y="5380"/>
                    <a:pt x="2895" y="5193"/>
                  </a:cubicBezTo>
                  <a:cubicBezTo>
                    <a:pt x="2487" y="4924"/>
                    <a:pt x="2218" y="4488"/>
                    <a:pt x="2162" y="3997"/>
                  </a:cubicBezTo>
                  <a:cubicBezTo>
                    <a:pt x="2060" y="3190"/>
                    <a:pt x="2580" y="2410"/>
                    <a:pt x="3359" y="2188"/>
                  </a:cubicBezTo>
                  <a:cubicBezTo>
                    <a:pt x="3517" y="2151"/>
                    <a:pt x="3665" y="2123"/>
                    <a:pt x="3823" y="2123"/>
                  </a:cubicBezTo>
                  <a:close/>
                  <a:moveTo>
                    <a:pt x="3825" y="2005"/>
                  </a:moveTo>
                  <a:cubicBezTo>
                    <a:pt x="3657" y="2005"/>
                    <a:pt x="3487" y="2028"/>
                    <a:pt x="3322" y="2076"/>
                  </a:cubicBezTo>
                  <a:cubicBezTo>
                    <a:pt x="2487" y="2318"/>
                    <a:pt x="1940" y="3152"/>
                    <a:pt x="2042" y="4015"/>
                  </a:cubicBezTo>
                  <a:cubicBezTo>
                    <a:pt x="2107" y="4535"/>
                    <a:pt x="2394" y="4999"/>
                    <a:pt x="2830" y="5295"/>
                  </a:cubicBezTo>
                  <a:cubicBezTo>
                    <a:pt x="3127" y="5490"/>
                    <a:pt x="3470" y="5592"/>
                    <a:pt x="3823" y="5592"/>
                  </a:cubicBezTo>
                  <a:cubicBezTo>
                    <a:pt x="3990" y="5592"/>
                    <a:pt x="4157" y="5564"/>
                    <a:pt x="4324" y="5518"/>
                  </a:cubicBezTo>
                  <a:cubicBezTo>
                    <a:pt x="5159" y="5277"/>
                    <a:pt x="5706" y="4451"/>
                    <a:pt x="5604" y="3588"/>
                  </a:cubicBezTo>
                  <a:cubicBezTo>
                    <a:pt x="5539" y="3060"/>
                    <a:pt x="5252" y="2596"/>
                    <a:pt x="4816" y="2308"/>
                  </a:cubicBezTo>
                  <a:cubicBezTo>
                    <a:pt x="4521" y="2108"/>
                    <a:pt x="4175" y="2005"/>
                    <a:pt x="3825" y="2005"/>
                  </a:cubicBezTo>
                  <a:close/>
                  <a:moveTo>
                    <a:pt x="3206" y="117"/>
                  </a:moveTo>
                  <a:cubicBezTo>
                    <a:pt x="3246" y="117"/>
                    <a:pt x="3288" y="137"/>
                    <a:pt x="3303" y="184"/>
                  </a:cubicBezTo>
                  <a:lnTo>
                    <a:pt x="3498" y="805"/>
                  </a:lnTo>
                  <a:cubicBezTo>
                    <a:pt x="3526" y="898"/>
                    <a:pt x="3610" y="954"/>
                    <a:pt x="3702" y="954"/>
                  </a:cubicBezTo>
                  <a:cubicBezTo>
                    <a:pt x="3742" y="952"/>
                    <a:pt x="3783" y="952"/>
                    <a:pt x="3823" y="952"/>
                  </a:cubicBezTo>
                  <a:cubicBezTo>
                    <a:pt x="4024" y="952"/>
                    <a:pt x="4225" y="971"/>
                    <a:pt x="4426" y="1010"/>
                  </a:cubicBezTo>
                  <a:cubicBezTo>
                    <a:pt x="4444" y="1015"/>
                    <a:pt x="4462" y="1018"/>
                    <a:pt x="4480" y="1018"/>
                  </a:cubicBezTo>
                  <a:cubicBezTo>
                    <a:pt x="4553" y="1018"/>
                    <a:pt x="4619" y="975"/>
                    <a:pt x="4649" y="908"/>
                  </a:cubicBezTo>
                  <a:lnTo>
                    <a:pt x="4955" y="323"/>
                  </a:lnTo>
                  <a:cubicBezTo>
                    <a:pt x="4964" y="305"/>
                    <a:pt x="4982" y="286"/>
                    <a:pt x="5010" y="277"/>
                  </a:cubicBezTo>
                  <a:cubicBezTo>
                    <a:pt x="5016" y="274"/>
                    <a:pt x="5022" y="273"/>
                    <a:pt x="5029" y="273"/>
                  </a:cubicBezTo>
                  <a:cubicBezTo>
                    <a:pt x="5044" y="273"/>
                    <a:pt x="5062" y="279"/>
                    <a:pt x="5075" y="286"/>
                  </a:cubicBezTo>
                  <a:lnTo>
                    <a:pt x="5984" y="750"/>
                  </a:lnTo>
                  <a:cubicBezTo>
                    <a:pt x="6003" y="768"/>
                    <a:pt x="6021" y="787"/>
                    <a:pt x="6021" y="805"/>
                  </a:cubicBezTo>
                  <a:cubicBezTo>
                    <a:pt x="6031" y="833"/>
                    <a:pt x="6031" y="852"/>
                    <a:pt x="6021" y="880"/>
                  </a:cubicBezTo>
                  <a:lnTo>
                    <a:pt x="5715" y="1464"/>
                  </a:lnTo>
                  <a:cubicBezTo>
                    <a:pt x="5669" y="1548"/>
                    <a:pt x="5688" y="1650"/>
                    <a:pt x="5762" y="1705"/>
                  </a:cubicBezTo>
                  <a:cubicBezTo>
                    <a:pt x="5938" y="1872"/>
                    <a:pt x="6096" y="2058"/>
                    <a:pt x="6226" y="2262"/>
                  </a:cubicBezTo>
                  <a:cubicBezTo>
                    <a:pt x="6262" y="2319"/>
                    <a:pt x="6331" y="2355"/>
                    <a:pt x="6399" y="2355"/>
                  </a:cubicBezTo>
                  <a:cubicBezTo>
                    <a:pt x="6419" y="2355"/>
                    <a:pt x="6439" y="2352"/>
                    <a:pt x="6457" y="2345"/>
                  </a:cubicBezTo>
                  <a:lnTo>
                    <a:pt x="7088" y="2151"/>
                  </a:lnTo>
                  <a:cubicBezTo>
                    <a:pt x="7098" y="2147"/>
                    <a:pt x="7108" y="2145"/>
                    <a:pt x="7118" y="2145"/>
                  </a:cubicBezTo>
                  <a:cubicBezTo>
                    <a:pt x="7153" y="2145"/>
                    <a:pt x="7185" y="2170"/>
                    <a:pt x="7200" y="2206"/>
                  </a:cubicBezTo>
                  <a:lnTo>
                    <a:pt x="7506" y="3180"/>
                  </a:lnTo>
                  <a:cubicBezTo>
                    <a:pt x="7524" y="3227"/>
                    <a:pt x="7496" y="3282"/>
                    <a:pt x="7450" y="3292"/>
                  </a:cubicBezTo>
                  <a:lnTo>
                    <a:pt x="6819" y="3486"/>
                  </a:lnTo>
                  <a:cubicBezTo>
                    <a:pt x="6736" y="3514"/>
                    <a:pt x="6671" y="3598"/>
                    <a:pt x="6680" y="3691"/>
                  </a:cubicBezTo>
                  <a:cubicBezTo>
                    <a:pt x="6689" y="3941"/>
                    <a:pt x="6662" y="4182"/>
                    <a:pt x="6615" y="4414"/>
                  </a:cubicBezTo>
                  <a:cubicBezTo>
                    <a:pt x="6597" y="4507"/>
                    <a:pt x="6643" y="4600"/>
                    <a:pt x="6717" y="4646"/>
                  </a:cubicBezTo>
                  <a:lnTo>
                    <a:pt x="7302" y="4943"/>
                  </a:lnTo>
                  <a:cubicBezTo>
                    <a:pt x="7348" y="4971"/>
                    <a:pt x="7367" y="5026"/>
                    <a:pt x="7348" y="5073"/>
                  </a:cubicBezTo>
                  <a:lnTo>
                    <a:pt x="6875" y="5973"/>
                  </a:lnTo>
                  <a:cubicBezTo>
                    <a:pt x="6866" y="5991"/>
                    <a:pt x="6847" y="6010"/>
                    <a:pt x="6819" y="6019"/>
                  </a:cubicBezTo>
                  <a:cubicBezTo>
                    <a:pt x="6814" y="6022"/>
                    <a:pt x="6808" y="6023"/>
                    <a:pt x="6801" y="6023"/>
                  </a:cubicBezTo>
                  <a:cubicBezTo>
                    <a:pt x="6785" y="6023"/>
                    <a:pt x="6767" y="6016"/>
                    <a:pt x="6754" y="6010"/>
                  </a:cubicBezTo>
                  <a:lnTo>
                    <a:pt x="6170" y="5713"/>
                  </a:lnTo>
                  <a:cubicBezTo>
                    <a:pt x="6138" y="5695"/>
                    <a:pt x="6104" y="5687"/>
                    <a:pt x="6070" y="5687"/>
                  </a:cubicBezTo>
                  <a:cubicBezTo>
                    <a:pt x="6015" y="5687"/>
                    <a:pt x="5960" y="5710"/>
                    <a:pt x="5919" y="5750"/>
                  </a:cubicBezTo>
                  <a:cubicBezTo>
                    <a:pt x="5752" y="5926"/>
                    <a:pt x="5567" y="6084"/>
                    <a:pt x="5363" y="6214"/>
                  </a:cubicBezTo>
                  <a:cubicBezTo>
                    <a:pt x="5289" y="6269"/>
                    <a:pt x="5252" y="6362"/>
                    <a:pt x="5279" y="6455"/>
                  </a:cubicBezTo>
                  <a:lnTo>
                    <a:pt x="5483" y="7076"/>
                  </a:lnTo>
                  <a:cubicBezTo>
                    <a:pt x="5493" y="7123"/>
                    <a:pt x="5465" y="7179"/>
                    <a:pt x="5418" y="7197"/>
                  </a:cubicBezTo>
                  <a:lnTo>
                    <a:pt x="4454" y="7494"/>
                  </a:lnTo>
                  <a:cubicBezTo>
                    <a:pt x="4442" y="7498"/>
                    <a:pt x="4430" y="7500"/>
                    <a:pt x="4419" y="7500"/>
                  </a:cubicBezTo>
                  <a:cubicBezTo>
                    <a:pt x="4379" y="7500"/>
                    <a:pt x="4348" y="7475"/>
                    <a:pt x="4333" y="7438"/>
                  </a:cubicBezTo>
                  <a:lnTo>
                    <a:pt x="4138" y="6817"/>
                  </a:lnTo>
                  <a:cubicBezTo>
                    <a:pt x="4110" y="6724"/>
                    <a:pt x="4027" y="6668"/>
                    <a:pt x="3943" y="6668"/>
                  </a:cubicBezTo>
                  <a:lnTo>
                    <a:pt x="3934" y="6668"/>
                  </a:lnTo>
                  <a:cubicBezTo>
                    <a:pt x="3895" y="6670"/>
                    <a:pt x="3856" y="6671"/>
                    <a:pt x="3817" y="6671"/>
                  </a:cubicBezTo>
                  <a:cubicBezTo>
                    <a:pt x="3615" y="6671"/>
                    <a:pt x="3413" y="6650"/>
                    <a:pt x="3211" y="6603"/>
                  </a:cubicBezTo>
                  <a:cubicBezTo>
                    <a:pt x="3197" y="6601"/>
                    <a:pt x="3183" y="6599"/>
                    <a:pt x="3170" y="6599"/>
                  </a:cubicBezTo>
                  <a:cubicBezTo>
                    <a:pt x="3092" y="6599"/>
                    <a:pt x="3020" y="6644"/>
                    <a:pt x="2988" y="6715"/>
                  </a:cubicBezTo>
                  <a:lnTo>
                    <a:pt x="2682" y="7299"/>
                  </a:lnTo>
                  <a:cubicBezTo>
                    <a:pt x="2673" y="7318"/>
                    <a:pt x="2645" y="7336"/>
                    <a:pt x="2626" y="7336"/>
                  </a:cubicBezTo>
                  <a:cubicBezTo>
                    <a:pt x="2612" y="7341"/>
                    <a:pt x="2601" y="7343"/>
                    <a:pt x="2589" y="7343"/>
                  </a:cubicBezTo>
                  <a:cubicBezTo>
                    <a:pt x="2578" y="7343"/>
                    <a:pt x="2566" y="7341"/>
                    <a:pt x="2552" y="7336"/>
                  </a:cubicBezTo>
                  <a:lnTo>
                    <a:pt x="1652" y="6863"/>
                  </a:lnTo>
                  <a:cubicBezTo>
                    <a:pt x="1606" y="6845"/>
                    <a:pt x="1587" y="6789"/>
                    <a:pt x="1615" y="6743"/>
                  </a:cubicBezTo>
                  <a:lnTo>
                    <a:pt x="1921" y="6158"/>
                  </a:lnTo>
                  <a:cubicBezTo>
                    <a:pt x="1958" y="6075"/>
                    <a:pt x="1940" y="5973"/>
                    <a:pt x="1875" y="5908"/>
                  </a:cubicBezTo>
                  <a:cubicBezTo>
                    <a:pt x="1699" y="5750"/>
                    <a:pt x="1541" y="5555"/>
                    <a:pt x="1411" y="5360"/>
                  </a:cubicBezTo>
                  <a:cubicBezTo>
                    <a:pt x="1376" y="5298"/>
                    <a:pt x="1310" y="5266"/>
                    <a:pt x="1240" y="5266"/>
                  </a:cubicBezTo>
                  <a:cubicBezTo>
                    <a:pt x="1217" y="5266"/>
                    <a:pt x="1193" y="5270"/>
                    <a:pt x="1170" y="5277"/>
                  </a:cubicBezTo>
                  <a:lnTo>
                    <a:pt x="548" y="5472"/>
                  </a:lnTo>
                  <a:cubicBezTo>
                    <a:pt x="541" y="5473"/>
                    <a:pt x="533" y="5474"/>
                    <a:pt x="525" y="5474"/>
                  </a:cubicBezTo>
                  <a:cubicBezTo>
                    <a:pt x="485" y="5474"/>
                    <a:pt x="445" y="5453"/>
                    <a:pt x="437" y="5407"/>
                  </a:cubicBezTo>
                  <a:lnTo>
                    <a:pt x="131" y="4442"/>
                  </a:lnTo>
                  <a:cubicBezTo>
                    <a:pt x="121" y="4414"/>
                    <a:pt x="121" y="4396"/>
                    <a:pt x="131" y="4368"/>
                  </a:cubicBezTo>
                  <a:cubicBezTo>
                    <a:pt x="149" y="4349"/>
                    <a:pt x="168" y="4331"/>
                    <a:pt x="186" y="4321"/>
                  </a:cubicBezTo>
                  <a:lnTo>
                    <a:pt x="817" y="4127"/>
                  </a:lnTo>
                  <a:cubicBezTo>
                    <a:pt x="901" y="4099"/>
                    <a:pt x="966" y="4015"/>
                    <a:pt x="956" y="3922"/>
                  </a:cubicBezTo>
                  <a:cubicBezTo>
                    <a:pt x="947" y="3681"/>
                    <a:pt x="966" y="3440"/>
                    <a:pt x="1021" y="3199"/>
                  </a:cubicBezTo>
                  <a:cubicBezTo>
                    <a:pt x="1040" y="3115"/>
                    <a:pt x="994" y="3023"/>
                    <a:pt x="910" y="2976"/>
                  </a:cubicBezTo>
                  <a:lnTo>
                    <a:pt x="326" y="2670"/>
                  </a:lnTo>
                  <a:cubicBezTo>
                    <a:pt x="288" y="2652"/>
                    <a:pt x="270" y="2596"/>
                    <a:pt x="288" y="2549"/>
                  </a:cubicBezTo>
                  <a:lnTo>
                    <a:pt x="762" y="1650"/>
                  </a:lnTo>
                  <a:cubicBezTo>
                    <a:pt x="775" y="1615"/>
                    <a:pt x="810" y="1596"/>
                    <a:pt x="845" y="1596"/>
                  </a:cubicBezTo>
                  <a:cubicBezTo>
                    <a:pt x="858" y="1596"/>
                    <a:pt x="870" y="1598"/>
                    <a:pt x="882" y="1603"/>
                  </a:cubicBezTo>
                  <a:lnTo>
                    <a:pt x="1467" y="1909"/>
                  </a:lnTo>
                  <a:cubicBezTo>
                    <a:pt x="1498" y="1927"/>
                    <a:pt x="1532" y="1935"/>
                    <a:pt x="1566" y="1935"/>
                  </a:cubicBezTo>
                  <a:cubicBezTo>
                    <a:pt x="1622" y="1935"/>
                    <a:pt x="1677" y="1913"/>
                    <a:pt x="1717" y="1872"/>
                  </a:cubicBezTo>
                  <a:cubicBezTo>
                    <a:pt x="1875" y="1696"/>
                    <a:pt x="2070" y="1538"/>
                    <a:pt x="2264" y="1399"/>
                  </a:cubicBezTo>
                  <a:cubicBezTo>
                    <a:pt x="2348" y="1353"/>
                    <a:pt x="2385" y="1260"/>
                    <a:pt x="2348" y="1167"/>
                  </a:cubicBezTo>
                  <a:lnTo>
                    <a:pt x="2153" y="546"/>
                  </a:lnTo>
                  <a:cubicBezTo>
                    <a:pt x="2144" y="518"/>
                    <a:pt x="2153" y="490"/>
                    <a:pt x="2162" y="472"/>
                  </a:cubicBezTo>
                  <a:cubicBezTo>
                    <a:pt x="2172" y="453"/>
                    <a:pt x="2190" y="434"/>
                    <a:pt x="2218" y="425"/>
                  </a:cubicBezTo>
                  <a:lnTo>
                    <a:pt x="3183" y="119"/>
                  </a:lnTo>
                  <a:cubicBezTo>
                    <a:pt x="3190" y="117"/>
                    <a:pt x="3198" y="117"/>
                    <a:pt x="3206" y="117"/>
                  </a:cubicBezTo>
                  <a:close/>
                  <a:moveTo>
                    <a:pt x="3203" y="1"/>
                  </a:moveTo>
                  <a:cubicBezTo>
                    <a:pt x="3184" y="1"/>
                    <a:pt x="3165" y="3"/>
                    <a:pt x="3146" y="8"/>
                  </a:cubicBezTo>
                  <a:lnTo>
                    <a:pt x="2181" y="314"/>
                  </a:lnTo>
                  <a:cubicBezTo>
                    <a:pt x="2070" y="351"/>
                    <a:pt x="2005" y="472"/>
                    <a:pt x="2042" y="574"/>
                  </a:cubicBezTo>
                  <a:lnTo>
                    <a:pt x="2237" y="1204"/>
                  </a:lnTo>
                  <a:cubicBezTo>
                    <a:pt x="2255" y="1241"/>
                    <a:pt x="2237" y="1288"/>
                    <a:pt x="2209" y="1306"/>
                  </a:cubicBezTo>
                  <a:cubicBezTo>
                    <a:pt x="1995" y="1446"/>
                    <a:pt x="1801" y="1603"/>
                    <a:pt x="1624" y="1789"/>
                  </a:cubicBezTo>
                  <a:cubicBezTo>
                    <a:pt x="1612" y="1807"/>
                    <a:pt x="1589" y="1817"/>
                    <a:pt x="1564" y="1817"/>
                  </a:cubicBezTo>
                  <a:cubicBezTo>
                    <a:pt x="1550" y="1817"/>
                    <a:pt x="1535" y="1814"/>
                    <a:pt x="1522" y="1807"/>
                  </a:cubicBezTo>
                  <a:lnTo>
                    <a:pt x="938" y="1511"/>
                  </a:lnTo>
                  <a:cubicBezTo>
                    <a:pt x="906" y="1493"/>
                    <a:pt x="871" y="1485"/>
                    <a:pt x="837" y="1485"/>
                  </a:cubicBezTo>
                  <a:cubicBezTo>
                    <a:pt x="762" y="1485"/>
                    <a:pt x="691" y="1524"/>
                    <a:pt x="660" y="1594"/>
                  </a:cubicBezTo>
                  <a:lnTo>
                    <a:pt x="186" y="2494"/>
                  </a:lnTo>
                  <a:cubicBezTo>
                    <a:pt x="140" y="2596"/>
                    <a:pt x="177" y="2726"/>
                    <a:pt x="279" y="2781"/>
                  </a:cubicBezTo>
                  <a:lnTo>
                    <a:pt x="864" y="3078"/>
                  </a:lnTo>
                  <a:cubicBezTo>
                    <a:pt x="891" y="3097"/>
                    <a:pt x="919" y="3143"/>
                    <a:pt x="910" y="3180"/>
                  </a:cubicBezTo>
                  <a:cubicBezTo>
                    <a:pt x="854" y="3421"/>
                    <a:pt x="836" y="3681"/>
                    <a:pt x="845" y="3932"/>
                  </a:cubicBezTo>
                  <a:cubicBezTo>
                    <a:pt x="845" y="3969"/>
                    <a:pt x="817" y="4006"/>
                    <a:pt x="780" y="4015"/>
                  </a:cubicBezTo>
                  <a:lnTo>
                    <a:pt x="149" y="4219"/>
                  </a:lnTo>
                  <a:cubicBezTo>
                    <a:pt x="103" y="4229"/>
                    <a:pt x="57" y="4266"/>
                    <a:pt x="29" y="4321"/>
                  </a:cubicBezTo>
                  <a:cubicBezTo>
                    <a:pt x="1" y="4368"/>
                    <a:pt x="1" y="4423"/>
                    <a:pt x="19" y="4479"/>
                  </a:cubicBezTo>
                  <a:lnTo>
                    <a:pt x="326" y="5444"/>
                  </a:lnTo>
                  <a:cubicBezTo>
                    <a:pt x="348" y="5534"/>
                    <a:pt x="431" y="5593"/>
                    <a:pt x="521" y="5593"/>
                  </a:cubicBezTo>
                  <a:cubicBezTo>
                    <a:pt x="542" y="5593"/>
                    <a:pt x="564" y="5590"/>
                    <a:pt x="585" y="5583"/>
                  </a:cubicBezTo>
                  <a:lnTo>
                    <a:pt x="1207" y="5388"/>
                  </a:lnTo>
                  <a:cubicBezTo>
                    <a:pt x="1220" y="5383"/>
                    <a:pt x="1232" y="5381"/>
                    <a:pt x="1244" y="5381"/>
                  </a:cubicBezTo>
                  <a:cubicBezTo>
                    <a:pt x="1273" y="5381"/>
                    <a:pt x="1298" y="5396"/>
                    <a:pt x="1318" y="5416"/>
                  </a:cubicBezTo>
                  <a:cubicBezTo>
                    <a:pt x="1448" y="5629"/>
                    <a:pt x="1615" y="5824"/>
                    <a:pt x="1801" y="6000"/>
                  </a:cubicBezTo>
                  <a:cubicBezTo>
                    <a:pt x="1828" y="6028"/>
                    <a:pt x="1838" y="6065"/>
                    <a:pt x="1819" y="6102"/>
                  </a:cubicBezTo>
                  <a:lnTo>
                    <a:pt x="1513" y="6687"/>
                  </a:lnTo>
                  <a:cubicBezTo>
                    <a:pt x="1457" y="6789"/>
                    <a:pt x="1504" y="6919"/>
                    <a:pt x="1606" y="6965"/>
                  </a:cubicBezTo>
                  <a:lnTo>
                    <a:pt x="2506" y="7438"/>
                  </a:lnTo>
                  <a:cubicBezTo>
                    <a:pt x="2531" y="7454"/>
                    <a:pt x="2559" y="7460"/>
                    <a:pt x="2589" y="7460"/>
                  </a:cubicBezTo>
                  <a:cubicBezTo>
                    <a:pt x="2613" y="7460"/>
                    <a:pt x="2638" y="7456"/>
                    <a:pt x="2663" y="7448"/>
                  </a:cubicBezTo>
                  <a:cubicBezTo>
                    <a:pt x="2719" y="7438"/>
                    <a:pt x="2756" y="7401"/>
                    <a:pt x="2784" y="7346"/>
                  </a:cubicBezTo>
                  <a:lnTo>
                    <a:pt x="3090" y="6770"/>
                  </a:lnTo>
                  <a:cubicBezTo>
                    <a:pt x="3106" y="6738"/>
                    <a:pt x="3136" y="6713"/>
                    <a:pt x="3174" y="6713"/>
                  </a:cubicBezTo>
                  <a:cubicBezTo>
                    <a:pt x="3180" y="6713"/>
                    <a:pt x="3186" y="6713"/>
                    <a:pt x="3192" y="6715"/>
                  </a:cubicBezTo>
                  <a:cubicBezTo>
                    <a:pt x="3394" y="6761"/>
                    <a:pt x="3603" y="6782"/>
                    <a:pt x="3812" y="6782"/>
                  </a:cubicBezTo>
                  <a:cubicBezTo>
                    <a:pt x="3853" y="6782"/>
                    <a:pt x="3894" y="6781"/>
                    <a:pt x="3934" y="6780"/>
                  </a:cubicBezTo>
                  <a:cubicBezTo>
                    <a:pt x="3981" y="6780"/>
                    <a:pt x="4018" y="6807"/>
                    <a:pt x="4027" y="6845"/>
                  </a:cubicBezTo>
                  <a:lnTo>
                    <a:pt x="4222" y="7475"/>
                  </a:lnTo>
                  <a:cubicBezTo>
                    <a:pt x="4250" y="7559"/>
                    <a:pt x="4333" y="7615"/>
                    <a:pt x="4426" y="7615"/>
                  </a:cubicBezTo>
                  <a:lnTo>
                    <a:pt x="4482" y="7615"/>
                  </a:lnTo>
                  <a:lnTo>
                    <a:pt x="5456" y="7308"/>
                  </a:lnTo>
                  <a:cubicBezTo>
                    <a:pt x="5567" y="7271"/>
                    <a:pt x="5623" y="7151"/>
                    <a:pt x="5585" y="7039"/>
                  </a:cubicBezTo>
                  <a:lnTo>
                    <a:pt x="5391" y="6418"/>
                  </a:lnTo>
                  <a:cubicBezTo>
                    <a:pt x="5381" y="6381"/>
                    <a:pt x="5391" y="6334"/>
                    <a:pt x="5428" y="6316"/>
                  </a:cubicBezTo>
                  <a:cubicBezTo>
                    <a:pt x="5641" y="6177"/>
                    <a:pt x="5836" y="6010"/>
                    <a:pt x="6003" y="5824"/>
                  </a:cubicBezTo>
                  <a:cubicBezTo>
                    <a:pt x="6019" y="5808"/>
                    <a:pt x="6042" y="5798"/>
                    <a:pt x="6065" y="5798"/>
                  </a:cubicBezTo>
                  <a:cubicBezTo>
                    <a:pt x="6082" y="5798"/>
                    <a:pt x="6099" y="5803"/>
                    <a:pt x="6114" y="5815"/>
                  </a:cubicBezTo>
                  <a:lnTo>
                    <a:pt x="6699" y="6112"/>
                  </a:lnTo>
                  <a:cubicBezTo>
                    <a:pt x="6728" y="6129"/>
                    <a:pt x="6761" y="6136"/>
                    <a:pt x="6796" y="6136"/>
                  </a:cubicBezTo>
                  <a:cubicBezTo>
                    <a:pt x="6816" y="6136"/>
                    <a:pt x="6836" y="6134"/>
                    <a:pt x="6856" y="6130"/>
                  </a:cubicBezTo>
                  <a:cubicBezTo>
                    <a:pt x="6903" y="6112"/>
                    <a:pt x="6949" y="6075"/>
                    <a:pt x="6977" y="6028"/>
                  </a:cubicBezTo>
                  <a:lnTo>
                    <a:pt x="7441" y="5128"/>
                  </a:lnTo>
                  <a:cubicBezTo>
                    <a:pt x="7496" y="5026"/>
                    <a:pt x="7459" y="4896"/>
                    <a:pt x="7357" y="4841"/>
                  </a:cubicBezTo>
                  <a:lnTo>
                    <a:pt x="6773" y="4544"/>
                  </a:lnTo>
                  <a:cubicBezTo>
                    <a:pt x="6736" y="4525"/>
                    <a:pt x="6717" y="4479"/>
                    <a:pt x="6727" y="4442"/>
                  </a:cubicBezTo>
                  <a:cubicBezTo>
                    <a:pt x="6782" y="4191"/>
                    <a:pt x="6801" y="3941"/>
                    <a:pt x="6791" y="3691"/>
                  </a:cubicBezTo>
                  <a:cubicBezTo>
                    <a:pt x="6791" y="3653"/>
                    <a:pt x="6819" y="3616"/>
                    <a:pt x="6856" y="3598"/>
                  </a:cubicBezTo>
                  <a:lnTo>
                    <a:pt x="7478" y="3403"/>
                  </a:lnTo>
                  <a:cubicBezTo>
                    <a:pt x="7589" y="3366"/>
                    <a:pt x="7654" y="3255"/>
                    <a:pt x="7617" y="3143"/>
                  </a:cubicBezTo>
                  <a:lnTo>
                    <a:pt x="7311" y="2178"/>
                  </a:lnTo>
                  <a:cubicBezTo>
                    <a:pt x="7281" y="2088"/>
                    <a:pt x="7202" y="2029"/>
                    <a:pt x="7115" y="2029"/>
                  </a:cubicBezTo>
                  <a:cubicBezTo>
                    <a:pt x="7094" y="2029"/>
                    <a:pt x="7073" y="2032"/>
                    <a:pt x="7051" y="2039"/>
                  </a:cubicBezTo>
                  <a:lnTo>
                    <a:pt x="6420" y="2234"/>
                  </a:lnTo>
                  <a:cubicBezTo>
                    <a:pt x="6410" y="2239"/>
                    <a:pt x="6400" y="2241"/>
                    <a:pt x="6389" y="2241"/>
                  </a:cubicBezTo>
                  <a:cubicBezTo>
                    <a:pt x="6360" y="2241"/>
                    <a:pt x="6332" y="2224"/>
                    <a:pt x="6318" y="2197"/>
                  </a:cubicBezTo>
                  <a:cubicBezTo>
                    <a:pt x="6179" y="1984"/>
                    <a:pt x="6021" y="1798"/>
                    <a:pt x="5836" y="1622"/>
                  </a:cubicBezTo>
                  <a:cubicBezTo>
                    <a:pt x="5808" y="1594"/>
                    <a:pt x="5799" y="1548"/>
                    <a:pt x="5817" y="1511"/>
                  </a:cubicBezTo>
                  <a:lnTo>
                    <a:pt x="6124" y="935"/>
                  </a:lnTo>
                  <a:cubicBezTo>
                    <a:pt x="6142" y="880"/>
                    <a:pt x="6151" y="824"/>
                    <a:pt x="6133" y="778"/>
                  </a:cubicBezTo>
                  <a:cubicBezTo>
                    <a:pt x="6114" y="722"/>
                    <a:pt x="6077" y="676"/>
                    <a:pt x="6031" y="648"/>
                  </a:cubicBezTo>
                  <a:lnTo>
                    <a:pt x="5131" y="184"/>
                  </a:lnTo>
                  <a:cubicBezTo>
                    <a:pt x="5096" y="166"/>
                    <a:pt x="5060" y="160"/>
                    <a:pt x="5027" y="160"/>
                  </a:cubicBezTo>
                  <a:cubicBezTo>
                    <a:pt x="5008" y="160"/>
                    <a:pt x="4990" y="162"/>
                    <a:pt x="4973" y="165"/>
                  </a:cubicBezTo>
                  <a:cubicBezTo>
                    <a:pt x="4918" y="184"/>
                    <a:pt x="4871" y="221"/>
                    <a:pt x="4853" y="267"/>
                  </a:cubicBezTo>
                  <a:lnTo>
                    <a:pt x="4546" y="852"/>
                  </a:lnTo>
                  <a:cubicBezTo>
                    <a:pt x="4531" y="883"/>
                    <a:pt x="4497" y="901"/>
                    <a:pt x="4464" y="901"/>
                  </a:cubicBezTo>
                  <a:cubicBezTo>
                    <a:pt x="4457" y="901"/>
                    <a:pt x="4451" y="900"/>
                    <a:pt x="4444" y="898"/>
                  </a:cubicBezTo>
                  <a:cubicBezTo>
                    <a:pt x="4234" y="858"/>
                    <a:pt x="4010" y="832"/>
                    <a:pt x="3790" y="832"/>
                  </a:cubicBezTo>
                  <a:cubicBezTo>
                    <a:pt x="3758" y="832"/>
                    <a:pt x="3725" y="832"/>
                    <a:pt x="3693" y="833"/>
                  </a:cubicBezTo>
                  <a:cubicBezTo>
                    <a:pt x="3689" y="834"/>
                    <a:pt x="3685" y="835"/>
                    <a:pt x="3681" y="835"/>
                  </a:cubicBezTo>
                  <a:cubicBezTo>
                    <a:pt x="3648" y="835"/>
                    <a:pt x="3618" y="802"/>
                    <a:pt x="3610" y="768"/>
                  </a:cubicBezTo>
                  <a:lnTo>
                    <a:pt x="3405" y="147"/>
                  </a:lnTo>
                  <a:cubicBezTo>
                    <a:pt x="3382" y="55"/>
                    <a:pt x="3296" y="1"/>
                    <a:pt x="3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5" name="Google Shape;2129;p43"/>
            <p:cNvSpPr/>
            <p:nvPr/>
          </p:nvSpPr>
          <p:spPr>
            <a:xfrm>
              <a:off x="831825" y="2596225"/>
              <a:ext cx="95800" cy="95400"/>
            </a:xfrm>
            <a:custGeom>
              <a:avLst/>
              <a:gdLst/>
              <a:ahLst/>
              <a:cxnLst/>
              <a:rect l="l" t="t" r="r" b="b"/>
              <a:pathLst>
                <a:path w="3832" h="3816" extrusionOk="0">
                  <a:moveTo>
                    <a:pt x="1927" y="1036"/>
                  </a:moveTo>
                  <a:cubicBezTo>
                    <a:pt x="1977" y="1036"/>
                    <a:pt x="2028" y="1040"/>
                    <a:pt x="2078" y="1049"/>
                  </a:cubicBezTo>
                  <a:cubicBezTo>
                    <a:pt x="2607" y="1151"/>
                    <a:pt x="2922" y="1698"/>
                    <a:pt x="2737" y="2199"/>
                  </a:cubicBezTo>
                  <a:cubicBezTo>
                    <a:pt x="2615" y="2550"/>
                    <a:pt x="2278" y="2779"/>
                    <a:pt x="1914" y="2779"/>
                  </a:cubicBezTo>
                  <a:cubicBezTo>
                    <a:pt x="1864" y="2779"/>
                    <a:pt x="1814" y="2774"/>
                    <a:pt x="1763" y="2765"/>
                  </a:cubicBezTo>
                  <a:cubicBezTo>
                    <a:pt x="1234" y="2663"/>
                    <a:pt x="919" y="2116"/>
                    <a:pt x="1104" y="1615"/>
                  </a:cubicBezTo>
                  <a:cubicBezTo>
                    <a:pt x="1227" y="1265"/>
                    <a:pt x="1564" y="1036"/>
                    <a:pt x="1927" y="1036"/>
                  </a:cubicBezTo>
                  <a:close/>
                  <a:moveTo>
                    <a:pt x="1967" y="1"/>
                  </a:moveTo>
                  <a:cubicBezTo>
                    <a:pt x="1921" y="1"/>
                    <a:pt x="1884" y="29"/>
                    <a:pt x="1874" y="66"/>
                  </a:cubicBezTo>
                  <a:lnTo>
                    <a:pt x="1828" y="390"/>
                  </a:lnTo>
                  <a:cubicBezTo>
                    <a:pt x="1819" y="428"/>
                    <a:pt x="1791" y="446"/>
                    <a:pt x="1763" y="455"/>
                  </a:cubicBezTo>
                  <a:cubicBezTo>
                    <a:pt x="1633" y="465"/>
                    <a:pt x="1512" y="493"/>
                    <a:pt x="1401" y="539"/>
                  </a:cubicBezTo>
                  <a:cubicBezTo>
                    <a:pt x="1392" y="541"/>
                    <a:pt x="1383" y="542"/>
                    <a:pt x="1374" y="542"/>
                  </a:cubicBezTo>
                  <a:cubicBezTo>
                    <a:pt x="1347" y="542"/>
                    <a:pt x="1322" y="532"/>
                    <a:pt x="1308" y="511"/>
                  </a:cubicBezTo>
                  <a:lnTo>
                    <a:pt x="1123" y="242"/>
                  </a:lnTo>
                  <a:cubicBezTo>
                    <a:pt x="1107" y="226"/>
                    <a:pt x="1084" y="216"/>
                    <a:pt x="1061" y="216"/>
                  </a:cubicBezTo>
                  <a:cubicBezTo>
                    <a:pt x="1044" y="216"/>
                    <a:pt x="1027" y="221"/>
                    <a:pt x="1011" y="233"/>
                  </a:cubicBezTo>
                  <a:lnTo>
                    <a:pt x="603" y="530"/>
                  </a:lnTo>
                  <a:cubicBezTo>
                    <a:pt x="566" y="548"/>
                    <a:pt x="557" y="604"/>
                    <a:pt x="585" y="632"/>
                  </a:cubicBezTo>
                  <a:lnTo>
                    <a:pt x="780" y="901"/>
                  </a:lnTo>
                  <a:cubicBezTo>
                    <a:pt x="798" y="929"/>
                    <a:pt x="798" y="966"/>
                    <a:pt x="770" y="993"/>
                  </a:cubicBezTo>
                  <a:cubicBezTo>
                    <a:pt x="696" y="1086"/>
                    <a:pt x="631" y="1188"/>
                    <a:pt x="575" y="1309"/>
                  </a:cubicBezTo>
                  <a:cubicBezTo>
                    <a:pt x="568" y="1332"/>
                    <a:pt x="541" y="1348"/>
                    <a:pt x="517" y="1348"/>
                  </a:cubicBezTo>
                  <a:cubicBezTo>
                    <a:pt x="511" y="1348"/>
                    <a:pt x="506" y="1348"/>
                    <a:pt x="501" y="1346"/>
                  </a:cubicBezTo>
                  <a:lnTo>
                    <a:pt x="177" y="1300"/>
                  </a:lnTo>
                  <a:cubicBezTo>
                    <a:pt x="170" y="1298"/>
                    <a:pt x="165" y="1298"/>
                    <a:pt x="159" y="1298"/>
                  </a:cubicBezTo>
                  <a:cubicBezTo>
                    <a:pt x="121" y="1298"/>
                    <a:pt x="92" y="1323"/>
                    <a:pt x="84" y="1355"/>
                  </a:cubicBezTo>
                  <a:lnTo>
                    <a:pt x="10" y="1865"/>
                  </a:lnTo>
                  <a:cubicBezTo>
                    <a:pt x="0" y="1903"/>
                    <a:pt x="28" y="1940"/>
                    <a:pt x="75" y="1949"/>
                  </a:cubicBezTo>
                  <a:lnTo>
                    <a:pt x="399" y="2005"/>
                  </a:lnTo>
                  <a:cubicBezTo>
                    <a:pt x="427" y="2005"/>
                    <a:pt x="455" y="2032"/>
                    <a:pt x="455" y="2070"/>
                  </a:cubicBezTo>
                  <a:cubicBezTo>
                    <a:pt x="473" y="2190"/>
                    <a:pt x="501" y="2311"/>
                    <a:pt x="548" y="2431"/>
                  </a:cubicBezTo>
                  <a:cubicBezTo>
                    <a:pt x="557" y="2459"/>
                    <a:pt x="548" y="2496"/>
                    <a:pt x="520" y="2515"/>
                  </a:cubicBezTo>
                  <a:lnTo>
                    <a:pt x="251" y="2710"/>
                  </a:lnTo>
                  <a:cubicBezTo>
                    <a:pt x="214" y="2728"/>
                    <a:pt x="204" y="2775"/>
                    <a:pt x="232" y="2812"/>
                  </a:cubicBezTo>
                  <a:lnTo>
                    <a:pt x="529" y="3229"/>
                  </a:lnTo>
                  <a:cubicBezTo>
                    <a:pt x="545" y="3245"/>
                    <a:pt x="568" y="3255"/>
                    <a:pt x="591" y="3255"/>
                  </a:cubicBezTo>
                  <a:cubicBezTo>
                    <a:pt x="608" y="3255"/>
                    <a:pt x="625" y="3250"/>
                    <a:pt x="640" y="3238"/>
                  </a:cubicBezTo>
                  <a:lnTo>
                    <a:pt x="900" y="3053"/>
                  </a:lnTo>
                  <a:cubicBezTo>
                    <a:pt x="914" y="3044"/>
                    <a:pt x="930" y="3039"/>
                    <a:pt x="947" y="3039"/>
                  </a:cubicBezTo>
                  <a:cubicBezTo>
                    <a:pt x="963" y="3039"/>
                    <a:pt x="979" y="3044"/>
                    <a:pt x="993" y="3053"/>
                  </a:cubicBezTo>
                  <a:cubicBezTo>
                    <a:pt x="1086" y="3127"/>
                    <a:pt x="1197" y="3192"/>
                    <a:pt x="1308" y="3248"/>
                  </a:cubicBezTo>
                  <a:cubicBezTo>
                    <a:pt x="1336" y="3257"/>
                    <a:pt x="1355" y="3294"/>
                    <a:pt x="1355" y="3322"/>
                  </a:cubicBezTo>
                  <a:lnTo>
                    <a:pt x="1299" y="3647"/>
                  </a:lnTo>
                  <a:cubicBezTo>
                    <a:pt x="1290" y="3693"/>
                    <a:pt x="1327" y="3730"/>
                    <a:pt x="1364" y="3739"/>
                  </a:cubicBezTo>
                  <a:lnTo>
                    <a:pt x="1865" y="3814"/>
                  </a:lnTo>
                  <a:cubicBezTo>
                    <a:pt x="1871" y="3815"/>
                    <a:pt x="1877" y="3815"/>
                    <a:pt x="1883" y="3815"/>
                  </a:cubicBezTo>
                  <a:cubicBezTo>
                    <a:pt x="1921" y="3815"/>
                    <a:pt x="1950" y="3790"/>
                    <a:pt x="1958" y="3758"/>
                  </a:cubicBezTo>
                  <a:lnTo>
                    <a:pt x="2004" y="3433"/>
                  </a:lnTo>
                  <a:cubicBezTo>
                    <a:pt x="2013" y="3396"/>
                    <a:pt x="2041" y="3368"/>
                    <a:pt x="2069" y="3368"/>
                  </a:cubicBezTo>
                  <a:cubicBezTo>
                    <a:pt x="2199" y="3350"/>
                    <a:pt x="2320" y="3322"/>
                    <a:pt x="2431" y="3276"/>
                  </a:cubicBezTo>
                  <a:cubicBezTo>
                    <a:pt x="2440" y="3273"/>
                    <a:pt x="2449" y="3272"/>
                    <a:pt x="2457" y="3272"/>
                  </a:cubicBezTo>
                  <a:cubicBezTo>
                    <a:pt x="2482" y="3272"/>
                    <a:pt x="2503" y="3282"/>
                    <a:pt x="2524" y="3303"/>
                  </a:cubicBezTo>
                  <a:lnTo>
                    <a:pt x="2709" y="3572"/>
                  </a:lnTo>
                  <a:cubicBezTo>
                    <a:pt x="2726" y="3595"/>
                    <a:pt x="2750" y="3607"/>
                    <a:pt x="2774" y="3607"/>
                  </a:cubicBezTo>
                  <a:cubicBezTo>
                    <a:pt x="2790" y="3607"/>
                    <a:pt x="2806" y="3602"/>
                    <a:pt x="2820" y="3591"/>
                  </a:cubicBezTo>
                  <a:lnTo>
                    <a:pt x="3229" y="3294"/>
                  </a:lnTo>
                  <a:cubicBezTo>
                    <a:pt x="3266" y="3266"/>
                    <a:pt x="3275" y="3220"/>
                    <a:pt x="3247" y="3183"/>
                  </a:cubicBezTo>
                  <a:lnTo>
                    <a:pt x="3052" y="2923"/>
                  </a:lnTo>
                  <a:cubicBezTo>
                    <a:pt x="3034" y="2895"/>
                    <a:pt x="3034" y="2858"/>
                    <a:pt x="3052" y="2830"/>
                  </a:cubicBezTo>
                  <a:cubicBezTo>
                    <a:pt x="3136" y="2737"/>
                    <a:pt x="3201" y="2626"/>
                    <a:pt x="3247" y="2515"/>
                  </a:cubicBezTo>
                  <a:cubicBezTo>
                    <a:pt x="3266" y="2487"/>
                    <a:pt x="3294" y="2468"/>
                    <a:pt x="3331" y="2468"/>
                  </a:cubicBezTo>
                  <a:lnTo>
                    <a:pt x="3655" y="2524"/>
                  </a:lnTo>
                  <a:cubicBezTo>
                    <a:pt x="3661" y="2525"/>
                    <a:pt x="3667" y="2526"/>
                    <a:pt x="3673" y="2526"/>
                  </a:cubicBezTo>
                  <a:cubicBezTo>
                    <a:pt x="3711" y="2526"/>
                    <a:pt x="3739" y="2500"/>
                    <a:pt x="3739" y="2459"/>
                  </a:cubicBezTo>
                  <a:lnTo>
                    <a:pt x="3822" y="1958"/>
                  </a:lnTo>
                  <a:cubicBezTo>
                    <a:pt x="3832" y="1921"/>
                    <a:pt x="3804" y="1875"/>
                    <a:pt x="3757" y="1875"/>
                  </a:cubicBezTo>
                  <a:lnTo>
                    <a:pt x="3433" y="1819"/>
                  </a:lnTo>
                  <a:cubicBezTo>
                    <a:pt x="3405" y="1810"/>
                    <a:pt x="3377" y="1791"/>
                    <a:pt x="3377" y="1754"/>
                  </a:cubicBezTo>
                  <a:cubicBezTo>
                    <a:pt x="3359" y="1634"/>
                    <a:pt x="3331" y="1513"/>
                    <a:pt x="3284" y="1392"/>
                  </a:cubicBezTo>
                  <a:cubicBezTo>
                    <a:pt x="3275" y="1365"/>
                    <a:pt x="3284" y="1327"/>
                    <a:pt x="3312" y="1309"/>
                  </a:cubicBezTo>
                  <a:lnTo>
                    <a:pt x="3581" y="1114"/>
                  </a:lnTo>
                  <a:cubicBezTo>
                    <a:pt x="3609" y="1086"/>
                    <a:pt x="3618" y="1040"/>
                    <a:pt x="3600" y="1012"/>
                  </a:cubicBezTo>
                  <a:lnTo>
                    <a:pt x="3294" y="595"/>
                  </a:lnTo>
                  <a:cubicBezTo>
                    <a:pt x="3282" y="577"/>
                    <a:pt x="3258" y="566"/>
                    <a:pt x="3233" y="566"/>
                  </a:cubicBezTo>
                  <a:cubicBezTo>
                    <a:pt x="3219" y="566"/>
                    <a:pt x="3205" y="569"/>
                    <a:pt x="3192" y="576"/>
                  </a:cubicBezTo>
                  <a:lnTo>
                    <a:pt x="2922" y="771"/>
                  </a:lnTo>
                  <a:cubicBezTo>
                    <a:pt x="2913" y="780"/>
                    <a:pt x="2897" y="785"/>
                    <a:pt x="2881" y="785"/>
                  </a:cubicBezTo>
                  <a:cubicBezTo>
                    <a:pt x="2865" y="785"/>
                    <a:pt x="2848" y="780"/>
                    <a:pt x="2839" y="771"/>
                  </a:cubicBezTo>
                  <a:cubicBezTo>
                    <a:pt x="2737" y="697"/>
                    <a:pt x="2635" y="632"/>
                    <a:pt x="2524" y="576"/>
                  </a:cubicBezTo>
                  <a:cubicBezTo>
                    <a:pt x="2486" y="557"/>
                    <a:pt x="2468" y="530"/>
                    <a:pt x="2477" y="493"/>
                  </a:cubicBezTo>
                  <a:lnTo>
                    <a:pt x="2533" y="168"/>
                  </a:lnTo>
                  <a:cubicBezTo>
                    <a:pt x="2533" y="131"/>
                    <a:pt x="2505" y="94"/>
                    <a:pt x="2468" y="84"/>
                  </a:cubicBezTo>
                  <a:lnTo>
                    <a:pt x="19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 name="Google Shape;2130;p43"/>
            <p:cNvSpPr/>
            <p:nvPr/>
          </p:nvSpPr>
          <p:spPr>
            <a:xfrm>
              <a:off x="830200" y="2594850"/>
              <a:ext cx="98825" cy="98350"/>
            </a:xfrm>
            <a:custGeom>
              <a:avLst/>
              <a:gdLst/>
              <a:ahLst/>
              <a:cxnLst/>
              <a:rect l="l" t="t" r="r" b="b"/>
              <a:pathLst>
                <a:path w="3953" h="3934" extrusionOk="0">
                  <a:moveTo>
                    <a:pt x="1986" y="1151"/>
                  </a:moveTo>
                  <a:cubicBezTo>
                    <a:pt x="2032" y="1151"/>
                    <a:pt x="2088" y="1160"/>
                    <a:pt x="2134" y="1160"/>
                  </a:cubicBezTo>
                  <a:cubicBezTo>
                    <a:pt x="2366" y="1206"/>
                    <a:pt x="2570" y="1355"/>
                    <a:pt x="2691" y="1559"/>
                  </a:cubicBezTo>
                  <a:cubicBezTo>
                    <a:pt x="2811" y="1763"/>
                    <a:pt x="2830" y="2013"/>
                    <a:pt x="2746" y="2236"/>
                  </a:cubicBezTo>
                  <a:cubicBezTo>
                    <a:pt x="2632" y="2564"/>
                    <a:pt x="2314" y="2776"/>
                    <a:pt x="1973" y="2776"/>
                  </a:cubicBezTo>
                  <a:cubicBezTo>
                    <a:pt x="1928" y="2776"/>
                    <a:pt x="1882" y="2772"/>
                    <a:pt x="1837" y="2765"/>
                  </a:cubicBezTo>
                  <a:cubicBezTo>
                    <a:pt x="1605" y="2718"/>
                    <a:pt x="1401" y="2570"/>
                    <a:pt x="1281" y="2366"/>
                  </a:cubicBezTo>
                  <a:cubicBezTo>
                    <a:pt x="1160" y="2162"/>
                    <a:pt x="1141" y="1911"/>
                    <a:pt x="1225" y="1689"/>
                  </a:cubicBezTo>
                  <a:cubicBezTo>
                    <a:pt x="1336" y="1364"/>
                    <a:pt x="1652" y="1151"/>
                    <a:pt x="1986" y="1151"/>
                  </a:cubicBezTo>
                  <a:close/>
                  <a:moveTo>
                    <a:pt x="1985" y="1033"/>
                  </a:moveTo>
                  <a:cubicBezTo>
                    <a:pt x="1600" y="1033"/>
                    <a:pt x="1243" y="1278"/>
                    <a:pt x="1114" y="1651"/>
                  </a:cubicBezTo>
                  <a:cubicBezTo>
                    <a:pt x="1021" y="1902"/>
                    <a:pt x="1049" y="2189"/>
                    <a:pt x="1179" y="2421"/>
                  </a:cubicBezTo>
                  <a:cubicBezTo>
                    <a:pt x="1318" y="2663"/>
                    <a:pt x="1550" y="2830"/>
                    <a:pt x="1819" y="2876"/>
                  </a:cubicBezTo>
                  <a:cubicBezTo>
                    <a:pt x="1874" y="2885"/>
                    <a:pt x="1930" y="2895"/>
                    <a:pt x="1986" y="2895"/>
                  </a:cubicBezTo>
                  <a:cubicBezTo>
                    <a:pt x="2366" y="2895"/>
                    <a:pt x="2728" y="2653"/>
                    <a:pt x="2858" y="2282"/>
                  </a:cubicBezTo>
                  <a:cubicBezTo>
                    <a:pt x="2950" y="2023"/>
                    <a:pt x="2923" y="1735"/>
                    <a:pt x="2793" y="1503"/>
                  </a:cubicBezTo>
                  <a:cubicBezTo>
                    <a:pt x="2654" y="1262"/>
                    <a:pt x="2422" y="1104"/>
                    <a:pt x="2153" y="1048"/>
                  </a:cubicBezTo>
                  <a:cubicBezTo>
                    <a:pt x="2097" y="1038"/>
                    <a:pt x="2041" y="1033"/>
                    <a:pt x="1985" y="1033"/>
                  </a:cubicBezTo>
                  <a:close/>
                  <a:moveTo>
                    <a:pt x="2013" y="112"/>
                  </a:moveTo>
                  <a:lnTo>
                    <a:pt x="2524" y="195"/>
                  </a:lnTo>
                  <a:cubicBezTo>
                    <a:pt x="2524" y="195"/>
                    <a:pt x="2533" y="204"/>
                    <a:pt x="2533" y="204"/>
                  </a:cubicBezTo>
                  <a:cubicBezTo>
                    <a:pt x="2533" y="204"/>
                    <a:pt x="2533" y="214"/>
                    <a:pt x="2533" y="214"/>
                  </a:cubicBezTo>
                  <a:lnTo>
                    <a:pt x="2487" y="538"/>
                  </a:lnTo>
                  <a:cubicBezTo>
                    <a:pt x="2477" y="603"/>
                    <a:pt x="2505" y="659"/>
                    <a:pt x="2561" y="687"/>
                  </a:cubicBezTo>
                  <a:cubicBezTo>
                    <a:pt x="2672" y="733"/>
                    <a:pt x="2774" y="798"/>
                    <a:pt x="2867" y="872"/>
                  </a:cubicBezTo>
                  <a:cubicBezTo>
                    <a:pt x="2890" y="891"/>
                    <a:pt x="2918" y="900"/>
                    <a:pt x="2946" y="900"/>
                  </a:cubicBezTo>
                  <a:cubicBezTo>
                    <a:pt x="2974" y="900"/>
                    <a:pt x="3001" y="891"/>
                    <a:pt x="3025" y="872"/>
                  </a:cubicBezTo>
                  <a:lnTo>
                    <a:pt x="3294" y="677"/>
                  </a:lnTo>
                  <a:cubicBezTo>
                    <a:pt x="3294" y="677"/>
                    <a:pt x="3312" y="677"/>
                    <a:pt x="3312" y="687"/>
                  </a:cubicBezTo>
                  <a:lnTo>
                    <a:pt x="3618" y="1095"/>
                  </a:lnTo>
                  <a:cubicBezTo>
                    <a:pt x="3618" y="1104"/>
                    <a:pt x="3618" y="1104"/>
                    <a:pt x="3618" y="1113"/>
                  </a:cubicBezTo>
                  <a:cubicBezTo>
                    <a:pt x="3618" y="1113"/>
                    <a:pt x="3618" y="1113"/>
                    <a:pt x="3609" y="1123"/>
                  </a:cubicBezTo>
                  <a:lnTo>
                    <a:pt x="3340" y="1317"/>
                  </a:lnTo>
                  <a:cubicBezTo>
                    <a:pt x="3294" y="1345"/>
                    <a:pt x="3275" y="1410"/>
                    <a:pt x="3294" y="1466"/>
                  </a:cubicBezTo>
                  <a:cubicBezTo>
                    <a:pt x="3340" y="1577"/>
                    <a:pt x="3368" y="1698"/>
                    <a:pt x="3377" y="1818"/>
                  </a:cubicBezTo>
                  <a:cubicBezTo>
                    <a:pt x="3386" y="1874"/>
                    <a:pt x="3433" y="1920"/>
                    <a:pt x="3488" y="1930"/>
                  </a:cubicBezTo>
                  <a:lnTo>
                    <a:pt x="3813" y="1985"/>
                  </a:lnTo>
                  <a:cubicBezTo>
                    <a:pt x="3822" y="1985"/>
                    <a:pt x="3832" y="1995"/>
                    <a:pt x="3832" y="2004"/>
                  </a:cubicBezTo>
                  <a:lnTo>
                    <a:pt x="3748" y="2505"/>
                  </a:lnTo>
                  <a:cubicBezTo>
                    <a:pt x="3748" y="2514"/>
                    <a:pt x="3739" y="2523"/>
                    <a:pt x="3730" y="2523"/>
                  </a:cubicBezTo>
                  <a:lnTo>
                    <a:pt x="3405" y="2468"/>
                  </a:lnTo>
                  <a:cubicBezTo>
                    <a:pt x="3398" y="2467"/>
                    <a:pt x="3391" y="2466"/>
                    <a:pt x="3383" y="2466"/>
                  </a:cubicBezTo>
                  <a:cubicBezTo>
                    <a:pt x="3334" y="2466"/>
                    <a:pt x="3282" y="2493"/>
                    <a:pt x="3266" y="2542"/>
                  </a:cubicBezTo>
                  <a:cubicBezTo>
                    <a:pt x="3210" y="2653"/>
                    <a:pt x="3154" y="2755"/>
                    <a:pt x="3080" y="2848"/>
                  </a:cubicBezTo>
                  <a:cubicBezTo>
                    <a:pt x="3043" y="2895"/>
                    <a:pt x="3034" y="2959"/>
                    <a:pt x="3071" y="3006"/>
                  </a:cubicBezTo>
                  <a:lnTo>
                    <a:pt x="3266" y="3275"/>
                  </a:lnTo>
                  <a:cubicBezTo>
                    <a:pt x="3275" y="3284"/>
                    <a:pt x="3266" y="3293"/>
                    <a:pt x="3266" y="3303"/>
                  </a:cubicBezTo>
                  <a:lnTo>
                    <a:pt x="2848" y="3600"/>
                  </a:lnTo>
                  <a:cubicBezTo>
                    <a:pt x="2845" y="3603"/>
                    <a:pt x="2842" y="3604"/>
                    <a:pt x="2839" y="3604"/>
                  </a:cubicBezTo>
                  <a:cubicBezTo>
                    <a:pt x="2833" y="3604"/>
                    <a:pt x="2827" y="3600"/>
                    <a:pt x="2821" y="3600"/>
                  </a:cubicBezTo>
                  <a:lnTo>
                    <a:pt x="2635" y="3331"/>
                  </a:lnTo>
                  <a:cubicBezTo>
                    <a:pt x="2607" y="3296"/>
                    <a:pt x="2565" y="3277"/>
                    <a:pt x="2522" y="3277"/>
                  </a:cubicBezTo>
                  <a:cubicBezTo>
                    <a:pt x="2507" y="3277"/>
                    <a:pt x="2492" y="3279"/>
                    <a:pt x="2477" y="3284"/>
                  </a:cubicBezTo>
                  <a:cubicBezTo>
                    <a:pt x="2366" y="3321"/>
                    <a:pt x="2245" y="3349"/>
                    <a:pt x="2134" y="3368"/>
                  </a:cubicBezTo>
                  <a:cubicBezTo>
                    <a:pt x="2069" y="3368"/>
                    <a:pt x="2023" y="3414"/>
                    <a:pt x="2013" y="3479"/>
                  </a:cubicBezTo>
                  <a:lnTo>
                    <a:pt x="1967" y="3804"/>
                  </a:lnTo>
                  <a:cubicBezTo>
                    <a:pt x="1958" y="3813"/>
                    <a:pt x="1949" y="3813"/>
                    <a:pt x="1939" y="3813"/>
                  </a:cubicBezTo>
                  <a:lnTo>
                    <a:pt x="1438" y="3739"/>
                  </a:lnTo>
                  <a:cubicBezTo>
                    <a:pt x="1429" y="3739"/>
                    <a:pt x="1420" y="3729"/>
                    <a:pt x="1429" y="3720"/>
                  </a:cubicBezTo>
                  <a:lnTo>
                    <a:pt x="1475" y="3395"/>
                  </a:lnTo>
                  <a:cubicBezTo>
                    <a:pt x="1485" y="3331"/>
                    <a:pt x="1457" y="3275"/>
                    <a:pt x="1401" y="3247"/>
                  </a:cubicBezTo>
                  <a:cubicBezTo>
                    <a:pt x="1290" y="3201"/>
                    <a:pt x="1188" y="3136"/>
                    <a:pt x="1095" y="3061"/>
                  </a:cubicBezTo>
                  <a:cubicBezTo>
                    <a:pt x="1076" y="3043"/>
                    <a:pt x="1049" y="3034"/>
                    <a:pt x="1012" y="3034"/>
                  </a:cubicBezTo>
                  <a:cubicBezTo>
                    <a:pt x="984" y="3034"/>
                    <a:pt x="956" y="3043"/>
                    <a:pt x="937" y="3061"/>
                  </a:cubicBezTo>
                  <a:lnTo>
                    <a:pt x="668" y="3247"/>
                  </a:lnTo>
                  <a:cubicBezTo>
                    <a:pt x="668" y="3256"/>
                    <a:pt x="659" y="3256"/>
                    <a:pt x="659" y="3256"/>
                  </a:cubicBezTo>
                  <a:cubicBezTo>
                    <a:pt x="659" y="3256"/>
                    <a:pt x="650" y="3256"/>
                    <a:pt x="650" y="3247"/>
                  </a:cubicBezTo>
                  <a:lnTo>
                    <a:pt x="344" y="2839"/>
                  </a:lnTo>
                  <a:cubicBezTo>
                    <a:pt x="344" y="2830"/>
                    <a:pt x="344" y="2830"/>
                    <a:pt x="344" y="2820"/>
                  </a:cubicBezTo>
                  <a:cubicBezTo>
                    <a:pt x="344" y="2820"/>
                    <a:pt x="344" y="2811"/>
                    <a:pt x="353" y="2811"/>
                  </a:cubicBezTo>
                  <a:lnTo>
                    <a:pt x="613" y="2616"/>
                  </a:lnTo>
                  <a:cubicBezTo>
                    <a:pt x="668" y="2579"/>
                    <a:pt x="687" y="2523"/>
                    <a:pt x="668" y="2468"/>
                  </a:cubicBezTo>
                  <a:cubicBezTo>
                    <a:pt x="622" y="2356"/>
                    <a:pt x="594" y="2236"/>
                    <a:pt x="585" y="2115"/>
                  </a:cubicBezTo>
                  <a:cubicBezTo>
                    <a:pt x="576" y="2060"/>
                    <a:pt x="529" y="2013"/>
                    <a:pt x="474" y="2004"/>
                  </a:cubicBezTo>
                  <a:lnTo>
                    <a:pt x="149" y="1948"/>
                  </a:lnTo>
                  <a:cubicBezTo>
                    <a:pt x="130" y="1948"/>
                    <a:pt x="130" y="1939"/>
                    <a:pt x="130" y="1930"/>
                  </a:cubicBezTo>
                  <a:lnTo>
                    <a:pt x="214" y="1429"/>
                  </a:lnTo>
                  <a:cubicBezTo>
                    <a:pt x="214" y="1420"/>
                    <a:pt x="223" y="1410"/>
                    <a:pt x="232" y="1410"/>
                  </a:cubicBezTo>
                  <a:lnTo>
                    <a:pt x="557" y="1466"/>
                  </a:lnTo>
                  <a:cubicBezTo>
                    <a:pt x="563" y="1467"/>
                    <a:pt x="569" y="1467"/>
                    <a:pt x="574" y="1467"/>
                  </a:cubicBezTo>
                  <a:cubicBezTo>
                    <a:pt x="624" y="1467"/>
                    <a:pt x="671" y="1433"/>
                    <a:pt x="696" y="1392"/>
                  </a:cubicBezTo>
                  <a:cubicBezTo>
                    <a:pt x="743" y="1280"/>
                    <a:pt x="807" y="1178"/>
                    <a:pt x="882" y="1086"/>
                  </a:cubicBezTo>
                  <a:cubicBezTo>
                    <a:pt x="919" y="1039"/>
                    <a:pt x="919" y="974"/>
                    <a:pt x="891" y="919"/>
                  </a:cubicBezTo>
                  <a:lnTo>
                    <a:pt x="696" y="659"/>
                  </a:lnTo>
                  <a:cubicBezTo>
                    <a:pt x="687" y="650"/>
                    <a:pt x="696" y="640"/>
                    <a:pt x="696" y="631"/>
                  </a:cubicBezTo>
                  <a:lnTo>
                    <a:pt x="1114" y="334"/>
                  </a:lnTo>
                  <a:cubicBezTo>
                    <a:pt x="1118" y="330"/>
                    <a:pt x="1123" y="327"/>
                    <a:pt x="1126" y="327"/>
                  </a:cubicBezTo>
                  <a:cubicBezTo>
                    <a:pt x="1130" y="327"/>
                    <a:pt x="1132" y="330"/>
                    <a:pt x="1132" y="334"/>
                  </a:cubicBezTo>
                  <a:lnTo>
                    <a:pt x="1327" y="603"/>
                  </a:lnTo>
                  <a:cubicBezTo>
                    <a:pt x="1354" y="638"/>
                    <a:pt x="1397" y="657"/>
                    <a:pt x="1440" y="657"/>
                  </a:cubicBezTo>
                  <a:cubicBezTo>
                    <a:pt x="1455" y="657"/>
                    <a:pt x="1470" y="654"/>
                    <a:pt x="1485" y="650"/>
                  </a:cubicBezTo>
                  <a:cubicBezTo>
                    <a:pt x="1596" y="603"/>
                    <a:pt x="1707" y="575"/>
                    <a:pt x="1828" y="566"/>
                  </a:cubicBezTo>
                  <a:cubicBezTo>
                    <a:pt x="1893" y="557"/>
                    <a:pt x="1939" y="510"/>
                    <a:pt x="1949" y="455"/>
                  </a:cubicBezTo>
                  <a:lnTo>
                    <a:pt x="1995" y="130"/>
                  </a:lnTo>
                  <a:cubicBezTo>
                    <a:pt x="1995" y="121"/>
                    <a:pt x="2013" y="112"/>
                    <a:pt x="2013" y="112"/>
                  </a:cubicBezTo>
                  <a:close/>
                  <a:moveTo>
                    <a:pt x="2032" y="0"/>
                  </a:moveTo>
                  <a:cubicBezTo>
                    <a:pt x="2004" y="0"/>
                    <a:pt x="1967" y="0"/>
                    <a:pt x="1939" y="28"/>
                  </a:cubicBezTo>
                  <a:cubicBezTo>
                    <a:pt x="1911" y="47"/>
                    <a:pt x="1893" y="74"/>
                    <a:pt x="1884" y="112"/>
                  </a:cubicBezTo>
                  <a:lnTo>
                    <a:pt x="1828" y="436"/>
                  </a:lnTo>
                  <a:cubicBezTo>
                    <a:pt x="1828" y="445"/>
                    <a:pt x="1828" y="455"/>
                    <a:pt x="1819" y="455"/>
                  </a:cubicBezTo>
                  <a:cubicBezTo>
                    <a:pt x="1689" y="464"/>
                    <a:pt x="1559" y="492"/>
                    <a:pt x="1438" y="538"/>
                  </a:cubicBezTo>
                  <a:cubicBezTo>
                    <a:pt x="1438" y="541"/>
                    <a:pt x="1437" y="542"/>
                    <a:pt x="1436" y="542"/>
                  </a:cubicBezTo>
                  <a:cubicBezTo>
                    <a:pt x="1432" y="542"/>
                    <a:pt x="1426" y="538"/>
                    <a:pt x="1420" y="538"/>
                  </a:cubicBezTo>
                  <a:lnTo>
                    <a:pt x="1234" y="269"/>
                  </a:lnTo>
                  <a:cubicBezTo>
                    <a:pt x="1207" y="231"/>
                    <a:pt x="1167" y="212"/>
                    <a:pt x="1126" y="212"/>
                  </a:cubicBezTo>
                  <a:cubicBezTo>
                    <a:pt x="1097" y="212"/>
                    <a:pt x="1066" y="222"/>
                    <a:pt x="1039" y="241"/>
                  </a:cubicBezTo>
                  <a:lnTo>
                    <a:pt x="631" y="538"/>
                  </a:lnTo>
                  <a:cubicBezTo>
                    <a:pt x="566" y="575"/>
                    <a:pt x="557" y="659"/>
                    <a:pt x="603" y="724"/>
                  </a:cubicBezTo>
                  <a:lnTo>
                    <a:pt x="789" y="993"/>
                  </a:lnTo>
                  <a:cubicBezTo>
                    <a:pt x="798" y="993"/>
                    <a:pt x="798" y="1002"/>
                    <a:pt x="789" y="1011"/>
                  </a:cubicBezTo>
                  <a:cubicBezTo>
                    <a:pt x="715" y="1113"/>
                    <a:pt x="640" y="1225"/>
                    <a:pt x="594" y="1336"/>
                  </a:cubicBezTo>
                  <a:cubicBezTo>
                    <a:pt x="585" y="1345"/>
                    <a:pt x="576" y="1345"/>
                    <a:pt x="576" y="1345"/>
                  </a:cubicBezTo>
                  <a:lnTo>
                    <a:pt x="251" y="1299"/>
                  </a:lnTo>
                  <a:cubicBezTo>
                    <a:pt x="241" y="1296"/>
                    <a:pt x="231" y="1295"/>
                    <a:pt x="221" y="1295"/>
                  </a:cubicBezTo>
                  <a:cubicBezTo>
                    <a:pt x="195" y="1295"/>
                    <a:pt x="169" y="1304"/>
                    <a:pt x="149" y="1317"/>
                  </a:cubicBezTo>
                  <a:cubicBezTo>
                    <a:pt x="121" y="1336"/>
                    <a:pt x="102" y="1373"/>
                    <a:pt x="93" y="1410"/>
                  </a:cubicBezTo>
                  <a:lnTo>
                    <a:pt x="19" y="1911"/>
                  </a:lnTo>
                  <a:cubicBezTo>
                    <a:pt x="0" y="1985"/>
                    <a:pt x="56" y="2050"/>
                    <a:pt x="130" y="2060"/>
                  </a:cubicBezTo>
                  <a:lnTo>
                    <a:pt x="455" y="2115"/>
                  </a:lnTo>
                  <a:cubicBezTo>
                    <a:pt x="455" y="2115"/>
                    <a:pt x="464" y="2125"/>
                    <a:pt x="464" y="2125"/>
                  </a:cubicBezTo>
                  <a:cubicBezTo>
                    <a:pt x="483" y="2254"/>
                    <a:pt x="511" y="2384"/>
                    <a:pt x="557" y="2505"/>
                  </a:cubicBezTo>
                  <a:cubicBezTo>
                    <a:pt x="557" y="2514"/>
                    <a:pt x="557" y="2514"/>
                    <a:pt x="548" y="2523"/>
                  </a:cubicBezTo>
                  <a:lnTo>
                    <a:pt x="279" y="2718"/>
                  </a:lnTo>
                  <a:cubicBezTo>
                    <a:pt x="251" y="2737"/>
                    <a:pt x="232" y="2765"/>
                    <a:pt x="223" y="2802"/>
                  </a:cubicBezTo>
                  <a:cubicBezTo>
                    <a:pt x="223" y="2839"/>
                    <a:pt x="232" y="2876"/>
                    <a:pt x="251" y="2904"/>
                  </a:cubicBezTo>
                  <a:lnTo>
                    <a:pt x="548" y="3312"/>
                  </a:lnTo>
                  <a:cubicBezTo>
                    <a:pt x="566" y="3349"/>
                    <a:pt x="603" y="3368"/>
                    <a:pt x="640" y="3368"/>
                  </a:cubicBezTo>
                  <a:cubicBezTo>
                    <a:pt x="648" y="3370"/>
                    <a:pt x="656" y="3371"/>
                    <a:pt x="665" y="3371"/>
                  </a:cubicBezTo>
                  <a:cubicBezTo>
                    <a:pt x="688" y="3371"/>
                    <a:pt x="713" y="3363"/>
                    <a:pt x="733" y="3349"/>
                  </a:cubicBezTo>
                  <a:lnTo>
                    <a:pt x="1002" y="3154"/>
                  </a:lnTo>
                  <a:cubicBezTo>
                    <a:pt x="1007" y="3150"/>
                    <a:pt x="1012" y="3147"/>
                    <a:pt x="1015" y="3147"/>
                  </a:cubicBezTo>
                  <a:cubicBezTo>
                    <a:pt x="1019" y="3147"/>
                    <a:pt x="1021" y="3150"/>
                    <a:pt x="1021" y="3154"/>
                  </a:cubicBezTo>
                  <a:cubicBezTo>
                    <a:pt x="1123" y="3238"/>
                    <a:pt x="1234" y="3303"/>
                    <a:pt x="1355" y="3358"/>
                  </a:cubicBezTo>
                  <a:cubicBezTo>
                    <a:pt x="1355" y="3358"/>
                    <a:pt x="1364" y="3368"/>
                    <a:pt x="1364" y="3377"/>
                  </a:cubicBezTo>
                  <a:lnTo>
                    <a:pt x="1308" y="3702"/>
                  </a:lnTo>
                  <a:cubicBezTo>
                    <a:pt x="1299" y="3776"/>
                    <a:pt x="1346" y="3841"/>
                    <a:pt x="1420" y="3850"/>
                  </a:cubicBezTo>
                  <a:lnTo>
                    <a:pt x="1921" y="3934"/>
                  </a:lnTo>
                  <a:lnTo>
                    <a:pt x="1949" y="3934"/>
                  </a:lnTo>
                  <a:cubicBezTo>
                    <a:pt x="1976" y="3934"/>
                    <a:pt x="2004" y="3924"/>
                    <a:pt x="2023" y="3906"/>
                  </a:cubicBezTo>
                  <a:cubicBezTo>
                    <a:pt x="2051" y="3887"/>
                    <a:pt x="2069" y="3859"/>
                    <a:pt x="2078" y="3822"/>
                  </a:cubicBezTo>
                  <a:lnTo>
                    <a:pt x="2125" y="3498"/>
                  </a:lnTo>
                  <a:cubicBezTo>
                    <a:pt x="2134" y="3488"/>
                    <a:pt x="2134" y="3479"/>
                    <a:pt x="2143" y="3479"/>
                  </a:cubicBezTo>
                  <a:cubicBezTo>
                    <a:pt x="2273" y="3470"/>
                    <a:pt x="2394" y="3442"/>
                    <a:pt x="2514" y="3395"/>
                  </a:cubicBezTo>
                  <a:cubicBezTo>
                    <a:pt x="2517" y="3392"/>
                    <a:pt x="2521" y="3391"/>
                    <a:pt x="2523" y="3391"/>
                  </a:cubicBezTo>
                  <a:cubicBezTo>
                    <a:pt x="2529" y="3391"/>
                    <a:pt x="2533" y="3395"/>
                    <a:pt x="2533" y="3395"/>
                  </a:cubicBezTo>
                  <a:lnTo>
                    <a:pt x="2728" y="3664"/>
                  </a:lnTo>
                  <a:cubicBezTo>
                    <a:pt x="2755" y="3702"/>
                    <a:pt x="2794" y="3721"/>
                    <a:pt x="2834" y="3721"/>
                  </a:cubicBezTo>
                  <a:cubicBezTo>
                    <a:pt x="2862" y="3721"/>
                    <a:pt x="2890" y="3712"/>
                    <a:pt x="2913" y="3692"/>
                  </a:cubicBezTo>
                  <a:lnTo>
                    <a:pt x="3331" y="3395"/>
                  </a:lnTo>
                  <a:cubicBezTo>
                    <a:pt x="3386" y="3358"/>
                    <a:pt x="3405" y="3266"/>
                    <a:pt x="3359" y="3210"/>
                  </a:cubicBezTo>
                  <a:lnTo>
                    <a:pt x="3164" y="2941"/>
                  </a:lnTo>
                  <a:cubicBezTo>
                    <a:pt x="3164" y="2941"/>
                    <a:pt x="3164" y="2932"/>
                    <a:pt x="3164" y="2922"/>
                  </a:cubicBezTo>
                  <a:cubicBezTo>
                    <a:pt x="3247" y="2820"/>
                    <a:pt x="3312" y="2709"/>
                    <a:pt x="3368" y="2598"/>
                  </a:cubicBezTo>
                  <a:cubicBezTo>
                    <a:pt x="3368" y="2588"/>
                    <a:pt x="3377" y="2588"/>
                    <a:pt x="3386" y="2588"/>
                  </a:cubicBezTo>
                  <a:lnTo>
                    <a:pt x="3711" y="2635"/>
                  </a:lnTo>
                  <a:cubicBezTo>
                    <a:pt x="3721" y="2637"/>
                    <a:pt x="3730" y="2638"/>
                    <a:pt x="3740" y="2638"/>
                  </a:cubicBezTo>
                  <a:cubicBezTo>
                    <a:pt x="3802" y="2638"/>
                    <a:pt x="3853" y="2588"/>
                    <a:pt x="3869" y="2523"/>
                  </a:cubicBezTo>
                  <a:lnTo>
                    <a:pt x="3943" y="2023"/>
                  </a:lnTo>
                  <a:cubicBezTo>
                    <a:pt x="3952" y="1948"/>
                    <a:pt x="3906" y="1883"/>
                    <a:pt x="3832" y="1874"/>
                  </a:cubicBezTo>
                  <a:lnTo>
                    <a:pt x="3507" y="1818"/>
                  </a:lnTo>
                  <a:cubicBezTo>
                    <a:pt x="3498" y="1818"/>
                    <a:pt x="3498" y="1809"/>
                    <a:pt x="3498" y="1800"/>
                  </a:cubicBezTo>
                  <a:cubicBezTo>
                    <a:pt x="3479" y="1679"/>
                    <a:pt x="3451" y="1549"/>
                    <a:pt x="3405" y="1429"/>
                  </a:cubicBezTo>
                  <a:cubicBezTo>
                    <a:pt x="3405" y="1420"/>
                    <a:pt x="3405" y="1410"/>
                    <a:pt x="3414" y="1410"/>
                  </a:cubicBezTo>
                  <a:lnTo>
                    <a:pt x="3674" y="1215"/>
                  </a:lnTo>
                  <a:cubicBezTo>
                    <a:pt x="3711" y="1197"/>
                    <a:pt x="3730" y="1169"/>
                    <a:pt x="3730" y="1132"/>
                  </a:cubicBezTo>
                  <a:cubicBezTo>
                    <a:pt x="3739" y="1095"/>
                    <a:pt x="3730" y="1058"/>
                    <a:pt x="3711" y="1030"/>
                  </a:cubicBezTo>
                  <a:lnTo>
                    <a:pt x="3405" y="622"/>
                  </a:lnTo>
                  <a:cubicBezTo>
                    <a:pt x="3382" y="582"/>
                    <a:pt x="3342" y="563"/>
                    <a:pt x="3299" y="563"/>
                  </a:cubicBezTo>
                  <a:cubicBezTo>
                    <a:pt x="3272" y="563"/>
                    <a:pt x="3244" y="570"/>
                    <a:pt x="3219" y="585"/>
                  </a:cubicBezTo>
                  <a:lnTo>
                    <a:pt x="2950" y="779"/>
                  </a:lnTo>
                  <a:cubicBezTo>
                    <a:pt x="2950" y="784"/>
                    <a:pt x="2948" y="786"/>
                    <a:pt x="2945" y="786"/>
                  </a:cubicBezTo>
                  <a:cubicBezTo>
                    <a:pt x="2941" y="786"/>
                    <a:pt x="2936" y="784"/>
                    <a:pt x="2932" y="779"/>
                  </a:cubicBezTo>
                  <a:cubicBezTo>
                    <a:pt x="2839" y="696"/>
                    <a:pt x="2728" y="631"/>
                    <a:pt x="2607" y="575"/>
                  </a:cubicBezTo>
                  <a:cubicBezTo>
                    <a:pt x="2598" y="575"/>
                    <a:pt x="2598" y="566"/>
                    <a:pt x="2598" y="557"/>
                  </a:cubicBezTo>
                  <a:lnTo>
                    <a:pt x="2654" y="232"/>
                  </a:lnTo>
                  <a:cubicBezTo>
                    <a:pt x="2654" y="195"/>
                    <a:pt x="2644" y="167"/>
                    <a:pt x="2626" y="139"/>
                  </a:cubicBezTo>
                  <a:cubicBezTo>
                    <a:pt x="2607" y="102"/>
                    <a:pt x="2570" y="84"/>
                    <a:pt x="2542" y="84"/>
                  </a:cubicBezTo>
                  <a:lnTo>
                    <a:pt x="20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 name="Google Shape;2131;p43"/>
            <p:cNvSpPr/>
            <p:nvPr/>
          </p:nvSpPr>
          <p:spPr>
            <a:xfrm>
              <a:off x="849225" y="2701300"/>
              <a:ext cx="3025" cy="246550"/>
            </a:xfrm>
            <a:custGeom>
              <a:avLst/>
              <a:gdLst/>
              <a:ahLst/>
              <a:cxnLst/>
              <a:rect l="l" t="t" r="r" b="b"/>
              <a:pathLst>
                <a:path w="121" h="9862" extrusionOk="0">
                  <a:moveTo>
                    <a:pt x="56" y="0"/>
                  </a:moveTo>
                  <a:cubicBezTo>
                    <a:pt x="28" y="0"/>
                    <a:pt x="0" y="28"/>
                    <a:pt x="0" y="56"/>
                  </a:cubicBezTo>
                  <a:lnTo>
                    <a:pt x="0" y="520"/>
                  </a:lnTo>
                  <a:cubicBezTo>
                    <a:pt x="0" y="557"/>
                    <a:pt x="28" y="585"/>
                    <a:pt x="56" y="585"/>
                  </a:cubicBezTo>
                  <a:cubicBezTo>
                    <a:pt x="93" y="585"/>
                    <a:pt x="121" y="557"/>
                    <a:pt x="121" y="520"/>
                  </a:cubicBezTo>
                  <a:lnTo>
                    <a:pt x="121" y="56"/>
                  </a:lnTo>
                  <a:cubicBezTo>
                    <a:pt x="121" y="28"/>
                    <a:pt x="93" y="0"/>
                    <a:pt x="56" y="0"/>
                  </a:cubicBezTo>
                  <a:close/>
                  <a:moveTo>
                    <a:pt x="56" y="928"/>
                  </a:moveTo>
                  <a:cubicBezTo>
                    <a:pt x="28" y="928"/>
                    <a:pt x="0" y="956"/>
                    <a:pt x="0" y="984"/>
                  </a:cubicBezTo>
                  <a:lnTo>
                    <a:pt x="0" y="1447"/>
                  </a:lnTo>
                  <a:cubicBezTo>
                    <a:pt x="0" y="1484"/>
                    <a:pt x="28" y="1512"/>
                    <a:pt x="56" y="1512"/>
                  </a:cubicBezTo>
                  <a:cubicBezTo>
                    <a:pt x="93" y="1512"/>
                    <a:pt x="121" y="1484"/>
                    <a:pt x="121" y="1447"/>
                  </a:cubicBezTo>
                  <a:lnTo>
                    <a:pt x="121" y="984"/>
                  </a:lnTo>
                  <a:cubicBezTo>
                    <a:pt x="121" y="956"/>
                    <a:pt x="93" y="928"/>
                    <a:pt x="56" y="928"/>
                  </a:cubicBezTo>
                  <a:close/>
                  <a:moveTo>
                    <a:pt x="56" y="1856"/>
                  </a:moveTo>
                  <a:cubicBezTo>
                    <a:pt x="28" y="1856"/>
                    <a:pt x="0" y="1883"/>
                    <a:pt x="0" y="1911"/>
                  </a:cubicBezTo>
                  <a:lnTo>
                    <a:pt x="0" y="2375"/>
                  </a:lnTo>
                  <a:cubicBezTo>
                    <a:pt x="0" y="2412"/>
                    <a:pt x="28" y="2440"/>
                    <a:pt x="56" y="2440"/>
                  </a:cubicBezTo>
                  <a:cubicBezTo>
                    <a:pt x="93" y="2440"/>
                    <a:pt x="121" y="2412"/>
                    <a:pt x="121" y="2375"/>
                  </a:cubicBezTo>
                  <a:lnTo>
                    <a:pt x="121" y="1911"/>
                  </a:lnTo>
                  <a:cubicBezTo>
                    <a:pt x="121" y="1883"/>
                    <a:pt x="93" y="1856"/>
                    <a:pt x="56" y="1856"/>
                  </a:cubicBezTo>
                  <a:close/>
                  <a:moveTo>
                    <a:pt x="56" y="2783"/>
                  </a:moveTo>
                  <a:cubicBezTo>
                    <a:pt x="28" y="2783"/>
                    <a:pt x="0" y="2811"/>
                    <a:pt x="0" y="2839"/>
                  </a:cubicBezTo>
                  <a:lnTo>
                    <a:pt x="0" y="3303"/>
                  </a:lnTo>
                  <a:cubicBezTo>
                    <a:pt x="0" y="3340"/>
                    <a:pt x="28" y="3368"/>
                    <a:pt x="56" y="3368"/>
                  </a:cubicBezTo>
                  <a:cubicBezTo>
                    <a:pt x="93" y="3368"/>
                    <a:pt x="121" y="3340"/>
                    <a:pt x="121" y="3303"/>
                  </a:cubicBezTo>
                  <a:lnTo>
                    <a:pt x="121" y="2839"/>
                  </a:lnTo>
                  <a:cubicBezTo>
                    <a:pt x="121" y="2811"/>
                    <a:pt x="93" y="2783"/>
                    <a:pt x="56" y="2783"/>
                  </a:cubicBezTo>
                  <a:close/>
                  <a:moveTo>
                    <a:pt x="56" y="3711"/>
                  </a:moveTo>
                  <a:cubicBezTo>
                    <a:pt x="28" y="3711"/>
                    <a:pt x="0" y="3739"/>
                    <a:pt x="0" y="3767"/>
                  </a:cubicBezTo>
                  <a:lnTo>
                    <a:pt x="0" y="4230"/>
                  </a:lnTo>
                  <a:cubicBezTo>
                    <a:pt x="0" y="4267"/>
                    <a:pt x="28" y="4295"/>
                    <a:pt x="56" y="4295"/>
                  </a:cubicBezTo>
                  <a:cubicBezTo>
                    <a:pt x="93" y="4295"/>
                    <a:pt x="121" y="4267"/>
                    <a:pt x="121" y="4230"/>
                  </a:cubicBezTo>
                  <a:lnTo>
                    <a:pt x="121" y="3767"/>
                  </a:lnTo>
                  <a:cubicBezTo>
                    <a:pt x="121" y="3739"/>
                    <a:pt x="93" y="3711"/>
                    <a:pt x="56" y="3711"/>
                  </a:cubicBezTo>
                  <a:close/>
                  <a:moveTo>
                    <a:pt x="56" y="4639"/>
                  </a:moveTo>
                  <a:cubicBezTo>
                    <a:pt x="28" y="4639"/>
                    <a:pt x="0" y="4666"/>
                    <a:pt x="0" y="4694"/>
                  </a:cubicBezTo>
                  <a:lnTo>
                    <a:pt x="0" y="5158"/>
                  </a:lnTo>
                  <a:cubicBezTo>
                    <a:pt x="0" y="5195"/>
                    <a:pt x="28" y="5223"/>
                    <a:pt x="56" y="5223"/>
                  </a:cubicBezTo>
                  <a:cubicBezTo>
                    <a:pt x="93" y="5223"/>
                    <a:pt x="121" y="5195"/>
                    <a:pt x="121" y="5158"/>
                  </a:cubicBezTo>
                  <a:lnTo>
                    <a:pt x="121" y="4694"/>
                  </a:lnTo>
                  <a:cubicBezTo>
                    <a:pt x="121" y="4666"/>
                    <a:pt x="93" y="4639"/>
                    <a:pt x="56" y="4639"/>
                  </a:cubicBezTo>
                  <a:close/>
                  <a:moveTo>
                    <a:pt x="56" y="5566"/>
                  </a:moveTo>
                  <a:cubicBezTo>
                    <a:pt x="28" y="5566"/>
                    <a:pt x="0" y="5594"/>
                    <a:pt x="0" y="5622"/>
                  </a:cubicBezTo>
                  <a:lnTo>
                    <a:pt x="0" y="6086"/>
                  </a:lnTo>
                  <a:cubicBezTo>
                    <a:pt x="0" y="6123"/>
                    <a:pt x="28" y="6151"/>
                    <a:pt x="56" y="6151"/>
                  </a:cubicBezTo>
                  <a:cubicBezTo>
                    <a:pt x="93" y="6151"/>
                    <a:pt x="121" y="6123"/>
                    <a:pt x="121" y="6086"/>
                  </a:cubicBezTo>
                  <a:lnTo>
                    <a:pt x="121" y="5622"/>
                  </a:lnTo>
                  <a:cubicBezTo>
                    <a:pt x="121" y="5594"/>
                    <a:pt x="93" y="5566"/>
                    <a:pt x="56" y="5566"/>
                  </a:cubicBezTo>
                  <a:close/>
                  <a:moveTo>
                    <a:pt x="56" y="6494"/>
                  </a:moveTo>
                  <a:cubicBezTo>
                    <a:pt x="28" y="6494"/>
                    <a:pt x="0" y="6522"/>
                    <a:pt x="0" y="6549"/>
                  </a:cubicBezTo>
                  <a:lnTo>
                    <a:pt x="0" y="7013"/>
                  </a:lnTo>
                  <a:cubicBezTo>
                    <a:pt x="0" y="7050"/>
                    <a:pt x="28" y="7078"/>
                    <a:pt x="56" y="7078"/>
                  </a:cubicBezTo>
                  <a:cubicBezTo>
                    <a:pt x="93" y="7078"/>
                    <a:pt x="121" y="7050"/>
                    <a:pt x="121" y="7013"/>
                  </a:cubicBezTo>
                  <a:lnTo>
                    <a:pt x="121" y="6549"/>
                  </a:lnTo>
                  <a:cubicBezTo>
                    <a:pt x="121" y="6522"/>
                    <a:pt x="93" y="6494"/>
                    <a:pt x="56" y="6494"/>
                  </a:cubicBezTo>
                  <a:close/>
                  <a:moveTo>
                    <a:pt x="56" y="7421"/>
                  </a:moveTo>
                  <a:cubicBezTo>
                    <a:pt x="28" y="7421"/>
                    <a:pt x="0" y="7449"/>
                    <a:pt x="0" y="7477"/>
                  </a:cubicBezTo>
                  <a:lnTo>
                    <a:pt x="0" y="7941"/>
                  </a:lnTo>
                  <a:cubicBezTo>
                    <a:pt x="0" y="7978"/>
                    <a:pt x="28" y="8006"/>
                    <a:pt x="56" y="8006"/>
                  </a:cubicBezTo>
                  <a:cubicBezTo>
                    <a:pt x="93" y="8006"/>
                    <a:pt x="121" y="7978"/>
                    <a:pt x="121" y="7941"/>
                  </a:cubicBezTo>
                  <a:lnTo>
                    <a:pt x="121" y="7477"/>
                  </a:lnTo>
                  <a:cubicBezTo>
                    <a:pt x="121" y="7449"/>
                    <a:pt x="93" y="7421"/>
                    <a:pt x="56" y="7421"/>
                  </a:cubicBezTo>
                  <a:close/>
                  <a:moveTo>
                    <a:pt x="56" y="8349"/>
                  </a:moveTo>
                  <a:cubicBezTo>
                    <a:pt x="28" y="8349"/>
                    <a:pt x="0" y="8377"/>
                    <a:pt x="0" y="8405"/>
                  </a:cubicBezTo>
                  <a:lnTo>
                    <a:pt x="0" y="8869"/>
                  </a:lnTo>
                  <a:cubicBezTo>
                    <a:pt x="0" y="8906"/>
                    <a:pt x="28" y="8934"/>
                    <a:pt x="56" y="8934"/>
                  </a:cubicBezTo>
                  <a:cubicBezTo>
                    <a:pt x="93" y="8934"/>
                    <a:pt x="121" y="8906"/>
                    <a:pt x="121" y="8869"/>
                  </a:cubicBezTo>
                  <a:lnTo>
                    <a:pt x="121" y="8405"/>
                  </a:lnTo>
                  <a:cubicBezTo>
                    <a:pt x="121" y="8377"/>
                    <a:pt x="93" y="8349"/>
                    <a:pt x="56" y="8349"/>
                  </a:cubicBezTo>
                  <a:close/>
                  <a:moveTo>
                    <a:pt x="56" y="9277"/>
                  </a:moveTo>
                  <a:cubicBezTo>
                    <a:pt x="28" y="9277"/>
                    <a:pt x="0" y="9305"/>
                    <a:pt x="0" y="9332"/>
                  </a:cubicBezTo>
                  <a:lnTo>
                    <a:pt x="0" y="9796"/>
                  </a:lnTo>
                  <a:cubicBezTo>
                    <a:pt x="0" y="9833"/>
                    <a:pt x="28" y="9861"/>
                    <a:pt x="56" y="9861"/>
                  </a:cubicBezTo>
                  <a:cubicBezTo>
                    <a:pt x="93" y="9861"/>
                    <a:pt x="121" y="9833"/>
                    <a:pt x="121" y="9796"/>
                  </a:cubicBezTo>
                  <a:lnTo>
                    <a:pt x="121" y="9332"/>
                  </a:lnTo>
                  <a:cubicBezTo>
                    <a:pt x="121" y="9305"/>
                    <a:pt x="93" y="9277"/>
                    <a:pt x="56" y="927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8" name="Google Shape;2132;p43"/>
            <p:cNvSpPr/>
            <p:nvPr/>
          </p:nvSpPr>
          <p:spPr>
            <a:xfrm>
              <a:off x="888650" y="2354575"/>
              <a:ext cx="43150" cy="43400"/>
            </a:xfrm>
            <a:custGeom>
              <a:avLst/>
              <a:gdLst/>
              <a:ahLst/>
              <a:cxnLst/>
              <a:rect l="l" t="t" r="r" b="b"/>
              <a:pathLst>
                <a:path w="1726" h="1736" extrusionOk="0">
                  <a:moveTo>
                    <a:pt x="863" y="177"/>
                  </a:moveTo>
                  <a:lnTo>
                    <a:pt x="1095" y="613"/>
                  </a:lnTo>
                  <a:cubicBezTo>
                    <a:pt x="1104" y="622"/>
                    <a:pt x="1113" y="631"/>
                    <a:pt x="1123" y="631"/>
                  </a:cubicBezTo>
                  <a:lnTo>
                    <a:pt x="1549" y="873"/>
                  </a:lnTo>
                  <a:lnTo>
                    <a:pt x="1113" y="1105"/>
                  </a:lnTo>
                  <a:cubicBezTo>
                    <a:pt x="1104" y="1105"/>
                    <a:pt x="1104" y="1114"/>
                    <a:pt x="1095" y="1123"/>
                  </a:cubicBezTo>
                  <a:lnTo>
                    <a:pt x="863" y="1550"/>
                  </a:lnTo>
                  <a:lnTo>
                    <a:pt x="631" y="1123"/>
                  </a:lnTo>
                  <a:cubicBezTo>
                    <a:pt x="622" y="1114"/>
                    <a:pt x="612" y="1105"/>
                    <a:pt x="603" y="1105"/>
                  </a:cubicBezTo>
                  <a:lnTo>
                    <a:pt x="176" y="863"/>
                  </a:lnTo>
                  <a:lnTo>
                    <a:pt x="603" y="631"/>
                  </a:lnTo>
                  <a:cubicBezTo>
                    <a:pt x="612" y="622"/>
                    <a:pt x="622" y="622"/>
                    <a:pt x="631" y="613"/>
                  </a:cubicBezTo>
                  <a:lnTo>
                    <a:pt x="863" y="177"/>
                  </a:lnTo>
                  <a:close/>
                  <a:moveTo>
                    <a:pt x="863" y="1"/>
                  </a:moveTo>
                  <a:cubicBezTo>
                    <a:pt x="844" y="1"/>
                    <a:pt x="826" y="10"/>
                    <a:pt x="816" y="28"/>
                  </a:cubicBezTo>
                  <a:lnTo>
                    <a:pt x="538" y="539"/>
                  </a:lnTo>
                  <a:lnTo>
                    <a:pt x="28" y="817"/>
                  </a:lnTo>
                  <a:cubicBezTo>
                    <a:pt x="9" y="826"/>
                    <a:pt x="0" y="845"/>
                    <a:pt x="0" y="863"/>
                  </a:cubicBezTo>
                  <a:cubicBezTo>
                    <a:pt x="0" y="882"/>
                    <a:pt x="9" y="910"/>
                    <a:pt x="28" y="919"/>
                  </a:cubicBezTo>
                  <a:lnTo>
                    <a:pt x="529" y="1197"/>
                  </a:lnTo>
                  <a:lnTo>
                    <a:pt x="807" y="1698"/>
                  </a:lnTo>
                  <a:cubicBezTo>
                    <a:pt x="816" y="1717"/>
                    <a:pt x="835" y="1735"/>
                    <a:pt x="863" y="1735"/>
                  </a:cubicBezTo>
                  <a:cubicBezTo>
                    <a:pt x="881" y="1735"/>
                    <a:pt x="900" y="1717"/>
                    <a:pt x="909" y="1698"/>
                  </a:cubicBezTo>
                  <a:lnTo>
                    <a:pt x="1188" y="1197"/>
                  </a:lnTo>
                  <a:lnTo>
                    <a:pt x="1698" y="919"/>
                  </a:lnTo>
                  <a:cubicBezTo>
                    <a:pt x="1716" y="910"/>
                    <a:pt x="1726" y="891"/>
                    <a:pt x="1726" y="873"/>
                  </a:cubicBezTo>
                  <a:cubicBezTo>
                    <a:pt x="1726" y="845"/>
                    <a:pt x="1716" y="826"/>
                    <a:pt x="1698" y="817"/>
                  </a:cubicBezTo>
                  <a:lnTo>
                    <a:pt x="1188" y="539"/>
                  </a:lnTo>
                  <a:lnTo>
                    <a:pt x="919" y="28"/>
                  </a:lnTo>
                  <a:cubicBezTo>
                    <a:pt x="909" y="10"/>
                    <a:pt x="881" y="1"/>
                    <a:pt x="8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9" name="Google Shape;2133;p43"/>
            <p:cNvSpPr/>
            <p:nvPr/>
          </p:nvSpPr>
          <p:spPr>
            <a:xfrm>
              <a:off x="1122175" y="3270875"/>
              <a:ext cx="44800" cy="44550"/>
            </a:xfrm>
            <a:custGeom>
              <a:avLst/>
              <a:gdLst/>
              <a:ahLst/>
              <a:cxnLst/>
              <a:rect l="l" t="t" r="r" b="b"/>
              <a:pathLst>
                <a:path w="1792" h="1782" extrusionOk="0">
                  <a:moveTo>
                    <a:pt x="901" y="177"/>
                  </a:moveTo>
                  <a:lnTo>
                    <a:pt x="1142" y="622"/>
                  </a:lnTo>
                  <a:cubicBezTo>
                    <a:pt x="1151" y="631"/>
                    <a:pt x="1160" y="641"/>
                    <a:pt x="1170" y="650"/>
                  </a:cubicBezTo>
                  <a:lnTo>
                    <a:pt x="1615" y="891"/>
                  </a:lnTo>
                  <a:lnTo>
                    <a:pt x="1170" y="1142"/>
                  </a:lnTo>
                  <a:cubicBezTo>
                    <a:pt x="1160" y="1142"/>
                    <a:pt x="1151" y="1151"/>
                    <a:pt x="1142" y="1160"/>
                  </a:cubicBezTo>
                  <a:lnTo>
                    <a:pt x="901" y="1605"/>
                  </a:lnTo>
                  <a:lnTo>
                    <a:pt x="650" y="1160"/>
                  </a:lnTo>
                  <a:cubicBezTo>
                    <a:pt x="650" y="1151"/>
                    <a:pt x="641" y="1142"/>
                    <a:pt x="632" y="1132"/>
                  </a:cubicBezTo>
                  <a:lnTo>
                    <a:pt x="186" y="891"/>
                  </a:lnTo>
                  <a:lnTo>
                    <a:pt x="632" y="650"/>
                  </a:lnTo>
                  <a:cubicBezTo>
                    <a:pt x="641" y="641"/>
                    <a:pt x="650" y="631"/>
                    <a:pt x="650" y="622"/>
                  </a:cubicBezTo>
                  <a:lnTo>
                    <a:pt x="901" y="177"/>
                  </a:lnTo>
                  <a:close/>
                  <a:moveTo>
                    <a:pt x="901" y="1"/>
                  </a:moveTo>
                  <a:cubicBezTo>
                    <a:pt x="882" y="1"/>
                    <a:pt x="854" y="10"/>
                    <a:pt x="845" y="28"/>
                  </a:cubicBezTo>
                  <a:lnTo>
                    <a:pt x="557" y="557"/>
                  </a:lnTo>
                  <a:lnTo>
                    <a:pt x="38" y="836"/>
                  </a:lnTo>
                  <a:cubicBezTo>
                    <a:pt x="19" y="845"/>
                    <a:pt x="1" y="873"/>
                    <a:pt x="1" y="891"/>
                  </a:cubicBezTo>
                  <a:cubicBezTo>
                    <a:pt x="1" y="910"/>
                    <a:pt x="19" y="928"/>
                    <a:pt x="38" y="938"/>
                  </a:cubicBezTo>
                  <a:lnTo>
                    <a:pt x="557" y="1225"/>
                  </a:lnTo>
                  <a:lnTo>
                    <a:pt x="845" y="1754"/>
                  </a:lnTo>
                  <a:cubicBezTo>
                    <a:pt x="854" y="1772"/>
                    <a:pt x="873" y="1782"/>
                    <a:pt x="891" y="1782"/>
                  </a:cubicBezTo>
                  <a:cubicBezTo>
                    <a:pt x="919" y="1782"/>
                    <a:pt x="938" y="1772"/>
                    <a:pt x="947" y="1754"/>
                  </a:cubicBezTo>
                  <a:lnTo>
                    <a:pt x="1235" y="1234"/>
                  </a:lnTo>
                  <a:lnTo>
                    <a:pt x="1763" y="947"/>
                  </a:lnTo>
                  <a:cubicBezTo>
                    <a:pt x="1773" y="938"/>
                    <a:pt x="1791" y="919"/>
                    <a:pt x="1791" y="891"/>
                  </a:cubicBezTo>
                  <a:cubicBezTo>
                    <a:pt x="1791" y="873"/>
                    <a:pt x="1782" y="854"/>
                    <a:pt x="1763" y="845"/>
                  </a:cubicBezTo>
                  <a:lnTo>
                    <a:pt x="1235" y="557"/>
                  </a:lnTo>
                  <a:lnTo>
                    <a:pt x="947" y="28"/>
                  </a:lnTo>
                  <a:cubicBezTo>
                    <a:pt x="938" y="10"/>
                    <a:pt x="919" y="1"/>
                    <a:pt x="9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0" name="Google Shape;2134;p43"/>
            <p:cNvSpPr/>
            <p:nvPr/>
          </p:nvSpPr>
          <p:spPr>
            <a:xfrm>
              <a:off x="1306550" y="2306100"/>
              <a:ext cx="2825" cy="16500"/>
            </a:xfrm>
            <a:custGeom>
              <a:avLst/>
              <a:gdLst/>
              <a:ahLst/>
              <a:cxnLst/>
              <a:rect l="l" t="t" r="r" b="b"/>
              <a:pathLst>
                <a:path w="113" h="660" extrusionOk="0">
                  <a:moveTo>
                    <a:pt x="56" y="1"/>
                  </a:moveTo>
                  <a:cubicBezTo>
                    <a:pt x="29" y="1"/>
                    <a:pt x="1" y="29"/>
                    <a:pt x="1" y="56"/>
                  </a:cubicBezTo>
                  <a:lnTo>
                    <a:pt x="1" y="604"/>
                  </a:lnTo>
                  <a:cubicBezTo>
                    <a:pt x="1" y="632"/>
                    <a:pt x="29" y="659"/>
                    <a:pt x="56" y="659"/>
                  </a:cubicBezTo>
                  <a:cubicBezTo>
                    <a:pt x="93" y="659"/>
                    <a:pt x="112" y="632"/>
                    <a:pt x="112" y="604"/>
                  </a:cubicBezTo>
                  <a:lnTo>
                    <a:pt x="112" y="56"/>
                  </a:lnTo>
                  <a:cubicBezTo>
                    <a:pt x="112" y="2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1" name="Google Shape;2135;p43"/>
            <p:cNvSpPr/>
            <p:nvPr/>
          </p:nvSpPr>
          <p:spPr>
            <a:xfrm>
              <a:off x="1306550" y="2340900"/>
              <a:ext cx="2825" cy="16475"/>
            </a:xfrm>
            <a:custGeom>
              <a:avLst/>
              <a:gdLst/>
              <a:ahLst/>
              <a:cxnLst/>
              <a:rect l="l" t="t" r="r" b="b"/>
              <a:pathLst>
                <a:path w="113" h="659" extrusionOk="0">
                  <a:moveTo>
                    <a:pt x="56" y="0"/>
                  </a:moveTo>
                  <a:cubicBezTo>
                    <a:pt x="29" y="0"/>
                    <a:pt x="1" y="28"/>
                    <a:pt x="1" y="56"/>
                  </a:cubicBezTo>
                  <a:lnTo>
                    <a:pt x="1" y="603"/>
                  </a:lnTo>
                  <a:cubicBezTo>
                    <a:pt x="1" y="631"/>
                    <a:pt x="29" y="659"/>
                    <a:pt x="56" y="659"/>
                  </a:cubicBezTo>
                  <a:cubicBezTo>
                    <a:pt x="93" y="659"/>
                    <a:pt x="112" y="631"/>
                    <a:pt x="112" y="603"/>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2" name="Google Shape;2136;p43"/>
            <p:cNvSpPr/>
            <p:nvPr/>
          </p:nvSpPr>
          <p:spPr>
            <a:xfrm>
              <a:off x="1317225" y="2330225"/>
              <a:ext cx="16500" cy="3050"/>
            </a:xfrm>
            <a:custGeom>
              <a:avLst/>
              <a:gdLst/>
              <a:ahLst/>
              <a:cxnLst/>
              <a:rect l="l" t="t" r="r" b="b"/>
              <a:pathLst>
                <a:path w="660" h="122" extrusionOk="0">
                  <a:moveTo>
                    <a:pt x="56" y="1"/>
                  </a:moveTo>
                  <a:cubicBezTo>
                    <a:pt x="19" y="1"/>
                    <a:pt x="0" y="28"/>
                    <a:pt x="0" y="65"/>
                  </a:cubicBezTo>
                  <a:cubicBezTo>
                    <a:pt x="0" y="93"/>
                    <a:pt x="19" y="121"/>
                    <a:pt x="56" y="121"/>
                  </a:cubicBezTo>
                  <a:lnTo>
                    <a:pt x="594" y="121"/>
                  </a:lnTo>
                  <a:cubicBezTo>
                    <a:pt x="631" y="121"/>
                    <a:pt x="659" y="93"/>
                    <a:pt x="659" y="65"/>
                  </a:cubicBezTo>
                  <a:cubicBezTo>
                    <a:pt x="659" y="28"/>
                    <a:pt x="631" y="1"/>
                    <a:pt x="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3" name="Google Shape;2137;p43"/>
            <p:cNvSpPr/>
            <p:nvPr/>
          </p:nvSpPr>
          <p:spPr>
            <a:xfrm>
              <a:off x="1282425" y="2330225"/>
              <a:ext cx="16500" cy="3050"/>
            </a:xfrm>
            <a:custGeom>
              <a:avLst/>
              <a:gdLst/>
              <a:ahLst/>
              <a:cxnLst/>
              <a:rect l="l" t="t" r="r" b="b"/>
              <a:pathLst>
                <a:path w="660" h="122" extrusionOk="0">
                  <a:moveTo>
                    <a:pt x="57" y="1"/>
                  </a:moveTo>
                  <a:cubicBezTo>
                    <a:pt x="20" y="1"/>
                    <a:pt x="1" y="28"/>
                    <a:pt x="1" y="65"/>
                  </a:cubicBezTo>
                  <a:cubicBezTo>
                    <a:pt x="1" y="93"/>
                    <a:pt x="20" y="121"/>
                    <a:pt x="57" y="121"/>
                  </a:cubicBezTo>
                  <a:lnTo>
                    <a:pt x="595" y="121"/>
                  </a:lnTo>
                  <a:cubicBezTo>
                    <a:pt x="632" y="121"/>
                    <a:pt x="660" y="93"/>
                    <a:pt x="660" y="65"/>
                  </a:cubicBezTo>
                  <a:cubicBezTo>
                    <a:pt x="660" y="28"/>
                    <a:pt x="632" y="1"/>
                    <a:pt x="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4" name="Google Shape;2138;p43"/>
            <p:cNvSpPr/>
            <p:nvPr/>
          </p:nvSpPr>
          <p:spPr>
            <a:xfrm>
              <a:off x="1290775" y="2339275"/>
              <a:ext cx="9775" cy="9525"/>
            </a:xfrm>
            <a:custGeom>
              <a:avLst/>
              <a:gdLst/>
              <a:ahLst/>
              <a:cxnLst/>
              <a:rect l="l" t="t" r="r" b="b"/>
              <a:pathLst>
                <a:path w="391" h="381" extrusionOk="0">
                  <a:moveTo>
                    <a:pt x="1" y="381"/>
                  </a:moveTo>
                  <a:lnTo>
                    <a:pt x="39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5" name="Google Shape;2139;p43"/>
            <p:cNvSpPr/>
            <p:nvPr/>
          </p:nvSpPr>
          <p:spPr>
            <a:xfrm>
              <a:off x="1289400" y="2337775"/>
              <a:ext cx="12775" cy="12425"/>
            </a:xfrm>
            <a:custGeom>
              <a:avLst/>
              <a:gdLst/>
              <a:ahLst/>
              <a:cxnLst/>
              <a:rect l="l" t="t" r="r" b="b"/>
              <a:pathLst>
                <a:path w="511" h="497" extrusionOk="0">
                  <a:moveTo>
                    <a:pt x="444" y="0"/>
                  </a:moveTo>
                  <a:cubicBezTo>
                    <a:pt x="429" y="0"/>
                    <a:pt x="413" y="5"/>
                    <a:pt x="399" y="14"/>
                  </a:cubicBezTo>
                  <a:lnTo>
                    <a:pt x="19" y="404"/>
                  </a:lnTo>
                  <a:cubicBezTo>
                    <a:pt x="0" y="422"/>
                    <a:pt x="0" y="459"/>
                    <a:pt x="19" y="487"/>
                  </a:cubicBezTo>
                  <a:cubicBezTo>
                    <a:pt x="28" y="496"/>
                    <a:pt x="47" y="496"/>
                    <a:pt x="56" y="496"/>
                  </a:cubicBezTo>
                  <a:cubicBezTo>
                    <a:pt x="74" y="496"/>
                    <a:pt x="93" y="496"/>
                    <a:pt x="102" y="487"/>
                  </a:cubicBezTo>
                  <a:lnTo>
                    <a:pt x="483" y="97"/>
                  </a:lnTo>
                  <a:cubicBezTo>
                    <a:pt x="510" y="79"/>
                    <a:pt x="510" y="42"/>
                    <a:pt x="483" y="14"/>
                  </a:cubicBezTo>
                  <a:cubicBezTo>
                    <a:pt x="473" y="5"/>
                    <a:pt x="459" y="0"/>
                    <a:pt x="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6" name="Google Shape;2140;p43"/>
            <p:cNvSpPr/>
            <p:nvPr/>
          </p:nvSpPr>
          <p:spPr>
            <a:xfrm>
              <a:off x="1315375" y="2314700"/>
              <a:ext cx="9750" cy="9525"/>
            </a:xfrm>
            <a:custGeom>
              <a:avLst/>
              <a:gdLst/>
              <a:ahLst/>
              <a:cxnLst/>
              <a:rect l="l" t="t" r="r" b="b"/>
              <a:pathLst>
                <a:path w="390" h="381" extrusionOk="0">
                  <a:moveTo>
                    <a:pt x="0" y="380"/>
                  </a:moveTo>
                  <a:lnTo>
                    <a:pt x="3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7" name="Google Shape;2141;p43"/>
            <p:cNvSpPr/>
            <p:nvPr/>
          </p:nvSpPr>
          <p:spPr>
            <a:xfrm>
              <a:off x="1313975" y="2313175"/>
              <a:ext cx="12775" cy="12450"/>
            </a:xfrm>
            <a:custGeom>
              <a:avLst/>
              <a:gdLst/>
              <a:ahLst/>
              <a:cxnLst/>
              <a:rect l="l" t="t" r="r" b="b"/>
              <a:pathLst>
                <a:path w="511" h="498" extrusionOk="0">
                  <a:moveTo>
                    <a:pt x="445" y="1"/>
                  </a:moveTo>
                  <a:cubicBezTo>
                    <a:pt x="430" y="1"/>
                    <a:pt x="413" y="5"/>
                    <a:pt x="399" y="15"/>
                  </a:cubicBezTo>
                  <a:lnTo>
                    <a:pt x="19" y="404"/>
                  </a:lnTo>
                  <a:cubicBezTo>
                    <a:pt x="1" y="423"/>
                    <a:pt x="1" y="460"/>
                    <a:pt x="19" y="478"/>
                  </a:cubicBezTo>
                  <a:cubicBezTo>
                    <a:pt x="28" y="497"/>
                    <a:pt x="47" y="497"/>
                    <a:pt x="56" y="497"/>
                  </a:cubicBezTo>
                  <a:cubicBezTo>
                    <a:pt x="75" y="497"/>
                    <a:pt x="93" y="497"/>
                    <a:pt x="103" y="478"/>
                  </a:cubicBezTo>
                  <a:lnTo>
                    <a:pt x="483" y="98"/>
                  </a:lnTo>
                  <a:cubicBezTo>
                    <a:pt x="511" y="80"/>
                    <a:pt x="511" y="42"/>
                    <a:pt x="483" y="15"/>
                  </a:cubicBezTo>
                  <a:cubicBezTo>
                    <a:pt x="474" y="5"/>
                    <a:pt x="460" y="1"/>
                    <a:pt x="4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8" name="Google Shape;2142;p43"/>
            <p:cNvSpPr/>
            <p:nvPr/>
          </p:nvSpPr>
          <p:spPr>
            <a:xfrm>
              <a:off x="1290775" y="2314700"/>
              <a:ext cx="9775" cy="9525"/>
            </a:xfrm>
            <a:custGeom>
              <a:avLst/>
              <a:gdLst/>
              <a:ahLst/>
              <a:cxnLst/>
              <a:rect l="l" t="t" r="r" b="b"/>
              <a:pathLst>
                <a:path w="391" h="381" extrusionOk="0">
                  <a:moveTo>
                    <a:pt x="1" y="0"/>
                  </a:moveTo>
                  <a:lnTo>
                    <a:pt x="391" y="38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29" name="Google Shape;2143;p43"/>
            <p:cNvSpPr/>
            <p:nvPr/>
          </p:nvSpPr>
          <p:spPr>
            <a:xfrm>
              <a:off x="1289400" y="2313175"/>
              <a:ext cx="12775" cy="12450"/>
            </a:xfrm>
            <a:custGeom>
              <a:avLst/>
              <a:gdLst/>
              <a:ahLst/>
              <a:cxnLst/>
              <a:rect l="l" t="t" r="r" b="b"/>
              <a:pathLst>
                <a:path w="511" h="498" extrusionOk="0">
                  <a:moveTo>
                    <a:pt x="57" y="1"/>
                  </a:moveTo>
                  <a:cubicBezTo>
                    <a:pt x="42" y="1"/>
                    <a:pt x="28" y="5"/>
                    <a:pt x="19" y="15"/>
                  </a:cubicBezTo>
                  <a:cubicBezTo>
                    <a:pt x="0" y="42"/>
                    <a:pt x="0" y="80"/>
                    <a:pt x="19" y="98"/>
                  </a:cubicBezTo>
                  <a:lnTo>
                    <a:pt x="399" y="478"/>
                  </a:lnTo>
                  <a:cubicBezTo>
                    <a:pt x="408" y="497"/>
                    <a:pt x="427" y="497"/>
                    <a:pt x="446" y="497"/>
                  </a:cubicBezTo>
                  <a:cubicBezTo>
                    <a:pt x="455" y="497"/>
                    <a:pt x="473" y="497"/>
                    <a:pt x="483" y="478"/>
                  </a:cubicBezTo>
                  <a:cubicBezTo>
                    <a:pt x="510" y="460"/>
                    <a:pt x="510" y="423"/>
                    <a:pt x="483" y="404"/>
                  </a:cubicBezTo>
                  <a:lnTo>
                    <a:pt x="102" y="15"/>
                  </a:lnTo>
                  <a:cubicBezTo>
                    <a:pt x="88" y="5"/>
                    <a:pt x="72"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0" name="Google Shape;2144;p43"/>
            <p:cNvSpPr/>
            <p:nvPr/>
          </p:nvSpPr>
          <p:spPr>
            <a:xfrm>
              <a:off x="1315375" y="2339275"/>
              <a:ext cx="9750" cy="9525"/>
            </a:xfrm>
            <a:custGeom>
              <a:avLst/>
              <a:gdLst/>
              <a:ahLst/>
              <a:cxnLst/>
              <a:rect l="l" t="t" r="r" b="b"/>
              <a:pathLst>
                <a:path w="390" h="381" extrusionOk="0">
                  <a:moveTo>
                    <a:pt x="0" y="0"/>
                  </a:moveTo>
                  <a:lnTo>
                    <a:pt x="390" y="38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1" name="Google Shape;2145;p43"/>
            <p:cNvSpPr/>
            <p:nvPr/>
          </p:nvSpPr>
          <p:spPr>
            <a:xfrm>
              <a:off x="1313975" y="2337775"/>
              <a:ext cx="12775" cy="12425"/>
            </a:xfrm>
            <a:custGeom>
              <a:avLst/>
              <a:gdLst/>
              <a:ahLst/>
              <a:cxnLst/>
              <a:rect l="l" t="t" r="r" b="b"/>
              <a:pathLst>
                <a:path w="511" h="497" extrusionOk="0">
                  <a:moveTo>
                    <a:pt x="61" y="0"/>
                  </a:moveTo>
                  <a:cubicBezTo>
                    <a:pt x="47" y="0"/>
                    <a:pt x="33" y="5"/>
                    <a:pt x="19" y="14"/>
                  </a:cubicBezTo>
                  <a:cubicBezTo>
                    <a:pt x="1" y="42"/>
                    <a:pt x="1" y="79"/>
                    <a:pt x="19" y="97"/>
                  </a:cubicBezTo>
                  <a:lnTo>
                    <a:pt x="399" y="487"/>
                  </a:lnTo>
                  <a:cubicBezTo>
                    <a:pt x="418" y="496"/>
                    <a:pt x="427" y="496"/>
                    <a:pt x="446" y="496"/>
                  </a:cubicBezTo>
                  <a:cubicBezTo>
                    <a:pt x="455" y="496"/>
                    <a:pt x="474" y="496"/>
                    <a:pt x="483" y="487"/>
                  </a:cubicBezTo>
                  <a:cubicBezTo>
                    <a:pt x="511" y="459"/>
                    <a:pt x="511" y="422"/>
                    <a:pt x="483" y="404"/>
                  </a:cubicBezTo>
                  <a:lnTo>
                    <a:pt x="103" y="14"/>
                  </a:lnTo>
                  <a:cubicBezTo>
                    <a:pt x="89" y="5"/>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2" name="Google Shape;2146;p43"/>
            <p:cNvSpPr/>
            <p:nvPr/>
          </p:nvSpPr>
          <p:spPr>
            <a:xfrm>
              <a:off x="791475" y="2851575"/>
              <a:ext cx="19500" cy="19500"/>
            </a:xfrm>
            <a:custGeom>
              <a:avLst/>
              <a:gdLst/>
              <a:ahLst/>
              <a:cxnLst/>
              <a:rect l="l" t="t" r="r" b="b"/>
              <a:pathLst>
                <a:path w="780" h="780" extrusionOk="0">
                  <a:moveTo>
                    <a:pt x="390" y="112"/>
                  </a:moveTo>
                  <a:cubicBezTo>
                    <a:pt x="538" y="112"/>
                    <a:pt x="659" y="242"/>
                    <a:pt x="659" y="390"/>
                  </a:cubicBezTo>
                  <a:cubicBezTo>
                    <a:pt x="659" y="538"/>
                    <a:pt x="538" y="659"/>
                    <a:pt x="390" y="659"/>
                  </a:cubicBezTo>
                  <a:cubicBezTo>
                    <a:pt x="241" y="659"/>
                    <a:pt x="112" y="538"/>
                    <a:pt x="112" y="390"/>
                  </a:cubicBezTo>
                  <a:cubicBezTo>
                    <a:pt x="112" y="242"/>
                    <a:pt x="241" y="112"/>
                    <a:pt x="390" y="112"/>
                  </a:cubicBezTo>
                  <a:close/>
                  <a:moveTo>
                    <a:pt x="390" y="0"/>
                  </a:moveTo>
                  <a:cubicBezTo>
                    <a:pt x="176" y="0"/>
                    <a:pt x="0" y="177"/>
                    <a:pt x="0" y="390"/>
                  </a:cubicBezTo>
                  <a:cubicBezTo>
                    <a:pt x="0" y="603"/>
                    <a:pt x="176" y="780"/>
                    <a:pt x="390" y="780"/>
                  </a:cubicBezTo>
                  <a:cubicBezTo>
                    <a:pt x="603" y="780"/>
                    <a:pt x="779" y="603"/>
                    <a:pt x="779" y="390"/>
                  </a:cubicBezTo>
                  <a:cubicBezTo>
                    <a:pt x="779" y="177"/>
                    <a:pt x="603" y="0"/>
                    <a:pt x="3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3" name="Google Shape;2147;p43"/>
            <p:cNvSpPr/>
            <p:nvPr/>
          </p:nvSpPr>
          <p:spPr>
            <a:xfrm>
              <a:off x="745550" y="2652125"/>
              <a:ext cx="12550" cy="12775"/>
            </a:xfrm>
            <a:custGeom>
              <a:avLst/>
              <a:gdLst/>
              <a:ahLst/>
              <a:cxnLst/>
              <a:rect l="l" t="t" r="r" b="b"/>
              <a:pathLst>
                <a:path w="502" h="511" extrusionOk="0">
                  <a:moveTo>
                    <a:pt x="251" y="121"/>
                  </a:moveTo>
                  <a:cubicBezTo>
                    <a:pt x="325" y="121"/>
                    <a:pt x="390" y="177"/>
                    <a:pt x="390" y="260"/>
                  </a:cubicBezTo>
                  <a:cubicBezTo>
                    <a:pt x="390" y="334"/>
                    <a:pt x="325" y="390"/>
                    <a:pt x="251" y="390"/>
                  </a:cubicBezTo>
                  <a:cubicBezTo>
                    <a:pt x="177" y="390"/>
                    <a:pt x="121" y="334"/>
                    <a:pt x="121" y="260"/>
                  </a:cubicBezTo>
                  <a:cubicBezTo>
                    <a:pt x="121" y="177"/>
                    <a:pt x="177" y="121"/>
                    <a:pt x="251" y="121"/>
                  </a:cubicBezTo>
                  <a:close/>
                  <a:moveTo>
                    <a:pt x="251" y="1"/>
                  </a:moveTo>
                  <a:cubicBezTo>
                    <a:pt x="112" y="1"/>
                    <a:pt x="0" y="112"/>
                    <a:pt x="0" y="251"/>
                  </a:cubicBezTo>
                  <a:cubicBezTo>
                    <a:pt x="0" y="390"/>
                    <a:pt x="112" y="511"/>
                    <a:pt x="251" y="511"/>
                  </a:cubicBezTo>
                  <a:cubicBezTo>
                    <a:pt x="390" y="511"/>
                    <a:pt x="501" y="399"/>
                    <a:pt x="501" y="251"/>
                  </a:cubicBezTo>
                  <a:cubicBezTo>
                    <a:pt x="501" y="112"/>
                    <a:pt x="390" y="1"/>
                    <a:pt x="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4" name="Google Shape;2148;p43"/>
            <p:cNvSpPr/>
            <p:nvPr/>
          </p:nvSpPr>
          <p:spPr>
            <a:xfrm>
              <a:off x="1494175" y="2299150"/>
              <a:ext cx="12550" cy="12550"/>
            </a:xfrm>
            <a:custGeom>
              <a:avLst/>
              <a:gdLst/>
              <a:ahLst/>
              <a:cxnLst/>
              <a:rect l="l" t="t" r="r" b="b"/>
              <a:pathLst>
                <a:path w="502" h="502" extrusionOk="0">
                  <a:moveTo>
                    <a:pt x="251" y="121"/>
                  </a:moveTo>
                  <a:cubicBezTo>
                    <a:pt x="325" y="121"/>
                    <a:pt x="381" y="177"/>
                    <a:pt x="381" y="251"/>
                  </a:cubicBezTo>
                  <a:cubicBezTo>
                    <a:pt x="381" y="325"/>
                    <a:pt x="325" y="390"/>
                    <a:pt x="251" y="390"/>
                  </a:cubicBezTo>
                  <a:cubicBezTo>
                    <a:pt x="177" y="390"/>
                    <a:pt x="112" y="325"/>
                    <a:pt x="112" y="251"/>
                  </a:cubicBezTo>
                  <a:cubicBezTo>
                    <a:pt x="112" y="177"/>
                    <a:pt x="177" y="121"/>
                    <a:pt x="251" y="121"/>
                  </a:cubicBezTo>
                  <a:close/>
                  <a:moveTo>
                    <a:pt x="251" y="0"/>
                  </a:moveTo>
                  <a:cubicBezTo>
                    <a:pt x="112" y="0"/>
                    <a:pt x="1" y="112"/>
                    <a:pt x="1" y="251"/>
                  </a:cubicBezTo>
                  <a:cubicBezTo>
                    <a:pt x="1" y="390"/>
                    <a:pt x="112" y="501"/>
                    <a:pt x="251" y="501"/>
                  </a:cubicBezTo>
                  <a:cubicBezTo>
                    <a:pt x="390" y="50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5" name="Google Shape;2149;p43"/>
            <p:cNvSpPr/>
            <p:nvPr/>
          </p:nvSpPr>
          <p:spPr>
            <a:xfrm>
              <a:off x="1219575" y="3181350"/>
              <a:ext cx="197175" cy="123175"/>
            </a:xfrm>
            <a:custGeom>
              <a:avLst/>
              <a:gdLst/>
              <a:ahLst/>
              <a:cxnLst/>
              <a:rect l="l" t="t" r="r" b="b"/>
              <a:pathLst>
                <a:path w="7887" h="4927" extrusionOk="0">
                  <a:moveTo>
                    <a:pt x="1328" y="1"/>
                  </a:moveTo>
                  <a:lnTo>
                    <a:pt x="1" y="4927"/>
                  </a:lnTo>
                  <a:lnTo>
                    <a:pt x="6550" y="4927"/>
                  </a:lnTo>
                  <a:lnTo>
                    <a:pt x="788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6" name="Google Shape;2150;p43"/>
            <p:cNvSpPr/>
            <p:nvPr/>
          </p:nvSpPr>
          <p:spPr>
            <a:xfrm>
              <a:off x="1218200" y="3179975"/>
              <a:ext cx="200175" cy="125950"/>
            </a:xfrm>
            <a:custGeom>
              <a:avLst/>
              <a:gdLst/>
              <a:ahLst/>
              <a:cxnLst/>
              <a:rect l="l" t="t" r="r" b="b"/>
              <a:pathLst>
                <a:path w="8007" h="5038" extrusionOk="0">
                  <a:moveTo>
                    <a:pt x="7867" y="111"/>
                  </a:moveTo>
                  <a:lnTo>
                    <a:pt x="6559" y="4926"/>
                  </a:lnTo>
                  <a:lnTo>
                    <a:pt x="130" y="4926"/>
                  </a:lnTo>
                  <a:lnTo>
                    <a:pt x="1429" y="111"/>
                  </a:lnTo>
                  <a:close/>
                  <a:moveTo>
                    <a:pt x="1383" y="0"/>
                  </a:moveTo>
                  <a:cubicBezTo>
                    <a:pt x="1355" y="0"/>
                    <a:pt x="1336" y="19"/>
                    <a:pt x="1327" y="47"/>
                  </a:cubicBezTo>
                  <a:lnTo>
                    <a:pt x="0" y="4963"/>
                  </a:lnTo>
                  <a:cubicBezTo>
                    <a:pt x="0" y="4982"/>
                    <a:pt x="0" y="5000"/>
                    <a:pt x="19" y="5019"/>
                  </a:cubicBezTo>
                  <a:cubicBezTo>
                    <a:pt x="28" y="5028"/>
                    <a:pt x="47" y="5037"/>
                    <a:pt x="65" y="5037"/>
                  </a:cubicBezTo>
                  <a:lnTo>
                    <a:pt x="6605" y="5037"/>
                  </a:lnTo>
                  <a:cubicBezTo>
                    <a:pt x="6633" y="5037"/>
                    <a:pt x="6652" y="5019"/>
                    <a:pt x="6661" y="4991"/>
                  </a:cubicBezTo>
                  <a:lnTo>
                    <a:pt x="7997" y="74"/>
                  </a:lnTo>
                  <a:cubicBezTo>
                    <a:pt x="8006" y="56"/>
                    <a:pt x="7997" y="37"/>
                    <a:pt x="7988" y="19"/>
                  </a:cubicBezTo>
                  <a:cubicBezTo>
                    <a:pt x="7978" y="9"/>
                    <a:pt x="7960" y="0"/>
                    <a:pt x="7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7" name="Google Shape;2151;p43"/>
            <p:cNvSpPr/>
            <p:nvPr/>
          </p:nvSpPr>
          <p:spPr>
            <a:xfrm>
              <a:off x="1173675" y="3304500"/>
              <a:ext cx="335375" cy="40375"/>
            </a:xfrm>
            <a:custGeom>
              <a:avLst/>
              <a:gdLst/>
              <a:ahLst/>
              <a:cxnLst/>
              <a:rect l="l" t="t" r="r" b="b"/>
              <a:pathLst>
                <a:path w="13415" h="1615" extrusionOk="0">
                  <a:moveTo>
                    <a:pt x="1837" y="1"/>
                  </a:moveTo>
                  <a:cubicBezTo>
                    <a:pt x="1178" y="29"/>
                    <a:pt x="603" y="353"/>
                    <a:pt x="371" y="845"/>
                  </a:cubicBezTo>
                  <a:lnTo>
                    <a:pt x="0" y="1615"/>
                  </a:lnTo>
                  <a:lnTo>
                    <a:pt x="13414" y="1615"/>
                  </a:lnTo>
                  <a:cubicBezTo>
                    <a:pt x="13414" y="1105"/>
                    <a:pt x="13090" y="650"/>
                    <a:pt x="12598" y="353"/>
                  </a:cubicBezTo>
                  <a:cubicBezTo>
                    <a:pt x="12570" y="344"/>
                    <a:pt x="12552" y="335"/>
                    <a:pt x="12524" y="316"/>
                  </a:cubicBezTo>
                  <a:cubicBezTo>
                    <a:pt x="12162" y="121"/>
                    <a:pt x="11717" y="1"/>
                    <a:pt x="11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8" name="Google Shape;2152;p43"/>
            <p:cNvSpPr/>
            <p:nvPr/>
          </p:nvSpPr>
          <p:spPr>
            <a:xfrm>
              <a:off x="1230950" y="3197350"/>
              <a:ext cx="181625" cy="66600"/>
            </a:xfrm>
            <a:custGeom>
              <a:avLst/>
              <a:gdLst/>
              <a:ahLst/>
              <a:cxnLst/>
              <a:rect l="l" t="t" r="r" b="b"/>
              <a:pathLst>
                <a:path w="7265" h="2664" extrusionOk="0">
                  <a:moveTo>
                    <a:pt x="7255" y="29"/>
                  </a:moveTo>
                  <a:lnTo>
                    <a:pt x="1" y="2663"/>
                  </a:lnTo>
                  <a:lnTo>
                    <a:pt x="706" y="1"/>
                  </a:lnTo>
                  <a:lnTo>
                    <a:pt x="7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39" name="Google Shape;2153;p43"/>
            <p:cNvSpPr/>
            <p:nvPr/>
          </p:nvSpPr>
          <p:spPr>
            <a:xfrm>
              <a:off x="965175" y="2671850"/>
              <a:ext cx="779500" cy="525525"/>
            </a:xfrm>
            <a:custGeom>
              <a:avLst/>
              <a:gdLst/>
              <a:ahLst/>
              <a:cxnLst/>
              <a:rect l="l" t="t" r="r" b="b"/>
              <a:pathLst>
                <a:path w="31180" h="21021" extrusionOk="0">
                  <a:moveTo>
                    <a:pt x="993" y="0"/>
                  </a:moveTo>
                  <a:cubicBezTo>
                    <a:pt x="446" y="0"/>
                    <a:pt x="0" y="464"/>
                    <a:pt x="0" y="1048"/>
                  </a:cubicBezTo>
                  <a:lnTo>
                    <a:pt x="0" y="19973"/>
                  </a:lnTo>
                  <a:cubicBezTo>
                    <a:pt x="0" y="20548"/>
                    <a:pt x="446" y="21021"/>
                    <a:pt x="993" y="21021"/>
                  </a:cubicBezTo>
                  <a:lnTo>
                    <a:pt x="30178" y="21021"/>
                  </a:lnTo>
                  <a:cubicBezTo>
                    <a:pt x="30734" y="21021"/>
                    <a:pt x="31179" y="20548"/>
                    <a:pt x="31179" y="19973"/>
                  </a:cubicBezTo>
                  <a:lnTo>
                    <a:pt x="31179" y="1048"/>
                  </a:lnTo>
                  <a:cubicBezTo>
                    <a:pt x="31179" y="464"/>
                    <a:pt x="30734" y="0"/>
                    <a:pt x="301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0" name="Google Shape;2154;p43"/>
            <p:cNvSpPr/>
            <p:nvPr/>
          </p:nvSpPr>
          <p:spPr>
            <a:xfrm>
              <a:off x="963550" y="2670450"/>
              <a:ext cx="782525" cy="528325"/>
            </a:xfrm>
            <a:custGeom>
              <a:avLst/>
              <a:gdLst/>
              <a:ahLst/>
              <a:cxnLst/>
              <a:rect l="l" t="t" r="r" b="b"/>
              <a:pathLst>
                <a:path w="31301" h="21133" extrusionOk="0">
                  <a:moveTo>
                    <a:pt x="30243" y="112"/>
                  </a:moveTo>
                  <a:cubicBezTo>
                    <a:pt x="30762" y="112"/>
                    <a:pt x="31189" y="557"/>
                    <a:pt x="31189" y="1104"/>
                  </a:cubicBezTo>
                  <a:lnTo>
                    <a:pt x="31189" y="20029"/>
                  </a:lnTo>
                  <a:cubicBezTo>
                    <a:pt x="31189" y="20576"/>
                    <a:pt x="30762" y="21021"/>
                    <a:pt x="30243" y="21021"/>
                  </a:cubicBezTo>
                  <a:lnTo>
                    <a:pt x="1058" y="21021"/>
                  </a:lnTo>
                  <a:cubicBezTo>
                    <a:pt x="539" y="21021"/>
                    <a:pt x="121" y="20576"/>
                    <a:pt x="121" y="20029"/>
                  </a:cubicBezTo>
                  <a:lnTo>
                    <a:pt x="121" y="1104"/>
                  </a:lnTo>
                  <a:cubicBezTo>
                    <a:pt x="121" y="557"/>
                    <a:pt x="548" y="112"/>
                    <a:pt x="1058" y="112"/>
                  </a:cubicBezTo>
                  <a:close/>
                  <a:moveTo>
                    <a:pt x="1058" y="0"/>
                  </a:moveTo>
                  <a:cubicBezTo>
                    <a:pt x="483" y="0"/>
                    <a:pt x="1" y="492"/>
                    <a:pt x="1" y="1104"/>
                  </a:cubicBezTo>
                  <a:lnTo>
                    <a:pt x="1" y="20029"/>
                  </a:lnTo>
                  <a:cubicBezTo>
                    <a:pt x="1" y="20641"/>
                    <a:pt x="483" y="21133"/>
                    <a:pt x="1058" y="21133"/>
                  </a:cubicBezTo>
                  <a:lnTo>
                    <a:pt x="30243" y="21133"/>
                  </a:lnTo>
                  <a:cubicBezTo>
                    <a:pt x="30827" y="21133"/>
                    <a:pt x="31300" y="20641"/>
                    <a:pt x="31300" y="20029"/>
                  </a:cubicBezTo>
                  <a:lnTo>
                    <a:pt x="31300" y="1104"/>
                  </a:lnTo>
                  <a:cubicBezTo>
                    <a:pt x="31300" y="492"/>
                    <a:pt x="30827" y="0"/>
                    <a:pt x="302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1" name="Google Shape;2155;p43"/>
            <p:cNvSpPr/>
            <p:nvPr/>
          </p:nvSpPr>
          <p:spPr>
            <a:xfrm>
              <a:off x="938975" y="2671850"/>
              <a:ext cx="761625" cy="526700"/>
            </a:xfrm>
            <a:custGeom>
              <a:avLst/>
              <a:gdLst/>
              <a:ahLst/>
              <a:cxnLst/>
              <a:rect l="l" t="t" r="r" b="b"/>
              <a:pathLst>
                <a:path w="30465" h="21068" extrusionOk="0">
                  <a:moveTo>
                    <a:pt x="1002" y="0"/>
                  </a:moveTo>
                  <a:cubicBezTo>
                    <a:pt x="445" y="0"/>
                    <a:pt x="0" y="473"/>
                    <a:pt x="0" y="1048"/>
                  </a:cubicBezTo>
                  <a:lnTo>
                    <a:pt x="0" y="20019"/>
                  </a:lnTo>
                  <a:cubicBezTo>
                    <a:pt x="0" y="20594"/>
                    <a:pt x="445" y="21067"/>
                    <a:pt x="1002" y="21067"/>
                  </a:cubicBezTo>
                  <a:lnTo>
                    <a:pt x="30187" y="21067"/>
                  </a:lnTo>
                  <a:cubicBezTo>
                    <a:pt x="30279" y="21067"/>
                    <a:pt x="30372" y="21049"/>
                    <a:pt x="30465" y="21021"/>
                  </a:cubicBezTo>
                  <a:lnTo>
                    <a:pt x="2041" y="21021"/>
                  </a:lnTo>
                  <a:cubicBezTo>
                    <a:pt x="1494" y="21021"/>
                    <a:pt x="1048" y="20548"/>
                    <a:pt x="1048" y="19973"/>
                  </a:cubicBezTo>
                  <a:lnTo>
                    <a:pt x="1048" y="1048"/>
                  </a:lnTo>
                  <a:cubicBezTo>
                    <a:pt x="1048" y="473"/>
                    <a:pt x="1484" y="9"/>
                    <a:pt x="2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2" name="Google Shape;2156;p43"/>
            <p:cNvSpPr/>
            <p:nvPr/>
          </p:nvSpPr>
          <p:spPr>
            <a:xfrm>
              <a:off x="937575" y="2670450"/>
              <a:ext cx="772775" cy="529475"/>
            </a:xfrm>
            <a:custGeom>
              <a:avLst/>
              <a:gdLst/>
              <a:ahLst/>
              <a:cxnLst/>
              <a:rect l="l" t="t" r="r" b="b"/>
              <a:pathLst>
                <a:path w="30911" h="21179" extrusionOk="0">
                  <a:moveTo>
                    <a:pt x="1633" y="112"/>
                  </a:moveTo>
                  <a:cubicBezTo>
                    <a:pt x="1281" y="297"/>
                    <a:pt x="1049" y="668"/>
                    <a:pt x="1049" y="1104"/>
                  </a:cubicBezTo>
                  <a:lnTo>
                    <a:pt x="1049" y="20029"/>
                  </a:lnTo>
                  <a:cubicBezTo>
                    <a:pt x="1049" y="20502"/>
                    <a:pt x="1327" y="20901"/>
                    <a:pt x="1726" y="21058"/>
                  </a:cubicBezTo>
                  <a:lnTo>
                    <a:pt x="1058" y="21058"/>
                  </a:lnTo>
                  <a:cubicBezTo>
                    <a:pt x="539" y="21058"/>
                    <a:pt x="112" y="20613"/>
                    <a:pt x="112" y="20075"/>
                  </a:cubicBezTo>
                  <a:lnTo>
                    <a:pt x="112" y="1104"/>
                  </a:lnTo>
                  <a:cubicBezTo>
                    <a:pt x="112" y="557"/>
                    <a:pt x="539" y="112"/>
                    <a:pt x="1058" y="112"/>
                  </a:cubicBezTo>
                  <a:close/>
                  <a:moveTo>
                    <a:pt x="1058" y="0"/>
                  </a:moveTo>
                  <a:cubicBezTo>
                    <a:pt x="474" y="0"/>
                    <a:pt x="1" y="492"/>
                    <a:pt x="1" y="1104"/>
                  </a:cubicBezTo>
                  <a:lnTo>
                    <a:pt x="1" y="20066"/>
                  </a:lnTo>
                  <a:cubicBezTo>
                    <a:pt x="1" y="20678"/>
                    <a:pt x="474" y="21179"/>
                    <a:pt x="1058" y="21179"/>
                  </a:cubicBezTo>
                  <a:lnTo>
                    <a:pt x="30243" y="21179"/>
                  </a:lnTo>
                  <a:cubicBezTo>
                    <a:pt x="30335" y="21179"/>
                    <a:pt x="30437" y="21160"/>
                    <a:pt x="30539" y="21133"/>
                  </a:cubicBezTo>
                  <a:lnTo>
                    <a:pt x="30910" y="21021"/>
                  </a:lnTo>
                  <a:lnTo>
                    <a:pt x="2097" y="21021"/>
                  </a:lnTo>
                  <a:cubicBezTo>
                    <a:pt x="1578" y="21021"/>
                    <a:pt x="1160" y="20576"/>
                    <a:pt x="1160" y="20029"/>
                  </a:cubicBezTo>
                  <a:lnTo>
                    <a:pt x="1160" y="1104"/>
                  </a:lnTo>
                  <a:cubicBezTo>
                    <a:pt x="1160" y="566"/>
                    <a:pt x="1578" y="121"/>
                    <a:pt x="2088" y="112"/>
                  </a:cubicBezTo>
                  <a:lnTo>
                    <a:pt x="20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3" name="Google Shape;2157;p43"/>
            <p:cNvSpPr/>
            <p:nvPr/>
          </p:nvSpPr>
          <p:spPr>
            <a:xfrm>
              <a:off x="1012725" y="2700375"/>
              <a:ext cx="688800" cy="404700"/>
            </a:xfrm>
            <a:custGeom>
              <a:avLst/>
              <a:gdLst/>
              <a:ahLst/>
              <a:cxnLst/>
              <a:rect l="l" t="t" r="r" b="b"/>
              <a:pathLst>
                <a:path w="27552" h="16188" extrusionOk="0">
                  <a:moveTo>
                    <a:pt x="325" y="0"/>
                  </a:moveTo>
                  <a:cubicBezTo>
                    <a:pt x="149" y="0"/>
                    <a:pt x="0" y="149"/>
                    <a:pt x="0" y="325"/>
                  </a:cubicBezTo>
                  <a:lnTo>
                    <a:pt x="0" y="4583"/>
                  </a:lnTo>
                  <a:lnTo>
                    <a:pt x="0" y="11986"/>
                  </a:lnTo>
                  <a:lnTo>
                    <a:pt x="0" y="16188"/>
                  </a:lnTo>
                  <a:lnTo>
                    <a:pt x="27552" y="16188"/>
                  </a:lnTo>
                  <a:lnTo>
                    <a:pt x="27552" y="325"/>
                  </a:lnTo>
                  <a:cubicBezTo>
                    <a:pt x="27552" y="149"/>
                    <a:pt x="27404" y="0"/>
                    <a:pt x="272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4" name="Google Shape;2158;p43"/>
            <p:cNvSpPr/>
            <p:nvPr/>
          </p:nvSpPr>
          <p:spPr>
            <a:xfrm>
              <a:off x="1011325" y="2698975"/>
              <a:ext cx="691600" cy="407500"/>
            </a:xfrm>
            <a:custGeom>
              <a:avLst/>
              <a:gdLst/>
              <a:ahLst/>
              <a:cxnLst/>
              <a:rect l="l" t="t" r="r" b="b"/>
              <a:pathLst>
                <a:path w="27664" h="16300" extrusionOk="0">
                  <a:moveTo>
                    <a:pt x="381" y="0"/>
                  </a:moveTo>
                  <a:cubicBezTo>
                    <a:pt x="167" y="0"/>
                    <a:pt x="0" y="167"/>
                    <a:pt x="0" y="381"/>
                  </a:cubicBezTo>
                  <a:lnTo>
                    <a:pt x="0" y="4639"/>
                  </a:lnTo>
                  <a:cubicBezTo>
                    <a:pt x="0" y="4667"/>
                    <a:pt x="19" y="4694"/>
                    <a:pt x="56" y="4694"/>
                  </a:cubicBezTo>
                  <a:cubicBezTo>
                    <a:pt x="84" y="4694"/>
                    <a:pt x="112" y="4667"/>
                    <a:pt x="112" y="4639"/>
                  </a:cubicBezTo>
                  <a:lnTo>
                    <a:pt x="112" y="381"/>
                  </a:lnTo>
                  <a:cubicBezTo>
                    <a:pt x="112" y="232"/>
                    <a:pt x="232" y="112"/>
                    <a:pt x="381" y="112"/>
                  </a:cubicBezTo>
                  <a:lnTo>
                    <a:pt x="27283" y="112"/>
                  </a:lnTo>
                  <a:cubicBezTo>
                    <a:pt x="27432" y="112"/>
                    <a:pt x="27552" y="232"/>
                    <a:pt x="27552" y="381"/>
                  </a:cubicBezTo>
                  <a:lnTo>
                    <a:pt x="27552" y="16188"/>
                  </a:lnTo>
                  <a:lnTo>
                    <a:pt x="112" y="16188"/>
                  </a:lnTo>
                  <a:lnTo>
                    <a:pt x="112" y="12042"/>
                  </a:lnTo>
                  <a:cubicBezTo>
                    <a:pt x="112" y="12004"/>
                    <a:pt x="93" y="11977"/>
                    <a:pt x="56" y="11977"/>
                  </a:cubicBezTo>
                  <a:cubicBezTo>
                    <a:pt x="28" y="11977"/>
                    <a:pt x="0" y="12004"/>
                    <a:pt x="0" y="12042"/>
                  </a:cubicBezTo>
                  <a:lnTo>
                    <a:pt x="0" y="16244"/>
                  </a:lnTo>
                  <a:cubicBezTo>
                    <a:pt x="0" y="16281"/>
                    <a:pt x="28" y="16299"/>
                    <a:pt x="56" y="16299"/>
                  </a:cubicBezTo>
                  <a:lnTo>
                    <a:pt x="27608" y="16299"/>
                  </a:lnTo>
                  <a:cubicBezTo>
                    <a:pt x="27636" y="16299"/>
                    <a:pt x="27664" y="16281"/>
                    <a:pt x="27664" y="16244"/>
                  </a:cubicBezTo>
                  <a:lnTo>
                    <a:pt x="27664" y="381"/>
                  </a:lnTo>
                  <a:cubicBezTo>
                    <a:pt x="27664" y="167"/>
                    <a:pt x="27497" y="0"/>
                    <a:pt x="27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5" name="Google Shape;2159;p43"/>
            <p:cNvSpPr/>
            <p:nvPr/>
          </p:nvSpPr>
          <p:spPr>
            <a:xfrm>
              <a:off x="1011325" y="2862250"/>
              <a:ext cx="2800" cy="82125"/>
            </a:xfrm>
            <a:custGeom>
              <a:avLst/>
              <a:gdLst/>
              <a:ahLst/>
              <a:cxnLst/>
              <a:rect l="l" t="t" r="r" b="b"/>
              <a:pathLst>
                <a:path w="112" h="3285" extrusionOk="0">
                  <a:moveTo>
                    <a:pt x="56" y="0"/>
                  </a:moveTo>
                  <a:cubicBezTo>
                    <a:pt x="19" y="0"/>
                    <a:pt x="0" y="28"/>
                    <a:pt x="0" y="65"/>
                  </a:cubicBezTo>
                  <a:lnTo>
                    <a:pt x="0" y="3228"/>
                  </a:lnTo>
                  <a:cubicBezTo>
                    <a:pt x="0" y="3256"/>
                    <a:pt x="19" y="3284"/>
                    <a:pt x="56" y="3284"/>
                  </a:cubicBezTo>
                  <a:cubicBezTo>
                    <a:pt x="84" y="3284"/>
                    <a:pt x="112" y="3256"/>
                    <a:pt x="112" y="3228"/>
                  </a:cubicBezTo>
                  <a:lnTo>
                    <a:pt x="112" y="65"/>
                  </a:lnTo>
                  <a:cubicBezTo>
                    <a:pt x="112"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6" name="Google Shape;2160;p43"/>
            <p:cNvSpPr/>
            <p:nvPr/>
          </p:nvSpPr>
          <p:spPr>
            <a:xfrm>
              <a:off x="968425" y="3105050"/>
              <a:ext cx="773475" cy="89775"/>
            </a:xfrm>
            <a:custGeom>
              <a:avLst/>
              <a:gdLst/>
              <a:ahLst/>
              <a:cxnLst/>
              <a:rect l="l" t="t" r="r" b="b"/>
              <a:pathLst>
                <a:path w="30939" h="3591" extrusionOk="0">
                  <a:moveTo>
                    <a:pt x="0" y="1"/>
                  </a:moveTo>
                  <a:lnTo>
                    <a:pt x="0" y="2617"/>
                  </a:lnTo>
                  <a:cubicBezTo>
                    <a:pt x="0" y="3155"/>
                    <a:pt x="446" y="3591"/>
                    <a:pt x="993" y="3591"/>
                  </a:cubicBezTo>
                  <a:lnTo>
                    <a:pt x="29945" y="3591"/>
                  </a:lnTo>
                  <a:cubicBezTo>
                    <a:pt x="30493" y="3591"/>
                    <a:pt x="30938" y="3155"/>
                    <a:pt x="30938" y="2617"/>
                  </a:cubicBezTo>
                  <a:lnTo>
                    <a:pt x="309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7" name="Google Shape;2161;p43"/>
            <p:cNvSpPr/>
            <p:nvPr/>
          </p:nvSpPr>
          <p:spPr>
            <a:xfrm>
              <a:off x="967025" y="3103675"/>
              <a:ext cx="776250" cy="92550"/>
            </a:xfrm>
            <a:custGeom>
              <a:avLst/>
              <a:gdLst/>
              <a:ahLst/>
              <a:cxnLst/>
              <a:rect l="l" t="t" r="r" b="b"/>
              <a:pathLst>
                <a:path w="31050" h="3702" extrusionOk="0">
                  <a:moveTo>
                    <a:pt x="30929" y="111"/>
                  </a:moveTo>
                  <a:lnTo>
                    <a:pt x="30929" y="2672"/>
                  </a:lnTo>
                  <a:cubicBezTo>
                    <a:pt x="30929" y="3173"/>
                    <a:pt x="30512" y="3581"/>
                    <a:pt x="30001" y="3581"/>
                  </a:cubicBezTo>
                  <a:lnTo>
                    <a:pt x="1049" y="3581"/>
                  </a:lnTo>
                  <a:cubicBezTo>
                    <a:pt x="529" y="3581"/>
                    <a:pt x="112" y="3173"/>
                    <a:pt x="112" y="2672"/>
                  </a:cubicBezTo>
                  <a:lnTo>
                    <a:pt x="112" y="111"/>
                  </a:lnTo>
                  <a:close/>
                  <a:moveTo>
                    <a:pt x="56" y="0"/>
                  </a:moveTo>
                  <a:cubicBezTo>
                    <a:pt x="19" y="0"/>
                    <a:pt x="1" y="28"/>
                    <a:pt x="1" y="56"/>
                  </a:cubicBezTo>
                  <a:lnTo>
                    <a:pt x="1" y="2672"/>
                  </a:lnTo>
                  <a:cubicBezTo>
                    <a:pt x="1" y="3238"/>
                    <a:pt x="464" y="3702"/>
                    <a:pt x="1049" y="3702"/>
                  </a:cubicBezTo>
                  <a:lnTo>
                    <a:pt x="30001" y="3702"/>
                  </a:lnTo>
                  <a:cubicBezTo>
                    <a:pt x="30577" y="3702"/>
                    <a:pt x="31050" y="3238"/>
                    <a:pt x="31050" y="2672"/>
                  </a:cubicBezTo>
                  <a:lnTo>
                    <a:pt x="31050" y="56"/>
                  </a:lnTo>
                  <a:cubicBezTo>
                    <a:pt x="31050" y="28"/>
                    <a:pt x="31022" y="0"/>
                    <a:pt x="309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8" name="Google Shape;2162;p43"/>
            <p:cNvSpPr/>
            <p:nvPr/>
          </p:nvSpPr>
          <p:spPr>
            <a:xfrm>
              <a:off x="1330450" y="3129400"/>
              <a:ext cx="45250" cy="45250"/>
            </a:xfrm>
            <a:custGeom>
              <a:avLst/>
              <a:gdLst/>
              <a:ahLst/>
              <a:cxnLst/>
              <a:rect l="l" t="t" r="r" b="b"/>
              <a:pathLst>
                <a:path w="1810" h="1810" extrusionOk="0">
                  <a:moveTo>
                    <a:pt x="900" y="112"/>
                  </a:moveTo>
                  <a:cubicBezTo>
                    <a:pt x="1336" y="112"/>
                    <a:pt x="1689" y="465"/>
                    <a:pt x="1689" y="901"/>
                  </a:cubicBezTo>
                  <a:cubicBezTo>
                    <a:pt x="1689" y="1337"/>
                    <a:pt x="1336" y="1689"/>
                    <a:pt x="900" y="1689"/>
                  </a:cubicBezTo>
                  <a:cubicBezTo>
                    <a:pt x="473" y="1689"/>
                    <a:pt x="112" y="1337"/>
                    <a:pt x="112" y="901"/>
                  </a:cubicBezTo>
                  <a:cubicBezTo>
                    <a:pt x="112" y="465"/>
                    <a:pt x="473" y="112"/>
                    <a:pt x="900" y="112"/>
                  </a:cubicBezTo>
                  <a:close/>
                  <a:moveTo>
                    <a:pt x="900" y="1"/>
                  </a:moveTo>
                  <a:cubicBezTo>
                    <a:pt x="408" y="1"/>
                    <a:pt x="0" y="409"/>
                    <a:pt x="0" y="901"/>
                  </a:cubicBezTo>
                  <a:cubicBezTo>
                    <a:pt x="0" y="1402"/>
                    <a:pt x="408" y="1810"/>
                    <a:pt x="900" y="1810"/>
                  </a:cubicBezTo>
                  <a:cubicBezTo>
                    <a:pt x="1401" y="1810"/>
                    <a:pt x="1809" y="1402"/>
                    <a:pt x="1809" y="901"/>
                  </a:cubicBezTo>
                  <a:cubicBezTo>
                    <a:pt x="1809" y="400"/>
                    <a:pt x="1401" y="1"/>
                    <a:pt x="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49" name="Google Shape;2163;p43"/>
            <p:cNvSpPr/>
            <p:nvPr/>
          </p:nvSpPr>
          <p:spPr>
            <a:xfrm>
              <a:off x="1348075" y="2680875"/>
              <a:ext cx="10000" cy="9775"/>
            </a:xfrm>
            <a:custGeom>
              <a:avLst/>
              <a:gdLst/>
              <a:ahLst/>
              <a:cxnLst/>
              <a:rect l="l" t="t" r="r" b="b"/>
              <a:pathLst>
                <a:path w="400" h="391" extrusionOk="0">
                  <a:moveTo>
                    <a:pt x="195" y="1"/>
                  </a:moveTo>
                  <a:cubicBezTo>
                    <a:pt x="93" y="1"/>
                    <a:pt x="0" y="94"/>
                    <a:pt x="0" y="196"/>
                  </a:cubicBezTo>
                  <a:cubicBezTo>
                    <a:pt x="0" y="307"/>
                    <a:pt x="93" y="390"/>
                    <a:pt x="195" y="390"/>
                  </a:cubicBezTo>
                  <a:cubicBezTo>
                    <a:pt x="306" y="390"/>
                    <a:pt x="399" y="307"/>
                    <a:pt x="399" y="196"/>
                  </a:cubicBezTo>
                  <a:cubicBezTo>
                    <a:pt x="399" y="94"/>
                    <a:pt x="306" y="1"/>
                    <a:pt x="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0" name="Google Shape;2164;p43"/>
            <p:cNvSpPr/>
            <p:nvPr/>
          </p:nvSpPr>
          <p:spPr>
            <a:xfrm>
              <a:off x="1346675" y="2679500"/>
              <a:ext cx="12775" cy="12775"/>
            </a:xfrm>
            <a:custGeom>
              <a:avLst/>
              <a:gdLst/>
              <a:ahLst/>
              <a:cxnLst/>
              <a:rect l="l" t="t" r="r" b="b"/>
              <a:pathLst>
                <a:path w="511" h="511" extrusionOk="0">
                  <a:moveTo>
                    <a:pt x="251" y="112"/>
                  </a:moveTo>
                  <a:cubicBezTo>
                    <a:pt x="335" y="112"/>
                    <a:pt x="390" y="176"/>
                    <a:pt x="390" y="251"/>
                  </a:cubicBezTo>
                  <a:cubicBezTo>
                    <a:pt x="390" y="334"/>
                    <a:pt x="335" y="390"/>
                    <a:pt x="251" y="390"/>
                  </a:cubicBezTo>
                  <a:cubicBezTo>
                    <a:pt x="177" y="390"/>
                    <a:pt x="121" y="334"/>
                    <a:pt x="121" y="251"/>
                  </a:cubicBezTo>
                  <a:cubicBezTo>
                    <a:pt x="121" y="176"/>
                    <a:pt x="177" y="112"/>
                    <a:pt x="251" y="112"/>
                  </a:cubicBezTo>
                  <a:close/>
                  <a:moveTo>
                    <a:pt x="251" y="0"/>
                  </a:moveTo>
                  <a:cubicBezTo>
                    <a:pt x="112" y="0"/>
                    <a:pt x="1" y="112"/>
                    <a:pt x="1" y="251"/>
                  </a:cubicBezTo>
                  <a:cubicBezTo>
                    <a:pt x="1" y="390"/>
                    <a:pt x="112" y="510"/>
                    <a:pt x="251" y="510"/>
                  </a:cubicBezTo>
                  <a:cubicBezTo>
                    <a:pt x="390" y="510"/>
                    <a:pt x="511" y="390"/>
                    <a:pt x="511" y="251"/>
                  </a:cubicBezTo>
                  <a:cubicBezTo>
                    <a:pt x="511" y="112"/>
                    <a:pt x="39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1" name="Google Shape;2165;p43"/>
            <p:cNvSpPr/>
            <p:nvPr/>
          </p:nvSpPr>
          <p:spPr>
            <a:xfrm>
              <a:off x="1345975" y="2836725"/>
              <a:ext cx="3050" cy="37375"/>
            </a:xfrm>
            <a:custGeom>
              <a:avLst/>
              <a:gdLst/>
              <a:ahLst/>
              <a:cxnLst/>
              <a:rect l="l" t="t" r="r" b="b"/>
              <a:pathLst>
                <a:path w="122" h="1495" extrusionOk="0">
                  <a:moveTo>
                    <a:pt x="66" y="1"/>
                  </a:moveTo>
                  <a:cubicBezTo>
                    <a:pt x="29" y="1"/>
                    <a:pt x="1" y="29"/>
                    <a:pt x="1" y="66"/>
                  </a:cubicBezTo>
                  <a:lnTo>
                    <a:pt x="1" y="1439"/>
                  </a:lnTo>
                  <a:cubicBezTo>
                    <a:pt x="1" y="1466"/>
                    <a:pt x="29" y="1494"/>
                    <a:pt x="66" y="1494"/>
                  </a:cubicBezTo>
                  <a:cubicBezTo>
                    <a:pt x="94" y="1494"/>
                    <a:pt x="121" y="1466"/>
                    <a:pt x="121" y="1439"/>
                  </a:cubicBezTo>
                  <a:lnTo>
                    <a:pt x="121" y="66"/>
                  </a:lnTo>
                  <a:cubicBezTo>
                    <a:pt x="121" y="29"/>
                    <a:pt x="94" y="1"/>
                    <a:pt x="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2" name="Google Shape;2166;p43"/>
            <p:cNvSpPr/>
            <p:nvPr/>
          </p:nvSpPr>
          <p:spPr>
            <a:xfrm>
              <a:off x="1345750" y="2953850"/>
              <a:ext cx="3050" cy="47575"/>
            </a:xfrm>
            <a:custGeom>
              <a:avLst/>
              <a:gdLst/>
              <a:ahLst/>
              <a:cxnLst/>
              <a:rect l="l" t="t" r="r" b="b"/>
              <a:pathLst>
                <a:path w="122" h="1903" extrusionOk="0">
                  <a:moveTo>
                    <a:pt x="56" y="0"/>
                  </a:moveTo>
                  <a:cubicBezTo>
                    <a:pt x="28" y="0"/>
                    <a:pt x="0" y="28"/>
                    <a:pt x="0" y="56"/>
                  </a:cubicBezTo>
                  <a:lnTo>
                    <a:pt x="0" y="1847"/>
                  </a:lnTo>
                  <a:cubicBezTo>
                    <a:pt x="0" y="1874"/>
                    <a:pt x="28" y="1902"/>
                    <a:pt x="56" y="1902"/>
                  </a:cubicBezTo>
                  <a:cubicBezTo>
                    <a:pt x="93" y="1902"/>
                    <a:pt x="121" y="1884"/>
                    <a:pt x="121" y="1847"/>
                  </a:cubicBezTo>
                  <a:lnTo>
                    <a:pt x="121" y="56"/>
                  </a:lnTo>
                  <a:cubicBezTo>
                    <a:pt x="121" y="28"/>
                    <a:pt x="93" y="0"/>
                    <a:pt x="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3" name="Google Shape;2167;p43"/>
            <p:cNvSpPr/>
            <p:nvPr/>
          </p:nvSpPr>
          <p:spPr>
            <a:xfrm>
              <a:off x="1144450" y="3030625"/>
              <a:ext cx="37125" cy="2800"/>
            </a:xfrm>
            <a:custGeom>
              <a:avLst/>
              <a:gdLst/>
              <a:ahLst/>
              <a:cxnLst/>
              <a:rect l="l" t="t" r="r" b="b"/>
              <a:pathLst>
                <a:path w="1485" h="112" extrusionOk="0">
                  <a:moveTo>
                    <a:pt x="56" y="0"/>
                  </a:moveTo>
                  <a:cubicBezTo>
                    <a:pt x="19" y="0"/>
                    <a:pt x="0" y="19"/>
                    <a:pt x="0" y="56"/>
                  </a:cubicBezTo>
                  <a:cubicBezTo>
                    <a:pt x="0" y="84"/>
                    <a:pt x="19" y="111"/>
                    <a:pt x="56" y="111"/>
                  </a:cubicBezTo>
                  <a:lnTo>
                    <a:pt x="1429" y="111"/>
                  </a:lnTo>
                  <a:cubicBezTo>
                    <a:pt x="1457" y="111"/>
                    <a:pt x="1485" y="84"/>
                    <a:pt x="1485" y="56"/>
                  </a:cubicBezTo>
                  <a:cubicBezTo>
                    <a:pt x="1485" y="19"/>
                    <a:pt x="1457" y="0"/>
                    <a:pt x="14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4" name="Google Shape;2168;p43"/>
            <p:cNvSpPr/>
            <p:nvPr/>
          </p:nvSpPr>
          <p:spPr>
            <a:xfrm>
              <a:off x="1069300" y="2755800"/>
              <a:ext cx="323775" cy="82125"/>
            </a:xfrm>
            <a:custGeom>
              <a:avLst/>
              <a:gdLst/>
              <a:ahLst/>
              <a:cxnLst/>
              <a:rect l="l" t="t" r="r" b="b"/>
              <a:pathLst>
                <a:path w="12951" h="3285" extrusionOk="0">
                  <a:moveTo>
                    <a:pt x="121" y="0"/>
                  </a:moveTo>
                  <a:cubicBezTo>
                    <a:pt x="56" y="0"/>
                    <a:pt x="1" y="56"/>
                    <a:pt x="1" y="121"/>
                  </a:cubicBezTo>
                  <a:lnTo>
                    <a:pt x="1" y="3154"/>
                  </a:lnTo>
                  <a:cubicBezTo>
                    <a:pt x="1" y="3228"/>
                    <a:pt x="56" y="3284"/>
                    <a:pt x="121" y="3284"/>
                  </a:cubicBezTo>
                  <a:lnTo>
                    <a:pt x="12830" y="3284"/>
                  </a:lnTo>
                  <a:cubicBezTo>
                    <a:pt x="12895" y="3284"/>
                    <a:pt x="12951" y="3228"/>
                    <a:pt x="12951" y="3154"/>
                  </a:cubicBezTo>
                  <a:lnTo>
                    <a:pt x="12951" y="121"/>
                  </a:lnTo>
                  <a:cubicBezTo>
                    <a:pt x="12951" y="56"/>
                    <a:pt x="12895" y="0"/>
                    <a:pt x="12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5" name="Google Shape;2169;p43"/>
            <p:cNvSpPr/>
            <p:nvPr/>
          </p:nvSpPr>
          <p:spPr>
            <a:xfrm>
              <a:off x="1067925" y="2754400"/>
              <a:ext cx="326775" cy="84900"/>
            </a:xfrm>
            <a:custGeom>
              <a:avLst/>
              <a:gdLst/>
              <a:ahLst/>
              <a:cxnLst/>
              <a:rect l="l" t="t" r="r" b="b"/>
              <a:pathLst>
                <a:path w="13071" h="3396" extrusionOk="0">
                  <a:moveTo>
                    <a:pt x="12885" y="112"/>
                  </a:moveTo>
                  <a:cubicBezTo>
                    <a:pt x="12922" y="112"/>
                    <a:pt x="12950" y="140"/>
                    <a:pt x="12950" y="177"/>
                  </a:cubicBezTo>
                  <a:lnTo>
                    <a:pt x="12950" y="3210"/>
                  </a:lnTo>
                  <a:cubicBezTo>
                    <a:pt x="12950" y="3247"/>
                    <a:pt x="12922" y="3275"/>
                    <a:pt x="12885" y="3275"/>
                  </a:cubicBezTo>
                  <a:lnTo>
                    <a:pt x="176" y="3275"/>
                  </a:lnTo>
                  <a:cubicBezTo>
                    <a:pt x="139" y="3275"/>
                    <a:pt x="111" y="3247"/>
                    <a:pt x="111" y="3210"/>
                  </a:cubicBezTo>
                  <a:lnTo>
                    <a:pt x="111" y="177"/>
                  </a:lnTo>
                  <a:cubicBezTo>
                    <a:pt x="111" y="140"/>
                    <a:pt x="139" y="112"/>
                    <a:pt x="176" y="112"/>
                  </a:cubicBezTo>
                  <a:close/>
                  <a:moveTo>
                    <a:pt x="176" y="1"/>
                  </a:moveTo>
                  <a:cubicBezTo>
                    <a:pt x="74" y="1"/>
                    <a:pt x="0" y="75"/>
                    <a:pt x="0" y="177"/>
                  </a:cubicBezTo>
                  <a:lnTo>
                    <a:pt x="0" y="3210"/>
                  </a:lnTo>
                  <a:cubicBezTo>
                    <a:pt x="0" y="3312"/>
                    <a:pt x="74" y="3396"/>
                    <a:pt x="176" y="3396"/>
                  </a:cubicBezTo>
                  <a:lnTo>
                    <a:pt x="12885" y="3396"/>
                  </a:lnTo>
                  <a:cubicBezTo>
                    <a:pt x="12987" y="3396"/>
                    <a:pt x="13071" y="3312"/>
                    <a:pt x="13071" y="3210"/>
                  </a:cubicBezTo>
                  <a:lnTo>
                    <a:pt x="13071" y="177"/>
                  </a:lnTo>
                  <a:cubicBezTo>
                    <a:pt x="13071" y="75"/>
                    <a:pt x="12987" y="1"/>
                    <a:pt x="128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6" name="Google Shape;2170;p43"/>
            <p:cNvSpPr/>
            <p:nvPr/>
          </p:nvSpPr>
          <p:spPr>
            <a:xfrm>
              <a:off x="1070000" y="2873150"/>
              <a:ext cx="80725" cy="80725"/>
            </a:xfrm>
            <a:custGeom>
              <a:avLst/>
              <a:gdLst/>
              <a:ahLst/>
              <a:cxnLst/>
              <a:rect l="l" t="t" r="r" b="b"/>
              <a:pathLst>
                <a:path w="3229" h="3229" extrusionOk="0">
                  <a:moveTo>
                    <a:pt x="121" y="0"/>
                  </a:moveTo>
                  <a:cubicBezTo>
                    <a:pt x="56" y="0"/>
                    <a:pt x="1" y="56"/>
                    <a:pt x="1" y="121"/>
                  </a:cubicBezTo>
                  <a:lnTo>
                    <a:pt x="1" y="3099"/>
                  </a:lnTo>
                  <a:cubicBezTo>
                    <a:pt x="1" y="3173"/>
                    <a:pt x="56" y="3228"/>
                    <a:pt x="121" y="3228"/>
                  </a:cubicBezTo>
                  <a:lnTo>
                    <a:pt x="3099" y="3228"/>
                  </a:lnTo>
                  <a:cubicBezTo>
                    <a:pt x="3173" y="3228"/>
                    <a:pt x="3229" y="3173"/>
                    <a:pt x="3229" y="3099"/>
                  </a:cubicBezTo>
                  <a:lnTo>
                    <a:pt x="3229" y="121"/>
                  </a:lnTo>
                  <a:cubicBezTo>
                    <a:pt x="3229" y="56"/>
                    <a:pt x="3173" y="0"/>
                    <a:pt x="30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7" name="Google Shape;2171;p43"/>
            <p:cNvSpPr/>
            <p:nvPr/>
          </p:nvSpPr>
          <p:spPr>
            <a:xfrm>
              <a:off x="1068600" y="2871750"/>
              <a:ext cx="83525" cy="83525"/>
            </a:xfrm>
            <a:custGeom>
              <a:avLst/>
              <a:gdLst/>
              <a:ahLst/>
              <a:cxnLst/>
              <a:rect l="l" t="t" r="r" b="b"/>
              <a:pathLst>
                <a:path w="3341" h="3341" extrusionOk="0">
                  <a:moveTo>
                    <a:pt x="3155" y="112"/>
                  </a:moveTo>
                  <a:cubicBezTo>
                    <a:pt x="3192" y="112"/>
                    <a:pt x="3220" y="140"/>
                    <a:pt x="3220" y="177"/>
                  </a:cubicBezTo>
                  <a:lnTo>
                    <a:pt x="3220" y="3155"/>
                  </a:lnTo>
                  <a:cubicBezTo>
                    <a:pt x="3220" y="3192"/>
                    <a:pt x="3192" y="3220"/>
                    <a:pt x="3155" y="3220"/>
                  </a:cubicBezTo>
                  <a:lnTo>
                    <a:pt x="177" y="3220"/>
                  </a:lnTo>
                  <a:cubicBezTo>
                    <a:pt x="140" y="3220"/>
                    <a:pt x="112" y="3192"/>
                    <a:pt x="112" y="3155"/>
                  </a:cubicBezTo>
                  <a:lnTo>
                    <a:pt x="112" y="177"/>
                  </a:lnTo>
                  <a:cubicBezTo>
                    <a:pt x="112" y="140"/>
                    <a:pt x="140" y="112"/>
                    <a:pt x="177" y="112"/>
                  </a:cubicBezTo>
                  <a:close/>
                  <a:moveTo>
                    <a:pt x="177" y="1"/>
                  </a:moveTo>
                  <a:cubicBezTo>
                    <a:pt x="75" y="1"/>
                    <a:pt x="1" y="84"/>
                    <a:pt x="1" y="177"/>
                  </a:cubicBezTo>
                  <a:lnTo>
                    <a:pt x="1" y="3155"/>
                  </a:lnTo>
                  <a:cubicBezTo>
                    <a:pt x="1" y="3257"/>
                    <a:pt x="75" y="3340"/>
                    <a:pt x="177" y="3340"/>
                  </a:cubicBezTo>
                  <a:lnTo>
                    <a:pt x="3155" y="3340"/>
                  </a:lnTo>
                  <a:cubicBezTo>
                    <a:pt x="3257" y="3340"/>
                    <a:pt x="3340" y="3257"/>
                    <a:pt x="3340" y="3155"/>
                  </a:cubicBezTo>
                  <a:lnTo>
                    <a:pt x="3340" y="177"/>
                  </a:lnTo>
                  <a:cubicBezTo>
                    <a:pt x="3340" y="84"/>
                    <a:pt x="3257" y="1"/>
                    <a:pt x="3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8" name="Google Shape;2172;p43"/>
            <p:cNvSpPr/>
            <p:nvPr/>
          </p:nvSpPr>
          <p:spPr>
            <a:xfrm>
              <a:off x="1190825" y="2873150"/>
              <a:ext cx="80725" cy="80725"/>
            </a:xfrm>
            <a:custGeom>
              <a:avLst/>
              <a:gdLst/>
              <a:ahLst/>
              <a:cxnLst/>
              <a:rect l="l" t="t" r="r" b="b"/>
              <a:pathLst>
                <a:path w="3229" h="3229" extrusionOk="0">
                  <a:moveTo>
                    <a:pt x="131" y="0"/>
                  </a:moveTo>
                  <a:cubicBezTo>
                    <a:pt x="56" y="0"/>
                    <a:pt x="1" y="56"/>
                    <a:pt x="1" y="121"/>
                  </a:cubicBezTo>
                  <a:lnTo>
                    <a:pt x="1" y="3099"/>
                  </a:lnTo>
                  <a:cubicBezTo>
                    <a:pt x="1" y="3173"/>
                    <a:pt x="56" y="3228"/>
                    <a:pt x="131" y="3228"/>
                  </a:cubicBezTo>
                  <a:lnTo>
                    <a:pt x="3108" y="3228"/>
                  </a:lnTo>
                  <a:cubicBezTo>
                    <a:pt x="3173" y="3228"/>
                    <a:pt x="3229" y="3173"/>
                    <a:pt x="3229" y="3099"/>
                  </a:cubicBezTo>
                  <a:lnTo>
                    <a:pt x="3229" y="121"/>
                  </a:lnTo>
                  <a:cubicBezTo>
                    <a:pt x="3229" y="56"/>
                    <a:pt x="3173" y="0"/>
                    <a:pt x="31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59" name="Google Shape;2173;p43"/>
            <p:cNvSpPr/>
            <p:nvPr/>
          </p:nvSpPr>
          <p:spPr>
            <a:xfrm>
              <a:off x="1189450" y="2871750"/>
              <a:ext cx="83500" cy="83525"/>
            </a:xfrm>
            <a:custGeom>
              <a:avLst/>
              <a:gdLst/>
              <a:ahLst/>
              <a:cxnLst/>
              <a:rect l="l" t="t" r="r" b="b"/>
              <a:pathLst>
                <a:path w="3340" h="3341" extrusionOk="0">
                  <a:moveTo>
                    <a:pt x="3163" y="112"/>
                  </a:moveTo>
                  <a:cubicBezTo>
                    <a:pt x="3200" y="112"/>
                    <a:pt x="3228" y="140"/>
                    <a:pt x="3228" y="177"/>
                  </a:cubicBezTo>
                  <a:lnTo>
                    <a:pt x="3228" y="3155"/>
                  </a:lnTo>
                  <a:cubicBezTo>
                    <a:pt x="3228" y="3192"/>
                    <a:pt x="3200" y="3220"/>
                    <a:pt x="3163" y="3220"/>
                  </a:cubicBezTo>
                  <a:lnTo>
                    <a:pt x="186" y="3220"/>
                  </a:lnTo>
                  <a:cubicBezTo>
                    <a:pt x="148" y="3220"/>
                    <a:pt x="121" y="3192"/>
                    <a:pt x="121" y="3155"/>
                  </a:cubicBezTo>
                  <a:lnTo>
                    <a:pt x="121" y="177"/>
                  </a:lnTo>
                  <a:cubicBezTo>
                    <a:pt x="121" y="140"/>
                    <a:pt x="148" y="112"/>
                    <a:pt x="186" y="112"/>
                  </a:cubicBezTo>
                  <a:close/>
                  <a:moveTo>
                    <a:pt x="186" y="1"/>
                  </a:moveTo>
                  <a:cubicBezTo>
                    <a:pt x="83" y="1"/>
                    <a:pt x="0" y="84"/>
                    <a:pt x="0" y="177"/>
                  </a:cubicBezTo>
                  <a:lnTo>
                    <a:pt x="0" y="3155"/>
                  </a:lnTo>
                  <a:cubicBezTo>
                    <a:pt x="0" y="3257"/>
                    <a:pt x="83" y="3340"/>
                    <a:pt x="186" y="3340"/>
                  </a:cubicBezTo>
                  <a:lnTo>
                    <a:pt x="3163" y="3340"/>
                  </a:lnTo>
                  <a:cubicBezTo>
                    <a:pt x="3256" y="3340"/>
                    <a:pt x="3340" y="3257"/>
                    <a:pt x="3340" y="3155"/>
                  </a:cubicBezTo>
                  <a:lnTo>
                    <a:pt x="3340" y="177"/>
                  </a:lnTo>
                  <a:cubicBezTo>
                    <a:pt x="3340" y="84"/>
                    <a:pt x="3256" y="1"/>
                    <a:pt x="31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0" name="Google Shape;2174;p43"/>
            <p:cNvSpPr/>
            <p:nvPr/>
          </p:nvSpPr>
          <p:spPr>
            <a:xfrm>
              <a:off x="1309350" y="2873150"/>
              <a:ext cx="80500" cy="80725"/>
            </a:xfrm>
            <a:custGeom>
              <a:avLst/>
              <a:gdLst/>
              <a:ahLst/>
              <a:cxnLst/>
              <a:rect l="l" t="t" r="r" b="b"/>
              <a:pathLst>
                <a:path w="3220" h="3229" extrusionOk="0">
                  <a:moveTo>
                    <a:pt x="121" y="0"/>
                  </a:moveTo>
                  <a:cubicBezTo>
                    <a:pt x="56" y="0"/>
                    <a:pt x="0" y="56"/>
                    <a:pt x="0" y="121"/>
                  </a:cubicBezTo>
                  <a:lnTo>
                    <a:pt x="0" y="3099"/>
                  </a:lnTo>
                  <a:cubicBezTo>
                    <a:pt x="0" y="3173"/>
                    <a:pt x="56" y="3228"/>
                    <a:pt x="121" y="3228"/>
                  </a:cubicBezTo>
                  <a:lnTo>
                    <a:pt x="3098" y="3228"/>
                  </a:lnTo>
                  <a:cubicBezTo>
                    <a:pt x="3173" y="3228"/>
                    <a:pt x="3219" y="3173"/>
                    <a:pt x="3219" y="3099"/>
                  </a:cubicBezTo>
                  <a:lnTo>
                    <a:pt x="3219" y="121"/>
                  </a:lnTo>
                  <a:cubicBezTo>
                    <a:pt x="3219" y="56"/>
                    <a:pt x="3173" y="0"/>
                    <a:pt x="30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1" name="Google Shape;2175;p43"/>
            <p:cNvSpPr/>
            <p:nvPr/>
          </p:nvSpPr>
          <p:spPr>
            <a:xfrm>
              <a:off x="1307950" y="2871750"/>
              <a:ext cx="83500" cy="83525"/>
            </a:xfrm>
            <a:custGeom>
              <a:avLst/>
              <a:gdLst/>
              <a:ahLst/>
              <a:cxnLst/>
              <a:rect l="l" t="t" r="r" b="b"/>
              <a:pathLst>
                <a:path w="3340" h="3341" extrusionOk="0">
                  <a:moveTo>
                    <a:pt x="3154" y="112"/>
                  </a:moveTo>
                  <a:cubicBezTo>
                    <a:pt x="3192" y="112"/>
                    <a:pt x="3219" y="140"/>
                    <a:pt x="3219" y="177"/>
                  </a:cubicBezTo>
                  <a:lnTo>
                    <a:pt x="3219" y="3155"/>
                  </a:lnTo>
                  <a:cubicBezTo>
                    <a:pt x="3219" y="3192"/>
                    <a:pt x="3192" y="3220"/>
                    <a:pt x="3154" y="3220"/>
                  </a:cubicBezTo>
                  <a:lnTo>
                    <a:pt x="177" y="3220"/>
                  </a:lnTo>
                  <a:cubicBezTo>
                    <a:pt x="140" y="3220"/>
                    <a:pt x="112" y="3192"/>
                    <a:pt x="112" y="3155"/>
                  </a:cubicBezTo>
                  <a:lnTo>
                    <a:pt x="112" y="177"/>
                  </a:lnTo>
                  <a:cubicBezTo>
                    <a:pt x="112" y="140"/>
                    <a:pt x="140" y="112"/>
                    <a:pt x="177" y="112"/>
                  </a:cubicBezTo>
                  <a:close/>
                  <a:moveTo>
                    <a:pt x="177" y="1"/>
                  </a:moveTo>
                  <a:cubicBezTo>
                    <a:pt x="75" y="1"/>
                    <a:pt x="0" y="84"/>
                    <a:pt x="0" y="177"/>
                  </a:cubicBezTo>
                  <a:lnTo>
                    <a:pt x="0" y="3155"/>
                  </a:lnTo>
                  <a:cubicBezTo>
                    <a:pt x="0" y="3257"/>
                    <a:pt x="75" y="3340"/>
                    <a:pt x="177" y="3340"/>
                  </a:cubicBezTo>
                  <a:lnTo>
                    <a:pt x="3154" y="3340"/>
                  </a:lnTo>
                  <a:cubicBezTo>
                    <a:pt x="3257" y="3340"/>
                    <a:pt x="3340" y="3257"/>
                    <a:pt x="3340" y="3155"/>
                  </a:cubicBezTo>
                  <a:lnTo>
                    <a:pt x="3340" y="177"/>
                  </a:lnTo>
                  <a:cubicBezTo>
                    <a:pt x="3340" y="84"/>
                    <a:pt x="3257" y="1"/>
                    <a:pt x="3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2" name="Google Shape;2176;p43"/>
            <p:cNvSpPr/>
            <p:nvPr/>
          </p:nvSpPr>
          <p:spPr>
            <a:xfrm>
              <a:off x="1180850" y="3001400"/>
              <a:ext cx="207375" cy="61700"/>
            </a:xfrm>
            <a:custGeom>
              <a:avLst/>
              <a:gdLst/>
              <a:ahLst/>
              <a:cxnLst/>
              <a:rect l="l" t="t" r="r" b="b"/>
              <a:pathLst>
                <a:path w="8295" h="2468" extrusionOk="0">
                  <a:moveTo>
                    <a:pt x="1235" y="0"/>
                  </a:moveTo>
                  <a:cubicBezTo>
                    <a:pt x="557" y="0"/>
                    <a:pt x="1" y="547"/>
                    <a:pt x="1" y="1234"/>
                  </a:cubicBezTo>
                  <a:cubicBezTo>
                    <a:pt x="1" y="1920"/>
                    <a:pt x="557" y="2468"/>
                    <a:pt x="1235" y="2468"/>
                  </a:cubicBezTo>
                  <a:lnTo>
                    <a:pt x="7051" y="2468"/>
                  </a:lnTo>
                  <a:cubicBezTo>
                    <a:pt x="7738" y="2468"/>
                    <a:pt x="8294" y="1920"/>
                    <a:pt x="8294" y="1234"/>
                  </a:cubicBezTo>
                  <a:cubicBezTo>
                    <a:pt x="8294" y="547"/>
                    <a:pt x="7738" y="0"/>
                    <a:pt x="7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63" name="Google Shape;2177;p43"/>
            <p:cNvSpPr/>
            <p:nvPr/>
          </p:nvSpPr>
          <p:spPr>
            <a:xfrm>
              <a:off x="1179475" y="2999775"/>
              <a:ext cx="210125" cy="64950"/>
            </a:xfrm>
            <a:custGeom>
              <a:avLst/>
              <a:gdLst/>
              <a:ahLst/>
              <a:cxnLst/>
              <a:rect l="l" t="t" r="r" b="b"/>
              <a:pathLst>
                <a:path w="8405" h="2598" extrusionOk="0">
                  <a:moveTo>
                    <a:pt x="7106" y="121"/>
                  </a:moveTo>
                  <a:cubicBezTo>
                    <a:pt x="7755" y="121"/>
                    <a:pt x="8284" y="650"/>
                    <a:pt x="8284" y="1299"/>
                  </a:cubicBezTo>
                  <a:cubicBezTo>
                    <a:pt x="8284" y="1948"/>
                    <a:pt x="7755" y="2477"/>
                    <a:pt x="7106" y="2477"/>
                  </a:cubicBezTo>
                  <a:lnTo>
                    <a:pt x="1290" y="2477"/>
                  </a:lnTo>
                  <a:cubicBezTo>
                    <a:pt x="640" y="2477"/>
                    <a:pt x="111" y="1948"/>
                    <a:pt x="111" y="1299"/>
                  </a:cubicBezTo>
                  <a:cubicBezTo>
                    <a:pt x="111" y="650"/>
                    <a:pt x="640" y="121"/>
                    <a:pt x="1290" y="121"/>
                  </a:cubicBezTo>
                  <a:close/>
                  <a:moveTo>
                    <a:pt x="1290" y="0"/>
                  </a:moveTo>
                  <a:cubicBezTo>
                    <a:pt x="575" y="0"/>
                    <a:pt x="0" y="585"/>
                    <a:pt x="0" y="1299"/>
                  </a:cubicBezTo>
                  <a:cubicBezTo>
                    <a:pt x="0" y="2013"/>
                    <a:pt x="575" y="2598"/>
                    <a:pt x="1290" y="2598"/>
                  </a:cubicBezTo>
                  <a:lnTo>
                    <a:pt x="7106" y="2598"/>
                  </a:lnTo>
                  <a:cubicBezTo>
                    <a:pt x="7820" y="2598"/>
                    <a:pt x="8405" y="2013"/>
                    <a:pt x="8405" y="1299"/>
                  </a:cubicBezTo>
                  <a:cubicBezTo>
                    <a:pt x="8405" y="585"/>
                    <a:pt x="7820" y="0"/>
                    <a:pt x="7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0" name="Google Shape;2178;p43"/>
            <p:cNvSpPr/>
            <p:nvPr/>
          </p:nvSpPr>
          <p:spPr>
            <a:xfrm>
              <a:off x="1458450" y="2935300"/>
              <a:ext cx="70075" cy="2800"/>
            </a:xfrm>
            <a:custGeom>
              <a:avLst/>
              <a:gdLst/>
              <a:ahLst/>
              <a:cxnLst/>
              <a:rect l="l" t="t" r="r" b="b"/>
              <a:pathLst>
                <a:path w="2803" h="112" extrusionOk="0">
                  <a:moveTo>
                    <a:pt x="66" y="0"/>
                  </a:moveTo>
                  <a:cubicBezTo>
                    <a:pt x="29" y="0"/>
                    <a:pt x="1" y="28"/>
                    <a:pt x="1" y="56"/>
                  </a:cubicBezTo>
                  <a:cubicBezTo>
                    <a:pt x="1" y="93"/>
                    <a:pt x="29" y="112"/>
                    <a:pt x="66" y="112"/>
                  </a:cubicBezTo>
                  <a:lnTo>
                    <a:pt x="2747" y="112"/>
                  </a:lnTo>
                  <a:cubicBezTo>
                    <a:pt x="2775" y="112"/>
                    <a:pt x="2803" y="93"/>
                    <a:pt x="2803" y="56"/>
                  </a:cubicBezTo>
                  <a:cubicBezTo>
                    <a:pt x="2803" y="28"/>
                    <a:pt x="2775" y="0"/>
                    <a:pt x="2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1" name="Google Shape;2179;p43"/>
            <p:cNvSpPr/>
            <p:nvPr/>
          </p:nvSpPr>
          <p:spPr>
            <a:xfrm>
              <a:off x="1553325" y="2935300"/>
              <a:ext cx="84425" cy="2800"/>
            </a:xfrm>
            <a:custGeom>
              <a:avLst/>
              <a:gdLst/>
              <a:ahLst/>
              <a:cxnLst/>
              <a:rect l="l" t="t" r="r" b="b"/>
              <a:pathLst>
                <a:path w="3377" h="112" extrusionOk="0">
                  <a:moveTo>
                    <a:pt x="56" y="0"/>
                  </a:moveTo>
                  <a:cubicBezTo>
                    <a:pt x="28" y="0"/>
                    <a:pt x="0" y="28"/>
                    <a:pt x="0" y="56"/>
                  </a:cubicBezTo>
                  <a:cubicBezTo>
                    <a:pt x="0" y="93"/>
                    <a:pt x="28" y="112"/>
                    <a:pt x="56" y="112"/>
                  </a:cubicBezTo>
                  <a:lnTo>
                    <a:pt x="3312" y="112"/>
                  </a:lnTo>
                  <a:cubicBezTo>
                    <a:pt x="3349" y="112"/>
                    <a:pt x="3377" y="93"/>
                    <a:pt x="3377" y="56"/>
                  </a:cubicBezTo>
                  <a:cubicBezTo>
                    <a:pt x="3377" y="28"/>
                    <a:pt x="3349" y="0"/>
                    <a:pt x="33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2" name="Google Shape;2180;p43"/>
            <p:cNvSpPr/>
            <p:nvPr/>
          </p:nvSpPr>
          <p:spPr>
            <a:xfrm>
              <a:off x="1458450" y="3043125"/>
              <a:ext cx="125500" cy="2825"/>
            </a:xfrm>
            <a:custGeom>
              <a:avLst/>
              <a:gdLst/>
              <a:ahLst/>
              <a:cxnLst/>
              <a:rect l="l" t="t" r="r" b="b"/>
              <a:pathLst>
                <a:path w="5020" h="113" extrusionOk="0">
                  <a:moveTo>
                    <a:pt x="66" y="1"/>
                  </a:moveTo>
                  <a:cubicBezTo>
                    <a:pt x="29" y="1"/>
                    <a:pt x="1" y="29"/>
                    <a:pt x="1" y="57"/>
                  </a:cubicBezTo>
                  <a:cubicBezTo>
                    <a:pt x="1" y="84"/>
                    <a:pt x="29" y="112"/>
                    <a:pt x="66" y="112"/>
                  </a:cubicBezTo>
                  <a:lnTo>
                    <a:pt x="4964" y="112"/>
                  </a:lnTo>
                  <a:cubicBezTo>
                    <a:pt x="4992" y="112"/>
                    <a:pt x="5020" y="94"/>
                    <a:pt x="5020" y="57"/>
                  </a:cubicBezTo>
                  <a:cubicBezTo>
                    <a:pt x="5020" y="29"/>
                    <a:pt x="4992" y="1"/>
                    <a:pt x="49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3" name="Google Shape;2181;p43"/>
            <p:cNvSpPr/>
            <p:nvPr/>
          </p:nvSpPr>
          <p:spPr>
            <a:xfrm>
              <a:off x="1458450" y="2972625"/>
              <a:ext cx="195775" cy="2825"/>
            </a:xfrm>
            <a:custGeom>
              <a:avLst/>
              <a:gdLst/>
              <a:ahLst/>
              <a:cxnLst/>
              <a:rect l="l" t="t" r="r" b="b"/>
              <a:pathLst>
                <a:path w="7831" h="113" extrusionOk="0">
                  <a:moveTo>
                    <a:pt x="66" y="1"/>
                  </a:moveTo>
                  <a:cubicBezTo>
                    <a:pt x="29" y="1"/>
                    <a:pt x="1" y="29"/>
                    <a:pt x="1" y="57"/>
                  </a:cubicBezTo>
                  <a:cubicBezTo>
                    <a:pt x="1" y="94"/>
                    <a:pt x="29" y="112"/>
                    <a:pt x="66" y="112"/>
                  </a:cubicBezTo>
                  <a:lnTo>
                    <a:pt x="7766" y="112"/>
                  </a:lnTo>
                  <a:cubicBezTo>
                    <a:pt x="7803" y="112"/>
                    <a:pt x="7830" y="94"/>
                    <a:pt x="7830" y="57"/>
                  </a:cubicBezTo>
                  <a:cubicBezTo>
                    <a:pt x="7830" y="29"/>
                    <a:pt x="7803" y="1"/>
                    <a:pt x="77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4" name="Google Shape;2182;p43"/>
            <p:cNvSpPr/>
            <p:nvPr/>
          </p:nvSpPr>
          <p:spPr>
            <a:xfrm>
              <a:off x="1458450" y="3008125"/>
              <a:ext cx="64050" cy="3025"/>
            </a:xfrm>
            <a:custGeom>
              <a:avLst/>
              <a:gdLst/>
              <a:ahLst/>
              <a:cxnLst/>
              <a:rect l="l" t="t" r="r" b="b"/>
              <a:pathLst>
                <a:path w="2562" h="121" extrusionOk="0">
                  <a:moveTo>
                    <a:pt x="66" y="0"/>
                  </a:moveTo>
                  <a:cubicBezTo>
                    <a:pt x="29" y="0"/>
                    <a:pt x="1" y="28"/>
                    <a:pt x="1" y="56"/>
                  </a:cubicBezTo>
                  <a:cubicBezTo>
                    <a:pt x="1" y="93"/>
                    <a:pt x="29" y="121"/>
                    <a:pt x="66" y="121"/>
                  </a:cubicBezTo>
                  <a:lnTo>
                    <a:pt x="2506" y="121"/>
                  </a:lnTo>
                  <a:cubicBezTo>
                    <a:pt x="2534" y="121"/>
                    <a:pt x="2561" y="93"/>
                    <a:pt x="2561" y="56"/>
                  </a:cubicBezTo>
                  <a:cubicBezTo>
                    <a:pt x="2561" y="28"/>
                    <a:pt x="2534" y="0"/>
                    <a:pt x="2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5" name="Google Shape;2183;p43"/>
            <p:cNvSpPr/>
            <p:nvPr/>
          </p:nvSpPr>
          <p:spPr>
            <a:xfrm>
              <a:off x="1538475" y="3008125"/>
              <a:ext cx="113900" cy="3025"/>
            </a:xfrm>
            <a:custGeom>
              <a:avLst/>
              <a:gdLst/>
              <a:ahLst/>
              <a:cxnLst/>
              <a:rect l="l" t="t" r="r" b="b"/>
              <a:pathLst>
                <a:path w="4556" h="121" extrusionOk="0">
                  <a:moveTo>
                    <a:pt x="56" y="0"/>
                  </a:moveTo>
                  <a:cubicBezTo>
                    <a:pt x="19" y="0"/>
                    <a:pt x="0" y="28"/>
                    <a:pt x="0" y="56"/>
                  </a:cubicBezTo>
                  <a:cubicBezTo>
                    <a:pt x="0" y="93"/>
                    <a:pt x="19" y="121"/>
                    <a:pt x="56" y="121"/>
                  </a:cubicBezTo>
                  <a:lnTo>
                    <a:pt x="4500" y="121"/>
                  </a:lnTo>
                  <a:cubicBezTo>
                    <a:pt x="4537" y="121"/>
                    <a:pt x="4555" y="93"/>
                    <a:pt x="4555" y="56"/>
                  </a:cubicBezTo>
                  <a:cubicBezTo>
                    <a:pt x="4555" y="28"/>
                    <a:pt x="4537" y="0"/>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6" name="Google Shape;2184;p43"/>
            <p:cNvSpPr/>
            <p:nvPr/>
          </p:nvSpPr>
          <p:spPr>
            <a:xfrm>
              <a:off x="1457300" y="2753925"/>
              <a:ext cx="203425" cy="24400"/>
            </a:xfrm>
            <a:custGeom>
              <a:avLst/>
              <a:gdLst/>
              <a:ahLst/>
              <a:cxnLst/>
              <a:rect l="l" t="t" r="r" b="b"/>
              <a:pathLst>
                <a:path w="8137" h="976" extrusionOk="0">
                  <a:moveTo>
                    <a:pt x="177" y="1"/>
                  </a:moveTo>
                  <a:cubicBezTo>
                    <a:pt x="75" y="1"/>
                    <a:pt x="1" y="75"/>
                    <a:pt x="1" y="177"/>
                  </a:cubicBezTo>
                  <a:lnTo>
                    <a:pt x="1" y="975"/>
                  </a:lnTo>
                  <a:lnTo>
                    <a:pt x="8136" y="975"/>
                  </a:lnTo>
                  <a:lnTo>
                    <a:pt x="8136" y="233"/>
                  </a:lnTo>
                  <a:cubicBezTo>
                    <a:pt x="8136" y="103"/>
                    <a:pt x="8025" y="1"/>
                    <a:pt x="7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7" name="Google Shape;2185;p43"/>
            <p:cNvSpPr/>
            <p:nvPr/>
          </p:nvSpPr>
          <p:spPr>
            <a:xfrm>
              <a:off x="1478875" y="2760425"/>
              <a:ext cx="10225" cy="10475"/>
            </a:xfrm>
            <a:custGeom>
              <a:avLst/>
              <a:gdLst/>
              <a:ahLst/>
              <a:cxnLst/>
              <a:rect l="l" t="t" r="r" b="b"/>
              <a:pathLst>
                <a:path w="409" h="419" extrusionOk="0">
                  <a:moveTo>
                    <a:pt x="204" y="121"/>
                  </a:moveTo>
                  <a:cubicBezTo>
                    <a:pt x="251" y="121"/>
                    <a:pt x="297" y="168"/>
                    <a:pt x="297" y="214"/>
                  </a:cubicBezTo>
                  <a:cubicBezTo>
                    <a:pt x="297" y="270"/>
                    <a:pt x="251" y="307"/>
                    <a:pt x="204" y="307"/>
                  </a:cubicBezTo>
                  <a:cubicBezTo>
                    <a:pt x="158" y="307"/>
                    <a:pt x="112" y="270"/>
                    <a:pt x="112" y="214"/>
                  </a:cubicBezTo>
                  <a:cubicBezTo>
                    <a:pt x="112" y="168"/>
                    <a:pt x="149" y="121"/>
                    <a:pt x="204" y="121"/>
                  </a:cubicBezTo>
                  <a:close/>
                  <a:moveTo>
                    <a:pt x="204" y="1"/>
                  </a:moveTo>
                  <a:cubicBezTo>
                    <a:pt x="93" y="1"/>
                    <a:pt x="0" y="103"/>
                    <a:pt x="0" y="214"/>
                  </a:cubicBezTo>
                  <a:cubicBezTo>
                    <a:pt x="0" y="325"/>
                    <a:pt x="93" y="418"/>
                    <a:pt x="204" y="418"/>
                  </a:cubicBezTo>
                  <a:cubicBezTo>
                    <a:pt x="316" y="418"/>
                    <a:pt x="408" y="335"/>
                    <a:pt x="408" y="214"/>
                  </a:cubicBezTo>
                  <a:cubicBezTo>
                    <a:pt x="408" y="103"/>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8" name="Google Shape;2186;p43"/>
            <p:cNvSpPr/>
            <p:nvPr/>
          </p:nvSpPr>
          <p:spPr>
            <a:xfrm>
              <a:off x="1493475" y="2760425"/>
              <a:ext cx="10475" cy="10475"/>
            </a:xfrm>
            <a:custGeom>
              <a:avLst/>
              <a:gdLst/>
              <a:ahLst/>
              <a:cxnLst/>
              <a:rect l="l" t="t" r="r" b="b"/>
              <a:pathLst>
                <a:path w="419" h="419" extrusionOk="0">
                  <a:moveTo>
                    <a:pt x="205" y="121"/>
                  </a:moveTo>
                  <a:cubicBezTo>
                    <a:pt x="260" y="121"/>
                    <a:pt x="298" y="168"/>
                    <a:pt x="298" y="214"/>
                  </a:cubicBezTo>
                  <a:cubicBezTo>
                    <a:pt x="298" y="270"/>
                    <a:pt x="251" y="307"/>
                    <a:pt x="205" y="307"/>
                  </a:cubicBezTo>
                  <a:cubicBezTo>
                    <a:pt x="158" y="307"/>
                    <a:pt x="112" y="270"/>
                    <a:pt x="112" y="214"/>
                  </a:cubicBezTo>
                  <a:cubicBezTo>
                    <a:pt x="112" y="168"/>
                    <a:pt x="158" y="121"/>
                    <a:pt x="205" y="121"/>
                  </a:cubicBezTo>
                  <a:close/>
                  <a:moveTo>
                    <a:pt x="205" y="1"/>
                  </a:moveTo>
                  <a:cubicBezTo>
                    <a:pt x="94" y="1"/>
                    <a:pt x="1" y="103"/>
                    <a:pt x="1" y="214"/>
                  </a:cubicBezTo>
                  <a:cubicBezTo>
                    <a:pt x="1" y="325"/>
                    <a:pt x="94" y="418"/>
                    <a:pt x="205" y="418"/>
                  </a:cubicBezTo>
                  <a:cubicBezTo>
                    <a:pt x="316" y="418"/>
                    <a:pt x="418" y="335"/>
                    <a:pt x="409" y="214"/>
                  </a:cubicBezTo>
                  <a:cubicBezTo>
                    <a:pt x="409" y="103"/>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09" name="Google Shape;2187;p43"/>
            <p:cNvSpPr/>
            <p:nvPr/>
          </p:nvSpPr>
          <p:spPr>
            <a:xfrm>
              <a:off x="1464250" y="2760425"/>
              <a:ext cx="10475" cy="10475"/>
            </a:xfrm>
            <a:custGeom>
              <a:avLst/>
              <a:gdLst/>
              <a:ahLst/>
              <a:cxnLst/>
              <a:rect l="l" t="t" r="r" b="b"/>
              <a:pathLst>
                <a:path w="419" h="419" extrusionOk="0">
                  <a:moveTo>
                    <a:pt x="205" y="121"/>
                  </a:moveTo>
                  <a:cubicBezTo>
                    <a:pt x="261" y="121"/>
                    <a:pt x="298" y="168"/>
                    <a:pt x="298" y="214"/>
                  </a:cubicBezTo>
                  <a:cubicBezTo>
                    <a:pt x="298" y="270"/>
                    <a:pt x="261" y="307"/>
                    <a:pt x="205" y="307"/>
                  </a:cubicBezTo>
                  <a:cubicBezTo>
                    <a:pt x="159" y="307"/>
                    <a:pt x="112" y="270"/>
                    <a:pt x="112" y="214"/>
                  </a:cubicBezTo>
                  <a:cubicBezTo>
                    <a:pt x="112" y="168"/>
                    <a:pt x="159" y="121"/>
                    <a:pt x="205" y="121"/>
                  </a:cubicBezTo>
                  <a:close/>
                  <a:moveTo>
                    <a:pt x="205" y="1"/>
                  </a:moveTo>
                  <a:cubicBezTo>
                    <a:pt x="94" y="1"/>
                    <a:pt x="1" y="103"/>
                    <a:pt x="1" y="214"/>
                  </a:cubicBezTo>
                  <a:cubicBezTo>
                    <a:pt x="1" y="325"/>
                    <a:pt x="94" y="418"/>
                    <a:pt x="205" y="418"/>
                  </a:cubicBezTo>
                  <a:cubicBezTo>
                    <a:pt x="326" y="418"/>
                    <a:pt x="418" y="335"/>
                    <a:pt x="418" y="214"/>
                  </a:cubicBezTo>
                  <a:cubicBezTo>
                    <a:pt x="418" y="103"/>
                    <a:pt x="32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0" name="Google Shape;2188;p43"/>
            <p:cNvSpPr/>
            <p:nvPr/>
          </p:nvSpPr>
          <p:spPr>
            <a:xfrm>
              <a:off x="1457075" y="2778300"/>
              <a:ext cx="203400" cy="119450"/>
            </a:xfrm>
            <a:custGeom>
              <a:avLst/>
              <a:gdLst/>
              <a:ahLst/>
              <a:cxnLst/>
              <a:rect l="l" t="t" r="r" b="b"/>
              <a:pathLst>
                <a:path w="8136" h="4778" extrusionOk="0">
                  <a:moveTo>
                    <a:pt x="28" y="0"/>
                  </a:moveTo>
                  <a:cubicBezTo>
                    <a:pt x="19" y="0"/>
                    <a:pt x="0" y="9"/>
                    <a:pt x="0" y="28"/>
                  </a:cubicBezTo>
                  <a:lnTo>
                    <a:pt x="0" y="4750"/>
                  </a:lnTo>
                  <a:cubicBezTo>
                    <a:pt x="0" y="4768"/>
                    <a:pt x="19" y="4778"/>
                    <a:pt x="28" y="4778"/>
                  </a:cubicBezTo>
                  <a:lnTo>
                    <a:pt x="8108" y="4778"/>
                  </a:lnTo>
                  <a:cubicBezTo>
                    <a:pt x="8127" y="4778"/>
                    <a:pt x="8136" y="4768"/>
                    <a:pt x="8136" y="4750"/>
                  </a:cubicBezTo>
                  <a:lnTo>
                    <a:pt x="8136" y="28"/>
                  </a:lnTo>
                  <a:cubicBezTo>
                    <a:pt x="8136" y="9"/>
                    <a:pt x="8127" y="0"/>
                    <a:pt x="81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1" name="Google Shape;2189;p43"/>
            <p:cNvSpPr/>
            <p:nvPr/>
          </p:nvSpPr>
          <p:spPr>
            <a:xfrm>
              <a:off x="1541250" y="2805875"/>
              <a:ext cx="94200" cy="2825"/>
            </a:xfrm>
            <a:custGeom>
              <a:avLst/>
              <a:gdLst/>
              <a:ahLst/>
              <a:cxnLst/>
              <a:rect l="l" t="t" r="r" b="b"/>
              <a:pathLst>
                <a:path w="3768" h="113" extrusionOk="0">
                  <a:moveTo>
                    <a:pt x="56" y="1"/>
                  </a:moveTo>
                  <a:cubicBezTo>
                    <a:pt x="19" y="1"/>
                    <a:pt x="1" y="20"/>
                    <a:pt x="1" y="57"/>
                  </a:cubicBezTo>
                  <a:cubicBezTo>
                    <a:pt x="1" y="84"/>
                    <a:pt x="19" y="112"/>
                    <a:pt x="56" y="112"/>
                  </a:cubicBezTo>
                  <a:lnTo>
                    <a:pt x="3711" y="112"/>
                  </a:lnTo>
                  <a:cubicBezTo>
                    <a:pt x="3739" y="112"/>
                    <a:pt x="3767" y="84"/>
                    <a:pt x="3767" y="57"/>
                  </a:cubicBezTo>
                  <a:cubicBezTo>
                    <a:pt x="3767" y="20"/>
                    <a:pt x="3739" y="1"/>
                    <a:pt x="37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2" name="Google Shape;2190;p43"/>
            <p:cNvSpPr/>
            <p:nvPr/>
          </p:nvSpPr>
          <p:spPr>
            <a:xfrm>
              <a:off x="1541025" y="2819800"/>
              <a:ext cx="35050" cy="2800"/>
            </a:xfrm>
            <a:custGeom>
              <a:avLst/>
              <a:gdLst/>
              <a:ahLst/>
              <a:cxnLst/>
              <a:rect l="l" t="t" r="r" b="b"/>
              <a:pathLst>
                <a:path w="1402" h="112" extrusionOk="0">
                  <a:moveTo>
                    <a:pt x="65" y="1"/>
                  </a:moveTo>
                  <a:cubicBezTo>
                    <a:pt x="28" y="1"/>
                    <a:pt x="0" y="19"/>
                    <a:pt x="0" y="56"/>
                  </a:cubicBezTo>
                  <a:cubicBezTo>
                    <a:pt x="0" y="84"/>
                    <a:pt x="28" y="112"/>
                    <a:pt x="65" y="112"/>
                  </a:cubicBezTo>
                  <a:lnTo>
                    <a:pt x="1346" y="112"/>
                  </a:lnTo>
                  <a:cubicBezTo>
                    <a:pt x="1383" y="112"/>
                    <a:pt x="1401" y="84"/>
                    <a:pt x="1401" y="56"/>
                  </a:cubicBezTo>
                  <a:cubicBezTo>
                    <a:pt x="1401" y="19"/>
                    <a:pt x="1383" y="1"/>
                    <a:pt x="13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4" name="Google Shape;2191;p43"/>
            <p:cNvSpPr/>
            <p:nvPr/>
          </p:nvSpPr>
          <p:spPr>
            <a:xfrm>
              <a:off x="1586475" y="2819800"/>
              <a:ext cx="42000" cy="2800"/>
            </a:xfrm>
            <a:custGeom>
              <a:avLst/>
              <a:gdLst/>
              <a:ahLst/>
              <a:cxnLst/>
              <a:rect l="l" t="t" r="r" b="b"/>
              <a:pathLst>
                <a:path w="1680" h="112" extrusionOk="0">
                  <a:moveTo>
                    <a:pt x="56" y="1"/>
                  </a:moveTo>
                  <a:cubicBezTo>
                    <a:pt x="29" y="1"/>
                    <a:pt x="1" y="19"/>
                    <a:pt x="1" y="56"/>
                  </a:cubicBezTo>
                  <a:cubicBezTo>
                    <a:pt x="1" y="84"/>
                    <a:pt x="29" y="112"/>
                    <a:pt x="56" y="112"/>
                  </a:cubicBezTo>
                  <a:lnTo>
                    <a:pt x="1615" y="112"/>
                  </a:lnTo>
                  <a:cubicBezTo>
                    <a:pt x="1652" y="112"/>
                    <a:pt x="1680" y="84"/>
                    <a:pt x="1680" y="56"/>
                  </a:cubicBezTo>
                  <a:cubicBezTo>
                    <a:pt x="1680" y="19"/>
                    <a:pt x="1652" y="1"/>
                    <a:pt x="1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5" name="Google Shape;2192;p43"/>
            <p:cNvSpPr/>
            <p:nvPr/>
          </p:nvSpPr>
          <p:spPr>
            <a:xfrm>
              <a:off x="1541250" y="2861775"/>
              <a:ext cx="61500" cy="2800"/>
            </a:xfrm>
            <a:custGeom>
              <a:avLst/>
              <a:gdLst/>
              <a:ahLst/>
              <a:cxnLst/>
              <a:rect l="l" t="t" r="r" b="b"/>
              <a:pathLst>
                <a:path w="2460" h="112" extrusionOk="0">
                  <a:moveTo>
                    <a:pt x="56" y="1"/>
                  </a:moveTo>
                  <a:cubicBezTo>
                    <a:pt x="19" y="1"/>
                    <a:pt x="1" y="28"/>
                    <a:pt x="1" y="56"/>
                  </a:cubicBezTo>
                  <a:cubicBezTo>
                    <a:pt x="1" y="93"/>
                    <a:pt x="19" y="112"/>
                    <a:pt x="56" y="112"/>
                  </a:cubicBezTo>
                  <a:lnTo>
                    <a:pt x="2394" y="112"/>
                  </a:lnTo>
                  <a:cubicBezTo>
                    <a:pt x="2431" y="112"/>
                    <a:pt x="2459" y="93"/>
                    <a:pt x="2459" y="56"/>
                  </a:cubicBezTo>
                  <a:cubicBezTo>
                    <a:pt x="2459" y="28"/>
                    <a:pt x="2431" y="1"/>
                    <a:pt x="23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6" name="Google Shape;2193;p43"/>
            <p:cNvSpPr/>
            <p:nvPr/>
          </p:nvSpPr>
          <p:spPr>
            <a:xfrm>
              <a:off x="1541250" y="2834175"/>
              <a:ext cx="95125" cy="3050"/>
            </a:xfrm>
            <a:custGeom>
              <a:avLst/>
              <a:gdLst/>
              <a:ahLst/>
              <a:cxnLst/>
              <a:rect l="l" t="t" r="r" b="b"/>
              <a:pathLst>
                <a:path w="3805" h="122" extrusionOk="0">
                  <a:moveTo>
                    <a:pt x="56" y="1"/>
                  </a:moveTo>
                  <a:cubicBezTo>
                    <a:pt x="19" y="1"/>
                    <a:pt x="1" y="29"/>
                    <a:pt x="1" y="66"/>
                  </a:cubicBezTo>
                  <a:cubicBezTo>
                    <a:pt x="1" y="93"/>
                    <a:pt x="19" y="121"/>
                    <a:pt x="56" y="121"/>
                  </a:cubicBezTo>
                  <a:lnTo>
                    <a:pt x="3739" y="121"/>
                  </a:lnTo>
                  <a:cubicBezTo>
                    <a:pt x="3776" y="121"/>
                    <a:pt x="3804" y="93"/>
                    <a:pt x="3804" y="66"/>
                  </a:cubicBezTo>
                  <a:cubicBezTo>
                    <a:pt x="3804" y="29"/>
                    <a:pt x="3776" y="1"/>
                    <a:pt x="3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7" name="Google Shape;2194;p43"/>
            <p:cNvSpPr/>
            <p:nvPr/>
          </p:nvSpPr>
          <p:spPr>
            <a:xfrm>
              <a:off x="1541250" y="2848100"/>
              <a:ext cx="32025" cy="3025"/>
            </a:xfrm>
            <a:custGeom>
              <a:avLst/>
              <a:gdLst/>
              <a:ahLst/>
              <a:cxnLst/>
              <a:rect l="l" t="t" r="r" b="b"/>
              <a:pathLst>
                <a:path w="1281" h="121" extrusionOk="0">
                  <a:moveTo>
                    <a:pt x="56" y="0"/>
                  </a:moveTo>
                  <a:cubicBezTo>
                    <a:pt x="19" y="0"/>
                    <a:pt x="1" y="28"/>
                    <a:pt x="1" y="56"/>
                  </a:cubicBezTo>
                  <a:cubicBezTo>
                    <a:pt x="1" y="93"/>
                    <a:pt x="19" y="121"/>
                    <a:pt x="56" y="121"/>
                  </a:cubicBezTo>
                  <a:lnTo>
                    <a:pt x="1225" y="121"/>
                  </a:lnTo>
                  <a:cubicBezTo>
                    <a:pt x="1253" y="121"/>
                    <a:pt x="1281" y="93"/>
                    <a:pt x="1281" y="56"/>
                  </a:cubicBezTo>
                  <a:cubicBezTo>
                    <a:pt x="1281" y="28"/>
                    <a:pt x="1253" y="0"/>
                    <a:pt x="1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8" name="Google Shape;2195;p43"/>
            <p:cNvSpPr/>
            <p:nvPr/>
          </p:nvSpPr>
          <p:spPr>
            <a:xfrm>
              <a:off x="1579300" y="2848100"/>
              <a:ext cx="56150" cy="3025"/>
            </a:xfrm>
            <a:custGeom>
              <a:avLst/>
              <a:gdLst/>
              <a:ahLst/>
              <a:cxnLst/>
              <a:rect l="l" t="t" r="r" b="b"/>
              <a:pathLst>
                <a:path w="2246" h="121" extrusionOk="0">
                  <a:moveTo>
                    <a:pt x="65" y="0"/>
                  </a:moveTo>
                  <a:cubicBezTo>
                    <a:pt x="28" y="0"/>
                    <a:pt x="0" y="28"/>
                    <a:pt x="0" y="56"/>
                  </a:cubicBezTo>
                  <a:cubicBezTo>
                    <a:pt x="0" y="93"/>
                    <a:pt x="28" y="121"/>
                    <a:pt x="65" y="121"/>
                  </a:cubicBezTo>
                  <a:lnTo>
                    <a:pt x="2189" y="121"/>
                  </a:lnTo>
                  <a:cubicBezTo>
                    <a:pt x="2217" y="121"/>
                    <a:pt x="2245" y="93"/>
                    <a:pt x="2245" y="56"/>
                  </a:cubicBezTo>
                  <a:cubicBezTo>
                    <a:pt x="2245" y="28"/>
                    <a:pt x="2217" y="0"/>
                    <a:pt x="2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19" name="Google Shape;2196;p43"/>
            <p:cNvSpPr/>
            <p:nvPr/>
          </p:nvSpPr>
          <p:spPr>
            <a:xfrm>
              <a:off x="1472150" y="2805425"/>
              <a:ext cx="26700" cy="32500"/>
            </a:xfrm>
            <a:custGeom>
              <a:avLst/>
              <a:gdLst/>
              <a:ahLst/>
              <a:cxnLst/>
              <a:rect l="l" t="t" r="r" b="b"/>
              <a:pathLst>
                <a:path w="1068" h="1300" extrusionOk="0">
                  <a:moveTo>
                    <a:pt x="1030" y="0"/>
                  </a:moveTo>
                  <a:cubicBezTo>
                    <a:pt x="418" y="102"/>
                    <a:pt x="0" y="687"/>
                    <a:pt x="112" y="1299"/>
                  </a:cubicBezTo>
                  <a:lnTo>
                    <a:pt x="325" y="1262"/>
                  </a:lnTo>
                  <a:cubicBezTo>
                    <a:pt x="316" y="1216"/>
                    <a:pt x="306" y="1160"/>
                    <a:pt x="306" y="1114"/>
                  </a:cubicBezTo>
                  <a:cubicBezTo>
                    <a:pt x="306" y="659"/>
                    <a:pt x="640" y="288"/>
                    <a:pt x="1067" y="204"/>
                  </a:cubicBezTo>
                  <a:lnTo>
                    <a:pt x="10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0" name="Google Shape;2197;p43"/>
            <p:cNvSpPr/>
            <p:nvPr/>
          </p:nvSpPr>
          <p:spPr>
            <a:xfrm>
              <a:off x="1530600" y="2828375"/>
              <a:ext cx="475" cy="5825"/>
            </a:xfrm>
            <a:custGeom>
              <a:avLst/>
              <a:gdLst/>
              <a:ahLst/>
              <a:cxnLst/>
              <a:rect l="l" t="t" r="r" b="b"/>
              <a:pathLst>
                <a:path w="19" h="233" extrusionOk="0">
                  <a:moveTo>
                    <a:pt x="0" y="1"/>
                  </a:moveTo>
                  <a:cubicBezTo>
                    <a:pt x="9" y="84"/>
                    <a:pt x="9" y="159"/>
                    <a:pt x="9" y="233"/>
                  </a:cubicBezTo>
                  <a:cubicBezTo>
                    <a:pt x="19" y="159"/>
                    <a:pt x="9" y="84"/>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1" name="Google Shape;2198;p43"/>
            <p:cNvSpPr/>
            <p:nvPr/>
          </p:nvSpPr>
          <p:spPr>
            <a:xfrm>
              <a:off x="1474925" y="2836975"/>
              <a:ext cx="32500" cy="24525"/>
            </a:xfrm>
            <a:custGeom>
              <a:avLst/>
              <a:gdLst/>
              <a:ahLst/>
              <a:cxnLst/>
              <a:rect l="l" t="t" r="r" b="b"/>
              <a:pathLst>
                <a:path w="1300" h="981" extrusionOk="0">
                  <a:moveTo>
                    <a:pt x="214" y="0"/>
                  </a:moveTo>
                  <a:lnTo>
                    <a:pt x="1" y="37"/>
                  </a:lnTo>
                  <a:cubicBezTo>
                    <a:pt x="92" y="587"/>
                    <a:pt x="573" y="980"/>
                    <a:pt x="1114" y="980"/>
                  </a:cubicBezTo>
                  <a:cubicBezTo>
                    <a:pt x="1175" y="980"/>
                    <a:pt x="1237" y="975"/>
                    <a:pt x="1299" y="965"/>
                  </a:cubicBezTo>
                  <a:lnTo>
                    <a:pt x="1262" y="751"/>
                  </a:lnTo>
                  <a:cubicBezTo>
                    <a:pt x="1216" y="761"/>
                    <a:pt x="1169" y="770"/>
                    <a:pt x="1114" y="770"/>
                  </a:cubicBezTo>
                  <a:cubicBezTo>
                    <a:pt x="659" y="770"/>
                    <a:pt x="288" y="436"/>
                    <a:pt x="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2" name="Google Shape;2199;p43"/>
            <p:cNvSpPr/>
            <p:nvPr/>
          </p:nvSpPr>
          <p:spPr>
            <a:xfrm>
              <a:off x="1497900" y="2804975"/>
              <a:ext cx="33175" cy="56125"/>
            </a:xfrm>
            <a:custGeom>
              <a:avLst/>
              <a:gdLst/>
              <a:ahLst/>
              <a:cxnLst/>
              <a:rect l="l" t="t" r="r" b="b"/>
              <a:pathLst>
                <a:path w="1327" h="2245" extrusionOk="0">
                  <a:moveTo>
                    <a:pt x="199" y="0"/>
                  </a:moveTo>
                  <a:cubicBezTo>
                    <a:pt x="133" y="0"/>
                    <a:pt x="67" y="6"/>
                    <a:pt x="0" y="18"/>
                  </a:cubicBezTo>
                  <a:lnTo>
                    <a:pt x="37" y="222"/>
                  </a:lnTo>
                  <a:cubicBezTo>
                    <a:pt x="93" y="213"/>
                    <a:pt x="139" y="213"/>
                    <a:pt x="195" y="213"/>
                  </a:cubicBezTo>
                  <a:cubicBezTo>
                    <a:pt x="705" y="213"/>
                    <a:pt x="1113" y="621"/>
                    <a:pt x="1113" y="1132"/>
                  </a:cubicBezTo>
                  <a:cubicBezTo>
                    <a:pt x="1113" y="1586"/>
                    <a:pt x="779" y="1966"/>
                    <a:pt x="343" y="2031"/>
                  </a:cubicBezTo>
                  <a:lnTo>
                    <a:pt x="380" y="2245"/>
                  </a:lnTo>
                  <a:cubicBezTo>
                    <a:pt x="844" y="2161"/>
                    <a:pt x="1187" y="1818"/>
                    <a:pt x="1289" y="1391"/>
                  </a:cubicBezTo>
                  <a:cubicBezTo>
                    <a:pt x="1308" y="1317"/>
                    <a:pt x="1317" y="1243"/>
                    <a:pt x="1317" y="1169"/>
                  </a:cubicBezTo>
                  <a:cubicBezTo>
                    <a:pt x="1327" y="1094"/>
                    <a:pt x="1317" y="1020"/>
                    <a:pt x="1308" y="937"/>
                  </a:cubicBezTo>
                  <a:cubicBezTo>
                    <a:pt x="1209" y="391"/>
                    <a:pt x="734" y="0"/>
                    <a:pt x="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3" name="Google Shape;2200;p43"/>
            <p:cNvSpPr/>
            <p:nvPr/>
          </p:nvSpPr>
          <p:spPr>
            <a:xfrm>
              <a:off x="762025" y="3044525"/>
              <a:ext cx="317750" cy="226600"/>
            </a:xfrm>
            <a:custGeom>
              <a:avLst/>
              <a:gdLst/>
              <a:ahLst/>
              <a:cxnLst/>
              <a:rect l="l" t="t" r="r" b="b"/>
              <a:pathLst>
                <a:path w="12710" h="9064" extrusionOk="0">
                  <a:moveTo>
                    <a:pt x="232" y="1"/>
                  </a:moveTo>
                  <a:cubicBezTo>
                    <a:pt x="102" y="1"/>
                    <a:pt x="0" y="103"/>
                    <a:pt x="0" y="233"/>
                  </a:cubicBezTo>
                  <a:lnTo>
                    <a:pt x="0" y="8823"/>
                  </a:lnTo>
                  <a:cubicBezTo>
                    <a:pt x="0" y="8953"/>
                    <a:pt x="102" y="9064"/>
                    <a:pt x="232" y="9064"/>
                  </a:cubicBezTo>
                  <a:lnTo>
                    <a:pt x="12477" y="9064"/>
                  </a:lnTo>
                  <a:cubicBezTo>
                    <a:pt x="12607" y="9064"/>
                    <a:pt x="12709" y="8953"/>
                    <a:pt x="12709" y="8823"/>
                  </a:cubicBezTo>
                  <a:lnTo>
                    <a:pt x="12709" y="233"/>
                  </a:lnTo>
                  <a:cubicBezTo>
                    <a:pt x="12709" y="103"/>
                    <a:pt x="12607" y="1"/>
                    <a:pt x="12477" y="1"/>
                  </a:cubicBezTo>
                  <a:close/>
                </a:path>
              </a:pathLst>
            </a:custGeom>
            <a:solidFill>
              <a:srgbClr val="CACA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4" name="Google Shape;2201;p43"/>
            <p:cNvSpPr/>
            <p:nvPr/>
          </p:nvSpPr>
          <p:spPr>
            <a:xfrm>
              <a:off x="762025" y="3044525"/>
              <a:ext cx="317750" cy="226600"/>
            </a:xfrm>
            <a:custGeom>
              <a:avLst/>
              <a:gdLst/>
              <a:ahLst/>
              <a:cxnLst/>
              <a:rect l="l" t="t" r="r" b="b"/>
              <a:pathLst>
                <a:path w="12710" h="9064" extrusionOk="0">
                  <a:moveTo>
                    <a:pt x="232" y="9064"/>
                  </a:moveTo>
                  <a:lnTo>
                    <a:pt x="12477" y="9064"/>
                  </a:lnTo>
                  <a:cubicBezTo>
                    <a:pt x="12607" y="9064"/>
                    <a:pt x="12709" y="8953"/>
                    <a:pt x="12709" y="8823"/>
                  </a:cubicBezTo>
                  <a:lnTo>
                    <a:pt x="12709" y="233"/>
                  </a:lnTo>
                  <a:cubicBezTo>
                    <a:pt x="12709" y="103"/>
                    <a:pt x="12607" y="1"/>
                    <a:pt x="12477" y="1"/>
                  </a:cubicBezTo>
                  <a:lnTo>
                    <a:pt x="232" y="1"/>
                  </a:lnTo>
                  <a:cubicBezTo>
                    <a:pt x="102" y="1"/>
                    <a:pt x="0" y="103"/>
                    <a:pt x="0" y="233"/>
                  </a:cubicBezTo>
                  <a:lnTo>
                    <a:pt x="0" y="8823"/>
                  </a:lnTo>
                  <a:cubicBezTo>
                    <a:pt x="0" y="8953"/>
                    <a:pt x="102" y="9064"/>
                    <a:pt x="232" y="90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5" name="Google Shape;2202;p43"/>
            <p:cNvSpPr/>
            <p:nvPr/>
          </p:nvSpPr>
          <p:spPr>
            <a:xfrm>
              <a:off x="779875" y="3027375"/>
              <a:ext cx="317750" cy="38275"/>
            </a:xfrm>
            <a:custGeom>
              <a:avLst/>
              <a:gdLst/>
              <a:ahLst/>
              <a:cxnLst/>
              <a:rect l="l" t="t" r="r" b="b"/>
              <a:pathLst>
                <a:path w="12710" h="1531" extrusionOk="0">
                  <a:moveTo>
                    <a:pt x="279" y="0"/>
                  </a:moveTo>
                  <a:cubicBezTo>
                    <a:pt x="121" y="0"/>
                    <a:pt x="0" y="130"/>
                    <a:pt x="0" y="278"/>
                  </a:cubicBezTo>
                  <a:lnTo>
                    <a:pt x="0" y="1531"/>
                  </a:lnTo>
                  <a:lnTo>
                    <a:pt x="12709" y="1531"/>
                  </a:lnTo>
                  <a:lnTo>
                    <a:pt x="12709" y="362"/>
                  </a:lnTo>
                  <a:cubicBezTo>
                    <a:pt x="12709" y="167"/>
                    <a:pt x="12542" y="0"/>
                    <a:pt x="12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6" name="Google Shape;2203;p43"/>
            <p:cNvSpPr/>
            <p:nvPr/>
          </p:nvSpPr>
          <p:spPr>
            <a:xfrm>
              <a:off x="778250" y="3025975"/>
              <a:ext cx="320775" cy="41075"/>
            </a:xfrm>
            <a:custGeom>
              <a:avLst/>
              <a:gdLst/>
              <a:ahLst/>
              <a:cxnLst/>
              <a:rect l="l" t="t" r="r" b="b"/>
              <a:pathLst>
                <a:path w="12831" h="1643" extrusionOk="0">
                  <a:moveTo>
                    <a:pt x="12413" y="112"/>
                  </a:moveTo>
                  <a:cubicBezTo>
                    <a:pt x="12580" y="112"/>
                    <a:pt x="12719" y="251"/>
                    <a:pt x="12719" y="418"/>
                  </a:cubicBezTo>
                  <a:lnTo>
                    <a:pt x="12719" y="1522"/>
                  </a:lnTo>
                  <a:lnTo>
                    <a:pt x="121" y="1522"/>
                  </a:lnTo>
                  <a:lnTo>
                    <a:pt x="121" y="334"/>
                  </a:lnTo>
                  <a:cubicBezTo>
                    <a:pt x="121" y="214"/>
                    <a:pt x="223" y="112"/>
                    <a:pt x="344" y="112"/>
                  </a:cubicBezTo>
                  <a:close/>
                  <a:moveTo>
                    <a:pt x="344" y="0"/>
                  </a:moveTo>
                  <a:cubicBezTo>
                    <a:pt x="158" y="0"/>
                    <a:pt x="0" y="149"/>
                    <a:pt x="0" y="334"/>
                  </a:cubicBezTo>
                  <a:lnTo>
                    <a:pt x="0" y="1642"/>
                  </a:lnTo>
                  <a:lnTo>
                    <a:pt x="12830" y="1642"/>
                  </a:lnTo>
                  <a:lnTo>
                    <a:pt x="12830" y="418"/>
                  </a:lnTo>
                  <a:cubicBezTo>
                    <a:pt x="12830" y="186"/>
                    <a:pt x="12645" y="0"/>
                    <a:pt x="124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7" name="Google Shape;2204;p43"/>
            <p:cNvSpPr/>
            <p:nvPr/>
          </p:nvSpPr>
          <p:spPr>
            <a:xfrm>
              <a:off x="814200" y="3038725"/>
              <a:ext cx="14625" cy="14650"/>
            </a:xfrm>
            <a:custGeom>
              <a:avLst/>
              <a:gdLst/>
              <a:ahLst/>
              <a:cxnLst/>
              <a:rect l="l" t="t" r="r" b="b"/>
              <a:pathLst>
                <a:path w="585" h="586" extrusionOk="0">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8" name="Google Shape;2205;p43"/>
            <p:cNvSpPr/>
            <p:nvPr/>
          </p:nvSpPr>
          <p:spPr>
            <a:xfrm>
              <a:off x="837150" y="3038725"/>
              <a:ext cx="14650" cy="14650"/>
            </a:xfrm>
            <a:custGeom>
              <a:avLst/>
              <a:gdLst/>
              <a:ahLst/>
              <a:cxnLst/>
              <a:rect l="l" t="t" r="r" b="b"/>
              <a:pathLst>
                <a:path w="586" h="586" extrusionOk="0">
                  <a:moveTo>
                    <a:pt x="288" y="112"/>
                  </a:moveTo>
                  <a:cubicBezTo>
                    <a:pt x="390" y="112"/>
                    <a:pt x="465" y="196"/>
                    <a:pt x="465" y="288"/>
                  </a:cubicBezTo>
                  <a:cubicBezTo>
                    <a:pt x="465" y="390"/>
                    <a:pt x="390" y="465"/>
                    <a:pt x="288" y="465"/>
                  </a:cubicBezTo>
                  <a:cubicBezTo>
                    <a:pt x="196" y="465"/>
                    <a:pt x="112" y="390"/>
                    <a:pt x="112" y="288"/>
                  </a:cubicBezTo>
                  <a:cubicBezTo>
                    <a:pt x="112" y="196"/>
                    <a:pt x="196" y="112"/>
                    <a:pt x="288" y="112"/>
                  </a:cubicBezTo>
                  <a:close/>
                  <a:moveTo>
                    <a:pt x="288" y="1"/>
                  </a:moveTo>
                  <a:cubicBezTo>
                    <a:pt x="131" y="1"/>
                    <a:pt x="1" y="131"/>
                    <a:pt x="1" y="288"/>
                  </a:cubicBezTo>
                  <a:cubicBezTo>
                    <a:pt x="1" y="455"/>
                    <a:pt x="131" y="585"/>
                    <a:pt x="288" y="585"/>
                  </a:cubicBezTo>
                  <a:cubicBezTo>
                    <a:pt x="455" y="585"/>
                    <a:pt x="585" y="455"/>
                    <a:pt x="585" y="288"/>
                  </a:cubicBezTo>
                  <a:cubicBezTo>
                    <a:pt x="585" y="131"/>
                    <a:pt x="45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29" name="Google Shape;2206;p43"/>
            <p:cNvSpPr/>
            <p:nvPr/>
          </p:nvSpPr>
          <p:spPr>
            <a:xfrm>
              <a:off x="791475" y="3038725"/>
              <a:ext cx="14625" cy="14650"/>
            </a:xfrm>
            <a:custGeom>
              <a:avLst/>
              <a:gdLst/>
              <a:ahLst/>
              <a:cxnLst/>
              <a:rect l="l" t="t" r="r" b="b"/>
              <a:pathLst>
                <a:path w="585" h="586" extrusionOk="0">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0" name="Google Shape;2207;p43"/>
            <p:cNvSpPr/>
            <p:nvPr/>
          </p:nvSpPr>
          <p:spPr>
            <a:xfrm>
              <a:off x="779650" y="3065625"/>
              <a:ext cx="317975" cy="186725"/>
            </a:xfrm>
            <a:custGeom>
              <a:avLst/>
              <a:gdLst/>
              <a:ahLst/>
              <a:cxnLst/>
              <a:rect l="l" t="t" r="r" b="b"/>
              <a:pathLst>
                <a:path w="12719" h="7469" extrusionOk="0">
                  <a:moveTo>
                    <a:pt x="37" y="1"/>
                  </a:moveTo>
                  <a:cubicBezTo>
                    <a:pt x="19" y="1"/>
                    <a:pt x="0" y="19"/>
                    <a:pt x="0" y="38"/>
                  </a:cubicBezTo>
                  <a:lnTo>
                    <a:pt x="0" y="7431"/>
                  </a:lnTo>
                  <a:cubicBezTo>
                    <a:pt x="0" y="7450"/>
                    <a:pt x="19" y="7468"/>
                    <a:pt x="37" y="7468"/>
                  </a:cubicBezTo>
                  <a:lnTo>
                    <a:pt x="12672" y="7468"/>
                  </a:lnTo>
                  <a:cubicBezTo>
                    <a:pt x="12700" y="7468"/>
                    <a:pt x="12718" y="7450"/>
                    <a:pt x="12718" y="7431"/>
                  </a:cubicBezTo>
                  <a:lnTo>
                    <a:pt x="12718" y="38"/>
                  </a:lnTo>
                  <a:cubicBezTo>
                    <a:pt x="12718" y="19"/>
                    <a:pt x="12700" y="1"/>
                    <a:pt x="126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1" name="Google Shape;2208;p43"/>
            <p:cNvSpPr/>
            <p:nvPr/>
          </p:nvSpPr>
          <p:spPr>
            <a:xfrm>
              <a:off x="778250" y="3064000"/>
              <a:ext cx="320775" cy="189750"/>
            </a:xfrm>
            <a:custGeom>
              <a:avLst/>
              <a:gdLst/>
              <a:ahLst/>
              <a:cxnLst/>
              <a:rect l="l" t="t" r="r" b="b"/>
              <a:pathLst>
                <a:path w="12831" h="7590" extrusionOk="0">
                  <a:moveTo>
                    <a:pt x="12709" y="121"/>
                  </a:moveTo>
                  <a:lnTo>
                    <a:pt x="12709" y="7478"/>
                  </a:lnTo>
                  <a:lnTo>
                    <a:pt x="112" y="7478"/>
                  </a:lnTo>
                  <a:lnTo>
                    <a:pt x="112" y="121"/>
                  </a:lnTo>
                  <a:close/>
                  <a:moveTo>
                    <a:pt x="93" y="1"/>
                  </a:moveTo>
                  <a:cubicBezTo>
                    <a:pt x="47" y="1"/>
                    <a:pt x="0" y="47"/>
                    <a:pt x="0" y="103"/>
                  </a:cubicBezTo>
                  <a:lnTo>
                    <a:pt x="0" y="7496"/>
                  </a:lnTo>
                  <a:cubicBezTo>
                    <a:pt x="0" y="7543"/>
                    <a:pt x="47" y="7589"/>
                    <a:pt x="93" y="7589"/>
                  </a:cubicBezTo>
                  <a:lnTo>
                    <a:pt x="12728" y="7589"/>
                  </a:lnTo>
                  <a:cubicBezTo>
                    <a:pt x="12784" y="7589"/>
                    <a:pt x="12830" y="7543"/>
                    <a:pt x="12830" y="7496"/>
                  </a:cubicBezTo>
                  <a:lnTo>
                    <a:pt x="12830" y="103"/>
                  </a:lnTo>
                  <a:cubicBezTo>
                    <a:pt x="12830" y="47"/>
                    <a:pt x="12784" y="1"/>
                    <a:pt x="12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2" name="Google Shape;2209;p43"/>
            <p:cNvSpPr/>
            <p:nvPr/>
          </p:nvSpPr>
          <p:spPr>
            <a:xfrm>
              <a:off x="911825" y="3109475"/>
              <a:ext cx="145675" cy="2800"/>
            </a:xfrm>
            <a:custGeom>
              <a:avLst/>
              <a:gdLst/>
              <a:ahLst/>
              <a:cxnLst/>
              <a:rect l="l" t="t" r="r" b="b"/>
              <a:pathLst>
                <a:path w="5827" h="112" extrusionOk="0">
                  <a:moveTo>
                    <a:pt x="56" y="0"/>
                  </a:moveTo>
                  <a:cubicBezTo>
                    <a:pt x="19" y="0"/>
                    <a:pt x="1" y="19"/>
                    <a:pt x="1" y="56"/>
                  </a:cubicBezTo>
                  <a:cubicBezTo>
                    <a:pt x="1" y="84"/>
                    <a:pt x="19" y="111"/>
                    <a:pt x="56" y="111"/>
                  </a:cubicBezTo>
                  <a:lnTo>
                    <a:pt x="5771" y="111"/>
                  </a:lnTo>
                  <a:cubicBezTo>
                    <a:pt x="5799" y="111"/>
                    <a:pt x="5827" y="84"/>
                    <a:pt x="5827" y="56"/>
                  </a:cubicBezTo>
                  <a:cubicBezTo>
                    <a:pt x="5827" y="19"/>
                    <a:pt x="5799" y="0"/>
                    <a:pt x="57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3" name="Google Shape;2210;p43"/>
            <p:cNvSpPr/>
            <p:nvPr/>
          </p:nvSpPr>
          <p:spPr>
            <a:xfrm>
              <a:off x="911825" y="3131025"/>
              <a:ext cx="52900" cy="3050"/>
            </a:xfrm>
            <a:custGeom>
              <a:avLst/>
              <a:gdLst/>
              <a:ahLst/>
              <a:cxnLst/>
              <a:rect l="l" t="t" r="r" b="b"/>
              <a:pathLst>
                <a:path w="2116" h="122" extrusionOk="0">
                  <a:moveTo>
                    <a:pt x="56" y="1"/>
                  </a:moveTo>
                  <a:cubicBezTo>
                    <a:pt x="19" y="1"/>
                    <a:pt x="1" y="29"/>
                    <a:pt x="1" y="56"/>
                  </a:cubicBezTo>
                  <a:cubicBezTo>
                    <a:pt x="1" y="94"/>
                    <a:pt x="19" y="121"/>
                    <a:pt x="56" y="121"/>
                  </a:cubicBezTo>
                  <a:lnTo>
                    <a:pt x="2060" y="121"/>
                  </a:lnTo>
                  <a:cubicBezTo>
                    <a:pt x="2097" y="121"/>
                    <a:pt x="2116" y="94"/>
                    <a:pt x="2116" y="56"/>
                  </a:cubicBezTo>
                  <a:cubicBezTo>
                    <a:pt x="2116" y="29"/>
                    <a:pt x="2097" y="1"/>
                    <a:pt x="20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4" name="Google Shape;2211;p43"/>
            <p:cNvSpPr/>
            <p:nvPr/>
          </p:nvSpPr>
          <p:spPr>
            <a:xfrm>
              <a:off x="982575" y="3131025"/>
              <a:ext cx="63800" cy="3050"/>
            </a:xfrm>
            <a:custGeom>
              <a:avLst/>
              <a:gdLst/>
              <a:ahLst/>
              <a:cxnLst/>
              <a:rect l="l" t="t" r="r" b="b"/>
              <a:pathLst>
                <a:path w="2552" h="122" extrusionOk="0">
                  <a:moveTo>
                    <a:pt x="56" y="1"/>
                  </a:moveTo>
                  <a:cubicBezTo>
                    <a:pt x="28" y="1"/>
                    <a:pt x="0" y="29"/>
                    <a:pt x="0" y="56"/>
                  </a:cubicBezTo>
                  <a:cubicBezTo>
                    <a:pt x="0" y="94"/>
                    <a:pt x="28" y="121"/>
                    <a:pt x="56" y="121"/>
                  </a:cubicBezTo>
                  <a:lnTo>
                    <a:pt x="2496" y="121"/>
                  </a:lnTo>
                  <a:cubicBezTo>
                    <a:pt x="2523" y="121"/>
                    <a:pt x="2551" y="94"/>
                    <a:pt x="2551" y="56"/>
                  </a:cubicBezTo>
                  <a:cubicBezTo>
                    <a:pt x="2551" y="29"/>
                    <a:pt x="2523" y="1"/>
                    <a:pt x="24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5" name="Google Shape;2212;p43"/>
            <p:cNvSpPr/>
            <p:nvPr/>
          </p:nvSpPr>
          <p:spPr>
            <a:xfrm>
              <a:off x="911825" y="3196900"/>
              <a:ext cx="94425" cy="2800"/>
            </a:xfrm>
            <a:custGeom>
              <a:avLst/>
              <a:gdLst/>
              <a:ahLst/>
              <a:cxnLst/>
              <a:rect l="l" t="t" r="r" b="b"/>
              <a:pathLst>
                <a:path w="3777" h="112" extrusionOk="0">
                  <a:moveTo>
                    <a:pt x="56" y="0"/>
                  </a:moveTo>
                  <a:cubicBezTo>
                    <a:pt x="19" y="0"/>
                    <a:pt x="1" y="19"/>
                    <a:pt x="1" y="56"/>
                  </a:cubicBezTo>
                  <a:cubicBezTo>
                    <a:pt x="1" y="84"/>
                    <a:pt x="19" y="112"/>
                    <a:pt x="56" y="112"/>
                  </a:cubicBezTo>
                  <a:lnTo>
                    <a:pt x="3721" y="112"/>
                  </a:lnTo>
                  <a:cubicBezTo>
                    <a:pt x="3749" y="112"/>
                    <a:pt x="3776" y="84"/>
                    <a:pt x="3776" y="56"/>
                  </a:cubicBezTo>
                  <a:cubicBezTo>
                    <a:pt x="3776" y="19"/>
                    <a:pt x="3749" y="0"/>
                    <a:pt x="37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6" name="Google Shape;2213;p43"/>
            <p:cNvSpPr/>
            <p:nvPr/>
          </p:nvSpPr>
          <p:spPr>
            <a:xfrm>
              <a:off x="911825" y="3153750"/>
              <a:ext cx="147075" cy="3050"/>
            </a:xfrm>
            <a:custGeom>
              <a:avLst/>
              <a:gdLst/>
              <a:ahLst/>
              <a:cxnLst/>
              <a:rect l="l" t="t" r="r" b="b"/>
              <a:pathLst>
                <a:path w="5883" h="122" extrusionOk="0">
                  <a:moveTo>
                    <a:pt x="56" y="1"/>
                  </a:moveTo>
                  <a:cubicBezTo>
                    <a:pt x="19" y="1"/>
                    <a:pt x="1" y="29"/>
                    <a:pt x="1" y="66"/>
                  </a:cubicBezTo>
                  <a:cubicBezTo>
                    <a:pt x="1" y="94"/>
                    <a:pt x="19" y="122"/>
                    <a:pt x="56" y="122"/>
                  </a:cubicBezTo>
                  <a:lnTo>
                    <a:pt x="5817" y="122"/>
                  </a:lnTo>
                  <a:cubicBezTo>
                    <a:pt x="5854" y="122"/>
                    <a:pt x="5882" y="94"/>
                    <a:pt x="5882" y="66"/>
                  </a:cubicBezTo>
                  <a:cubicBezTo>
                    <a:pt x="5882" y="29"/>
                    <a:pt x="5854" y="1"/>
                    <a:pt x="58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7" name="Google Shape;2214;p43"/>
            <p:cNvSpPr/>
            <p:nvPr/>
          </p:nvSpPr>
          <p:spPr>
            <a:xfrm>
              <a:off x="911825" y="3175550"/>
              <a:ext cx="48500" cy="2825"/>
            </a:xfrm>
            <a:custGeom>
              <a:avLst/>
              <a:gdLst/>
              <a:ahLst/>
              <a:cxnLst/>
              <a:rect l="l" t="t" r="r" b="b"/>
              <a:pathLst>
                <a:path w="1940" h="113" extrusionOk="0">
                  <a:moveTo>
                    <a:pt x="56" y="1"/>
                  </a:moveTo>
                  <a:cubicBezTo>
                    <a:pt x="19" y="1"/>
                    <a:pt x="1" y="29"/>
                    <a:pt x="1" y="57"/>
                  </a:cubicBezTo>
                  <a:cubicBezTo>
                    <a:pt x="1" y="94"/>
                    <a:pt x="19" y="112"/>
                    <a:pt x="56" y="112"/>
                  </a:cubicBezTo>
                  <a:lnTo>
                    <a:pt x="1884" y="112"/>
                  </a:lnTo>
                  <a:cubicBezTo>
                    <a:pt x="1912" y="112"/>
                    <a:pt x="1940" y="84"/>
                    <a:pt x="1940" y="57"/>
                  </a:cubicBezTo>
                  <a:cubicBezTo>
                    <a:pt x="1940" y="29"/>
                    <a:pt x="1912" y="1"/>
                    <a:pt x="1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8" name="Google Shape;2215;p43"/>
            <p:cNvSpPr/>
            <p:nvPr/>
          </p:nvSpPr>
          <p:spPr>
            <a:xfrm>
              <a:off x="971425" y="3175550"/>
              <a:ext cx="86075" cy="2825"/>
            </a:xfrm>
            <a:custGeom>
              <a:avLst/>
              <a:gdLst/>
              <a:ahLst/>
              <a:cxnLst/>
              <a:rect l="l" t="t" r="r" b="b"/>
              <a:pathLst>
                <a:path w="3443" h="113" extrusionOk="0">
                  <a:moveTo>
                    <a:pt x="57" y="1"/>
                  </a:moveTo>
                  <a:cubicBezTo>
                    <a:pt x="29" y="1"/>
                    <a:pt x="1" y="29"/>
                    <a:pt x="1" y="57"/>
                  </a:cubicBezTo>
                  <a:cubicBezTo>
                    <a:pt x="1" y="94"/>
                    <a:pt x="29" y="112"/>
                    <a:pt x="57" y="112"/>
                  </a:cubicBezTo>
                  <a:lnTo>
                    <a:pt x="3387" y="112"/>
                  </a:lnTo>
                  <a:cubicBezTo>
                    <a:pt x="3415" y="112"/>
                    <a:pt x="3443" y="84"/>
                    <a:pt x="3443" y="57"/>
                  </a:cubicBezTo>
                  <a:cubicBezTo>
                    <a:pt x="3443" y="29"/>
                    <a:pt x="3415" y="1"/>
                    <a:pt x="3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39" name="Google Shape;2216;p43"/>
            <p:cNvSpPr/>
            <p:nvPr/>
          </p:nvSpPr>
          <p:spPr>
            <a:xfrm>
              <a:off x="803075" y="3107850"/>
              <a:ext cx="41750" cy="50800"/>
            </a:xfrm>
            <a:custGeom>
              <a:avLst/>
              <a:gdLst/>
              <a:ahLst/>
              <a:cxnLst/>
              <a:rect l="l" t="t" r="r" b="b"/>
              <a:pathLst>
                <a:path w="1670" h="2032" extrusionOk="0">
                  <a:moveTo>
                    <a:pt x="1614" y="0"/>
                  </a:moveTo>
                  <a:cubicBezTo>
                    <a:pt x="649" y="167"/>
                    <a:pt x="0" y="1076"/>
                    <a:pt x="167" y="2032"/>
                  </a:cubicBezTo>
                  <a:lnTo>
                    <a:pt x="501" y="1976"/>
                  </a:lnTo>
                  <a:cubicBezTo>
                    <a:pt x="492" y="1902"/>
                    <a:pt x="482" y="1818"/>
                    <a:pt x="482" y="1744"/>
                  </a:cubicBezTo>
                  <a:cubicBezTo>
                    <a:pt x="482" y="1030"/>
                    <a:pt x="993" y="445"/>
                    <a:pt x="1670" y="325"/>
                  </a:cubicBezTo>
                  <a:lnTo>
                    <a:pt x="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0" name="Google Shape;2217;p43"/>
            <p:cNvSpPr/>
            <p:nvPr/>
          </p:nvSpPr>
          <p:spPr>
            <a:xfrm>
              <a:off x="894200" y="3144025"/>
              <a:ext cx="725" cy="8825"/>
            </a:xfrm>
            <a:custGeom>
              <a:avLst/>
              <a:gdLst/>
              <a:ahLst/>
              <a:cxnLst/>
              <a:rect l="l" t="t" r="r" b="b"/>
              <a:pathLst>
                <a:path w="29" h="353" extrusionOk="0">
                  <a:moveTo>
                    <a:pt x="29" y="353"/>
                  </a:moveTo>
                  <a:cubicBezTo>
                    <a:pt x="29" y="241"/>
                    <a:pt x="19" y="121"/>
                    <a:pt x="1" y="0"/>
                  </a:cubicBezTo>
                  <a:lnTo>
                    <a:pt x="1" y="0"/>
                  </a:lnTo>
                  <a:lnTo>
                    <a:pt x="1" y="0"/>
                  </a:lnTo>
                  <a:cubicBezTo>
                    <a:pt x="19" y="121"/>
                    <a:pt x="29" y="241"/>
                    <a:pt x="2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1" name="Google Shape;2218;p43"/>
            <p:cNvSpPr/>
            <p:nvPr/>
          </p:nvSpPr>
          <p:spPr>
            <a:xfrm>
              <a:off x="807250" y="3157250"/>
              <a:ext cx="50800" cy="38250"/>
            </a:xfrm>
            <a:custGeom>
              <a:avLst/>
              <a:gdLst/>
              <a:ahLst/>
              <a:cxnLst/>
              <a:rect l="l" t="t" r="r" b="b"/>
              <a:pathLst>
                <a:path w="2032" h="1530" extrusionOk="0">
                  <a:moveTo>
                    <a:pt x="343" y="0"/>
                  </a:moveTo>
                  <a:lnTo>
                    <a:pt x="0" y="56"/>
                  </a:lnTo>
                  <a:cubicBezTo>
                    <a:pt x="149" y="919"/>
                    <a:pt x="892" y="1529"/>
                    <a:pt x="1731" y="1529"/>
                  </a:cubicBezTo>
                  <a:cubicBezTo>
                    <a:pt x="1830" y="1529"/>
                    <a:pt x="1931" y="1521"/>
                    <a:pt x="2032" y="1503"/>
                  </a:cubicBezTo>
                  <a:lnTo>
                    <a:pt x="1985" y="1178"/>
                  </a:lnTo>
                  <a:cubicBezTo>
                    <a:pt x="1902" y="1187"/>
                    <a:pt x="1828" y="1197"/>
                    <a:pt x="1753" y="1197"/>
                  </a:cubicBezTo>
                  <a:cubicBezTo>
                    <a:pt x="1039" y="1197"/>
                    <a:pt x="455" y="677"/>
                    <a:pt x="3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2" name="Google Shape;2219;p43"/>
            <p:cNvSpPr/>
            <p:nvPr/>
          </p:nvSpPr>
          <p:spPr>
            <a:xfrm>
              <a:off x="843425" y="3107175"/>
              <a:ext cx="51500" cy="87650"/>
            </a:xfrm>
            <a:custGeom>
              <a:avLst/>
              <a:gdLst/>
              <a:ahLst/>
              <a:cxnLst/>
              <a:rect l="l" t="t" r="r" b="b"/>
              <a:pathLst>
                <a:path w="2060" h="3506" extrusionOk="0">
                  <a:moveTo>
                    <a:pt x="301" y="1"/>
                  </a:moveTo>
                  <a:cubicBezTo>
                    <a:pt x="202" y="1"/>
                    <a:pt x="101" y="9"/>
                    <a:pt x="0" y="27"/>
                  </a:cubicBezTo>
                  <a:lnTo>
                    <a:pt x="56" y="352"/>
                  </a:lnTo>
                  <a:cubicBezTo>
                    <a:pt x="139" y="343"/>
                    <a:pt x="223" y="333"/>
                    <a:pt x="306" y="333"/>
                  </a:cubicBezTo>
                  <a:cubicBezTo>
                    <a:pt x="1095" y="333"/>
                    <a:pt x="1744" y="973"/>
                    <a:pt x="1744" y="1762"/>
                  </a:cubicBezTo>
                  <a:cubicBezTo>
                    <a:pt x="1744" y="2485"/>
                    <a:pt x="1215" y="3070"/>
                    <a:pt x="529" y="3181"/>
                  </a:cubicBezTo>
                  <a:lnTo>
                    <a:pt x="585" y="3506"/>
                  </a:lnTo>
                  <a:cubicBezTo>
                    <a:pt x="1308" y="3385"/>
                    <a:pt x="1856" y="2838"/>
                    <a:pt x="2013" y="2170"/>
                  </a:cubicBezTo>
                  <a:cubicBezTo>
                    <a:pt x="2032" y="2059"/>
                    <a:pt x="2050" y="1947"/>
                    <a:pt x="2060" y="1827"/>
                  </a:cubicBezTo>
                  <a:cubicBezTo>
                    <a:pt x="2060" y="1715"/>
                    <a:pt x="2050" y="1595"/>
                    <a:pt x="2032" y="1474"/>
                  </a:cubicBezTo>
                  <a:cubicBezTo>
                    <a:pt x="1891" y="612"/>
                    <a:pt x="1141"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3" name="Google Shape;2220;p43"/>
            <p:cNvSpPr/>
            <p:nvPr/>
          </p:nvSpPr>
          <p:spPr>
            <a:xfrm>
              <a:off x="1033825" y="2993500"/>
              <a:ext cx="104150" cy="104150"/>
            </a:xfrm>
            <a:custGeom>
              <a:avLst/>
              <a:gdLst/>
              <a:ahLst/>
              <a:cxnLst/>
              <a:rect l="l" t="t" r="r" b="b"/>
              <a:pathLst>
                <a:path w="4166" h="4166" extrusionOk="0">
                  <a:moveTo>
                    <a:pt x="2088" y="1"/>
                  </a:moveTo>
                  <a:cubicBezTo>
                    <a:pt x="928" y="1"/>
                    <a:pt x="0" y="928"/>
                    <a:pt x="0" y="2079"/>
                  </a:cubicBezTo>
                  <a:cubicBezTo>
                    <a:pt x="0" y="3229"/>
                    <a:pt x="928" y="4166"/>
                    <a:pt x="2088" y="4166"/>
                  </a:cubicBezTo>
                  <a:cubicBezTo>
                    <a:pt x="3238" y="4166"/>
                    <a:pt x="4166" y="3229"/>
                    <a:pt x="4166" y="2079"/>
                  </a:cubicBezTo>
                  <a:cubicBezTo>
                    <a:pt x="4166" y="928"/>
                    <a:pt x="3238" y="1"/>
                    <a:pt x="2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4" name="Google Shape;2221;p43"/>
            <p:cNvSpPr/>
            <p:nvPr/>
          </p:nvSpPr>
          <p:spPr>
            <a:xfrm>
              <a:off x="1032425" y="2991875"/>
              <a:ext cx="106950" cy="107175"/>
            </a:xfrm>
            <a:custGeom>
              <a:avLst/>
              <a:gdLst/>
              <a:ahLst/>
              <a:cxnLst/>
              <a:rect l="l" t="t" r="r" b="b"/>
              <a:pathLst>
                <a:path w="4278" h="4287" extrusionOk="0">
                  <a:moveTo>
                    <a:pt x="2144" y="121"/>
                  </a:moveTo>
                  <a:cubicBezTo>
                    <a:pt x="3257" y="121"/>
                    <a:pt x="4166" y="1031"/>
                    <a:pt x="4166" y="2144"/>
                  </a:cubicBezTo>
                  <a:cubicBezTo>
                    <a:pt x="4166" y="3266"/>
                    <a:pt x="3257" y="4175"/>
                    <a:pt x="2144" y="4175"/>
                  </a:cubicBezTo>
                  <a:cubicBezTo>
                    <a:pt x="1021" y="4175"/>
                    <a:pt x="112" y="3266"/>
                    <a:pt x="112" y="2144"/>
                  </a:cubicBezTo>
                  <a:cubicBezTo>
                    <a:pt x="112" y="1031"/>
                    <a:pt x="1021" y="121"/>
                    <a:pt x="2144" y="121"/>
                  </a:cubicBezTo>
                  <a:close/>
                  <a:moveTo>
                    <a:pt x="2144" y="1"/>
                  </a:moveTo>
                  <a:cubicBezTo>
                    <a:pt x="956" y="1"/>
                    <a:pt x="1" y="966"/>
                    <a:pt x="1" y="2144"/>
                  </a:cubicBezTo>
                  <a:cubicBezTo>
                    <a:pt x="1" y="3331"/>
                    <a:pt x="956" y="4287"/>
                    <a:pt x="2144" y="4287"/>
                  </a:cubicBezTo>
                  <a:cubicBezTo>
                    <a:pt x="3322" y="4287"/>
                    <a:pt x="4277" y="3331"/>
                    <a:pt x="4277" y="2144"/>
                  </a:cubicBezTo>
                  <a:cubicBezTo>
                    <a:pt x="4277" y="966"/>
                    <a:pt x="3322"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5" name="Google Shape;2222;p43"/>
            <p:cNvSpPr/>
            <p:nvPr/>
          </p:nvSpPr>
          <p:spPr>
            <a:xfrm>
              <a:off x="1038450" y="2988400"/>
              <a:ext cx="104175" cy="104150"/>
            </a:xfrm>
            <a:custGeom>
              <a:avLst/>
              <a:gdLst/>
              <a:ahLst/>
              <a:cxnLst/>
              <a:rect l="l" t="t" r="r" b="b"/>
              <a:pathLst>
                <a:path w="4167" h="4166" extrusionOk="0">
                  <a:moveTo>
                    <a:pt x="2088" y="1"/>
                  </a:moveTo>
                  <a:cubicBezTo>
                    <a:pt x="938" y="1"/>
                    <a:pt x="1" y="928"/>
                    <a:pt x="1" y="2079"/>
                  </a:cubicBezTo>
                  <a:cubicBezTo>
                    <a:pt x="1" y="3229"/>
                    <a:pt x="938" y="4166"/>
                    <a:pt x="2088" y="4166"/>
                  </a:cubicBezTo>
                  <a:cubicBezTo>
                    <a:pt x="3238" y="4166"/>
                    <a:pt x="4166" y="3229"/>
                    <a:pt x="4166" y="2079"/>
                  </a:cubicBezTo>
                  <a:cubicBezTo>
                    <a:pt x="4166" y="928"/>
                    <a:pt x="3238" y="1"/>
                    <a:pt x="20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6" name="Google Shape;2223;p43"/>
            <p:cNvSpPr/>
            <p:nvPr/>
          </p:nvSpPr>
          <p:spPr>
            <a:xfrm>
              <a:off x="1037075" y="2986775"/>
              <a:ext cx="107175" cy="107175"/>
            </a:xfrm>
            <a:custGeom>
              <a:avLst/>
              <a:gdLst/>
              <a:ahLst/>
              <a:cxnLst/>
              <a:rect l="l" t="t" r="r" b="b"/>
              <a:pathLst>
                <a:path w="4287" h="4287" extrusionOk="0">
                  <a:moveTo>
                    <a:pt x="2143" y="121"/>
                  </a:moveTo>
                  <a:cubicBezTo>
                    <a:pt x="3256" y="121"/>
                    <a:pt x="4165" y="1030"/>
                    <a:pt x="4165" y="2144"/>
                  </a:cubicBezTo>
                  <a:cubicBezTo>
                    <a:pt x="4165" y="3266"/>
                    <a:pt x="3256" y="4175"/>
                    <a:pt x="2143" y="4175"/>
                  </a:cubicBezTo>
                  <a:cubicBezTo>
                    <a:pt x="1021" y="4175"/>
                    <a:pt x="112" y="3266"/>
                    <a:pt x="112" y="2144"/>
                  </a:cubicBezTo>
                  <a:cubicBezTo>
                    <a:pt x="112" y="1030"/>
                    <a:pt x="1021" y="121"/>
                    <a:pt x="2143" y="121"/>
                  </a:cubicBezTo>
                  <a:close/>
                  <a:moveTo>
                    <a:pt x="2143" y="1"/>
                  </a:moveTo>
                  <a:cubicBezTo>
                    <a:pt x="965" y="1"/>
                    <a:pt x="0" y="966"/>
                    <a:pt x="0" y="2144"/>
                  </a:cubicBezTo>
                  <a:cubicBezTo>
                    <a:pt x="0" y="3331"/>
                    <a:pt x="965" y="4287"/>
                    <a:pt x="2143" y="4287"/>
                  </a:cubicBezTo>
                  <a:cubicBezTo>
                    <a:pt x="3321" y="4287"/>
                    <a:pt x="4286" y="3331"/>
                    <a:pt x="4286" y="2144"/>
                  </a:cubicBezTo>
                  <a:cubicBezTo>
                    <a:pt x="4286" y="966"/>
                    <a:pt x="3321" y="1"/>
                    <a:pt x="2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7" name="Google Shape;2224;p43"/>
            <p:cNvSpPr/>
            <p:nvPr/>
          </p:nvSpPr>
          <p:spPr>
            <a:xfrm>
              <a:off x="1065350" y="3040125"/>
              <a:ext cx="49200" cy="24700"/>
            </a:xfrm>
            <a:custGeom>
              <a:avLst/>
              <a:gdLst/>
              <a:ahLst/>
              <a:cxnLst/>
              <a:rect l="l" t="t" r="r" b="b"/>
              <a:pathLst>
                <a:path w="1968" h="988" extrusionOk="0">
                  <a:moveTo>
                    <a:pt x="984" y="0"/>
                  </a:moveTo>
                  <a:cubicBezTo>
                    <a:pt x="446" y="0"/>
                    <a:pt x="1" y="446"/>
                    <a:pt x="1" y="984"/>
                  </a:cubicBezTo>
                  <a:cubicBezTo>
                    <a:pt x="1" y="984"/>
                    <a:pt x="875" y="988"/>
                    <a:pt x="1458" y="988"/>
                  </a:cubicBezTo>
                  <a:cubicBezTo>
                    <a:pt x="1749" y="988"/>
                    <a:pt x="1968" y="987"/>
                    <a:pt x="1968" y="984"/>
                  </a:cubicBezTo>
                  <a:cubicBezTo>
                    <a:pt x="1968" y="446"/>
                    <a:pt x="1532" y="0"/>
                    <a:pt x="9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8" name="Google Shape;2225;p43"/>
            <p:cNvSpPr/>
            <p:nvPr/>
          </p:nvSpPr>
          <p:spPr>
            <a:xfrm>
              <a:off x="1063975" y="3038725"/>
              <a:ext cx="51975" cy="27625"/>
            </a:xfrm>
            <a:custGeom>
              <a:avLst/>
              <a:gdLst/>
              <a:ahLst/>
              <a:cxnLst/>
              <a:rect l="l" t="t" r="r" b="b"/>
              <a:pathLst>
                <a:path w="2079" h="1105" extrusionOk="0">
                  <a:moveTo>
                    <a:pt x="1039" y="112"/>
                  </a:moveTo>
                  <a:cubicBezTo>
                    <a:pt x="1531" y="112"/>
                    <a:pt x="1939" y="502"/>
                    <a:pt x="1967" y="984"/>
                  </a:cubicBezTo>
                  <a:lnTo>
                    <a:pt x="121" y="984"/>
                  </a:lnTo>
                  <a:cubicBezTo>
                    <a:pt x="149" y="502"/>
                    <a:pt x="548" y="121"/>
                    <a:pt x="1039" y="112"/>
                  </a:cubicBezTo>
                  <a:close/>
                  <a:moveTo>
                    <a:pt x="1039" y="1"/>
                  </a:moveTo>
                  <a:cubicBezTo>
                    <a:pt x="464" y="1"/>
                    <a:pt x="0" y="465"/>
                    <a:pt x="0" y="1040"/>
                  </a:cubicBezTo>
                  <a:cubicBezTo>
                    <a:pt x="0" y="1095"/>
                    <a:pt x="0" y="1095"/>
                    <a:pt x="408" y="1105"/>
                  </a:cubicBezTo>
                  <a:lnTo>
                    <a:pt x="1151" y="1105"/>
                  </a:lnTo>
                  <a:cubicBezTo>
                    <a:pt x="2078" y="1105"/>
                    <a:pt x="2078" y="1105"/>
                    <a:pt x="2078" y="1040"/>
                  </a:cubicBezTo>
                  <a:cubicBezTo>
                    <a:pt x="2078" y="465"/>
                    <a:pt x="1614"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49" name="Google Shape;2226;p43"/>
            <p:cNvSpPr/>
            <p:nvPr/>
          </p:nvSpPr>
          <p:spPr>
            <a:xfrm>
              <a:off x="1076250" y="3008825"/>
              <a:ext cx="27875" cy="28075"/>
            </a:xfrm>
            <a:custGeom>
              <a:avLst/>
              <a:gdLst/>
              <a:ahLst/>
              <a:cxnLst/>
              <a:rect l="l" t="t" r="r" b="b"/>
              <a:pathLst>
                <a:path w="1115" h="1123" extrusionOk="0">
                  <a:moveTo>
                    <a:pt x="558" y="0"/>
                  </a:moveTo>
                  <a:cubicBezTo>
                    <a:pt x="251" y="0"/>
                    <a:pt x="1" y="250"/>
                    <a:pt x="1" y="566"/>
                  </a:cubicBezTo>
                  <a:cubicBezTo>
                    <a:pt x="1" y="872"/>
                    <a:pt x="251" y="1122"/>
                    <a:pt x="558" y="1122"/>
                  </a:cubicBezTo>
                  <a:cubicBezTo>
                    <a:pt x="864" y="1122"/>
                    <a:pt x="1114" y="872"/>
                    <a:pt x="1114" y="566"/>
                  </a:cubicBezTo>
                  <a:cubicBezTo>
                    <a:pt x="1114" y="250"/>
                    <a:pt x="864" y="0"/>
                    <a:pt x="5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0" name="Google Shape;2227;p43"/>
            <p:cNvSpPr/>
            <p:nvPr/>
          </p:nvSpPr>
          <p:spPr>
            <a:xfrm>
              <a:off x="1074875" y="3007425"/>
              <a:ext cx="30625" cy="30875"/>
            </a:xfrm>
            <a:custGeom>
              <a:avLst/>
              <a:gdLst/>
              <a:ahLst/>
              <a:cxnLst/>
              <a:rect l="l" t="t" r="r" b="b"/>
              <a:pathLst>
                <a:path w="1225" h="1235" extrusionOk="0">
                  <a:moveTo>
                    <a:pt x="613" y="121"/>
                  </a:moveTo>
                  <a:cubicBezTo>
                    <a:pt x="891" y="121"/>
                    <a:pt x="1114" y="344"/>
                    <a:pt x="1114" y="622"/>
                  </a:cubicBezTo>
                  <a:cubicBezTo>
                    <a:pt x="1114" y="891"/>
                    <a:pt x="891" y="1114"/>
                    <a:pt x="613" y="1114"/>
                  </a:cubicBezTo>
                  <a:cubicBezTo>
                    <a:pt x="334" y="1114"/>
                    <a:pt x="112" y="891"/>
                    <a:pt x="112" y="622"/>
                  </a:cubicBezTo>
                  <a:cubicBezTo>
                    <a:pt x="112" y="344"/>
                    <a:pt x="334" y="121"/>
                    <a:pt x="613" y="121"/>
                  </a:cubicBezTo>
                  <a:close/>
                  <a:moveTo>
                    <a:pt x="613" y="0"/>
                  </a:moveTo>
                  <a:cubicBezTo>
                    <a:pt x="269" y="0"/>
                    <a:pt x="0" y="279"/>
                    <a:pt x="0" y="622"/>
                  </a:cubicBezTo>
                  <a:cubicBezTo>
                    <a:pt x="0" y="956"/>
                    <a:pt x="269" y="1234"/>
                    <a:pt x="613" y="1234"/>
                  </a:cubicBezTo>
                  <a:cubicBezTo>
                    <a:pt x="956" y="1234"/>
                    <a:pt x="1225" y="956"/>
                    <a:pt x="1225" y="622"/>
                  </a:cubicBezTo>
                  <a:cubicBezTo>
                    <a:pt x="1225" y="279"/>
                    <a:pt x="956" y="0"/>
                    <a:pt x="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1" name="Google Shape;2228;p43"/>
            <p:cNvSpPr/>
            <p:nvPr/>
          </p:nvSpPr>
          <p:spPr>
            <a:xfrm>
              <a:off x="1418350" y="2437150"/>
              <a:ext cx="234950" cy="153550"/>
            </a:xfrm>
            <a:custGeom>
              <a:avLst/>
              <a:gdLst/>
              <a:ahLst/>
              <a:cxnLst/>
              <a:rect l="l" t="t" r="r" b="b"/>
              <a:pathLst>
                <a:path w="9398" h="6142" extrusionOk="0">
                  <a:moveTo>
                    <a:pt x="0" y="0"/>
                  </a:moveTo>
                  <a:lnTo>
                    <a:pt x="0" y="6141"/>
                  </a:lnTo>
                  <a:lnTo>
                    <a:pt x="9397" y="6141"/>
                  </a:lnTo>
                  <a:lnTo>
                    <a:pt x="93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2" name="Google Shape;2229;p43"/>
            <p:cNvSpPr/>
            <p:nvPr/>
          </p:nvSpPr>
          <p:spPr>
            <a:xfrm>
              <a:off x="1416950" y="2435750"/>
              <a:ext cx="237975" cy="156575"/>
            </a:xfrm>
            <a:custGeom>
              <a:avLst/>
              <a:gdLst/>
              <a:ahLst/>
              <a:cxnLst/>
              <a:rect l="l" t="t" r="r" b="b"/>
              <a:pathLst>
                <a:path w="9519" h="6263" extrusionOk="0">
                  <a:moveTo>
                    <a:pt x="9398" y="112"/>
                  </a:moveTo>
                  <a:lnTo>
                    <a:pt x="9398" y="6142"/>
                  </a:lnTo>
                  <a:lnTo>
                    <a:pt x="112" y="6142"/>
                  </a:lnTo>
                  <a:lnTo>
                    <a:pt x="112" y="112"/>
                  </a:lnTo>
                  <a:close/>
                  <a:moveTo>
                    <a:pt x="56" y="0"/>
                  </a:moveTo>
                  <a:cubicBezTo>
                    <a:pt x="28" y="0"/>
                    <a:pt x="0" y="19"/>
                    <a:pt x="0" y="56"/>
                  </a:cubicBezTo>
                  <a:lnTo>
                    <a:pt x="0" y="6197"/>
                  </a:lnTo>
                  <a:cubicBezTo>
                    <a:pt x="0" y="6234"/>
                    <a:pt x="28" y="6262"/>
                    <a:pt x="56" y="6262"/>
                  </a:cubicBezTo>
                  <a:lnTo>
                    <a:pt x="9463" y="6262"/>
                  </a:lnTo>
                  <a:cubicBezTo>
                    <a:pt x="9490" y="6262"/>
                    <a:pt x="9518" y="6234"/>
                    <a:pt x="9518" y="6197"/>
                  </a:cubicBezTo>
                  <a:lnTo>
                    <a:pt x="9518" y="56"/>
                  </a:lnTo>
                  <a:cubicBezTo>
                    <a:pt x="9518" y="19"/>
                    <a:pt x="9490" y="0"/>
                    <a:pt x="9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3" name="Google Shape;2230;p43"/>
            <p:cNvSpPr/>
            <p:nvPr/>
          </p:nvSpPr>
          <p:spPr>
            <a:xfrm>
              <a:off x="1410675" y="2356900"/>
              <a:ext cx="295975" cy="86050"/>
            </a:xfrm>
            <a:custGeom>
              <a:avLst/>
              <a:gdLst/>
              <a:ahLst/>
              <a:cxnLst/>
              <a:rect l="l" t="t" r="r" b="b"/>
              <a:pathLst>
                <a:path w="11839" h="3442" extrusionOk="0">
                  <a:moveTo>
                    <a:pt x="567" y="0"/>
                  </a:moveTo>
                  <a:cubicBezTo>
                    <a:pt x="251" y="0"/>
                    <a:pt x="1" y="260"/>
                    <a:pt x="1" y="576"/>
                  </a:cubicBezTo>
                  <a:lnTo>
                    <a:pt x="1" y="2867"/>
                  </a:lnTo>
                  <a:cubicBezTo>
                    <a:pt x="1" y="3182"/>
                    <a:pt x="251" y="3442"/>
                    <a:pt x="567" y="3442"/>
                  </a:cubicBezTo>
                  <a:lnTo>
                    <a:pt x="11263" y="3442"/>
                  </a:lnTo>
                  <a:cubicBezTo>
                    <a:pt x="11578" y="3442"/>
                    <a:pt x="11838" y="3182"/>
                    <a:pt x="11838" y="2867"/>
                  </a:cubicBezTo>
                  <a:lnTo>
                    <a:pt x="11838" y="576"/>
                  </a:lnTo>
                  <a:cubicBezTo>
                    <a:pt x="11838" y="260"/>
                    <a:pt x="11578" y="0"/>
                    <a:pt x="11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4" name="Google Shape;2231;p43"/>
            <p:cNvSpPr/>
            <p:nvPr/>
          </p:nvSpPr>
          <p:spPr>
            <a:xfrm>
              <a:off x="1409075" y="2355500"/>
              <a:ext cx="298950" cy="88850"/>
            </a:xfrm>
            <a:custGeom>
              <a:avLst/>
              <a:gdLst/>
              <a:ahLst/>
              <a:cxnLst/>
              <a:rect l="l" t="t" r="r" b="b"/>
              <a:pathLst>
                <a:path w="11958" h="3554" extrusionOk="0">
                  <a:moveTo>
                    <a:pt x="11327" y="112"/>
                  </a:moveTo>
                  <a:cubicBezTo>
                    <a:pt x="11614" y="112"/>
                    <a:pt x="11837" y="344"/>
                    <a:pt x="11837" y="632"/>
                  </a:cubicBezTo>
                  <a:lnTo>
                    <a:pt x="11837" y="2923"/>
                  </a:lnTo>
                  <a:cubicBezTo>
                    <a:pt x="11837" y="3210"/>
                    <a:pt x="11614" y="3442"/>
                    <a:pt x="11327" y="3442"/>
                  </a:cubicBezTo>
                  <a:lnTo>
                    <a:pt x="631" y="3442"/>
                  </a:lnTo>
                  <a:cubicBezTo>
                    <a:pt x="353" y="3442"/>
                    <a:pt x="121" y="3210"/>
                    <a:pt x="121" y="2923"/>
                  </a:cubicBezTo>
                  <a:lnTo>
                    <a:pt x="121" y="632"/>
                  </a:lnTo>
                  <a:cubicBezTo>
                    <a:pt x="121" y="344"/>
                    <a:pt x="353" y="112"/>
                    <a:pt x="631" y="112"/>
                  </a:cubicBezTo>
                  <a:close/>
                  <a:moveTo>
                    <a:pt x="631" y="1"/>
                  </a:moveTo>
                  <a:cubicBezTo>
                    <a:pt x="288" y="1"/>
                    <a:pt x="0" y="279"/>
                    <a:pt x="0" y="632"/>
                  </a:cubicBezTo>
                  <a:lnTo>
                    <a:pt x="0" y="2923"/>
                  </a:lnTo>
                  <a:cubicBezTo>
                    <a:pt x="0" y="3275"/>
                    <a:pt x="288" y="3554"/>
                    <a:pt x="631" y="3554"/>
                  </a:cubicBezTo>
                  <a:lnTo>
                    <a:pt x="11327" y="3554"/>
                  </a:lnTo>
                  <a:cubicBezTo>
                    <a:pt x="11670" y="3554"/>
                    <a:pt x="11958" y="3275"/>
                    <a:pt x="11958" y="2923"/>
                  </a:cubicBezTo>
                  <a:lnTo>
                    <a:pt x="11958" y="632"/>
                  </a:lnTo>
                  <a:cubicBezTo>
                    <a:pt x="11958" y="279"/>
                    <a:pt x="11670" y="1"/>
                    <a:pt x="113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5" name="Google Shape;2232;p43"/>
            <p:cNvSpPr/>
            <p:nvPr/>
          </p:nvSpPr>
          <p:spPr>
            <a:xfrm>
              <a:off x="1410675" y="2450825"/>
              <a:ext cx="295975" cy="86075"/>
            </a:xfrm>
            <a:custGeom>
              <a:avLst/>
              <a:gdLst/>
              <a:ahLst/>
              <a:cxnLst/>
              <a:rect l="l" t="t" r="r" b="b"/>
              <a:pathLst>
                <a:path w="11839" h="3443" extrusionOk="0">
                  <a:moveTo>
                    <a:pt x="567" y="0"/>
                  </a:moveTo>
                  <a:cubicBezTo>
                    <a:pt x="251" y="0"/>
                    <a:pt x="1" y="251"/>
                    <a:pt x="1" y="576"/>
                  </a:cubicBezTo>
                  <a:lnTo>
                    <a:pt x="1" y="2867"/>
                  </a:lnTo>
                  <a:cubicBezTo>
                    <a:pt x="1" y="3182"/>
                    <a:pt x="251" y="3442"/>
                    <a:pt x="567" y="3442"/>
                  </a:cubicBezTo>
                  <a:lnTo>
                    <a:pt x="11263" y="3442"/>
                  </a:lnTo>
                  <a:cubicBezTo>
                    <a:pt x="11578" y="3442"/>
                    <a:pt x="11838" y="3182"/>
                    <a:pt x="11838" y="2867"/>
                  </a:cubicBezTo>
                  <a:lnTo>
                    <a:pt x="11838" y="576"/>
                  </a:lnTo>
                  <a:cubicBezTo>
                    <a:pt x="11838" y="251"/>
                    <a:pt x="11578" y="0"/>
                    <a:pt x="11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6" name="Google Shape;2233;p43"/>
            <p:cNvSpPr/>
            <p:nvPr/>
          </p:nvSpPr>
          <p:spPr>
            <a:xfrm>
              <a:off x="1409075" y="2449425"/>
              <a:ext cx="298950" cy="88850"/>
            </a:xfrm>
            <a:custGeom>
              <a:avLst/>
              <a:gdLst/>
              <a:ahLst/>
              <a:cxnLst/>
              <a:rect l="l" t="t" r="r" b="b"/>
              <a:pathLst>
                <a:path w="11958" h="3554" extrusionOk="0">
                  <a:moveTo>
                    <a:pt x="11327" y="112"/>
                  </a:moveTo>
                  <a:cubicBezTo>
                    <a:pt x="11614" y="112"/>
                    <a:pt x="11837" y="344"/>
                    <a:pt x="11837" y="632"/>
                  </a:cubicBezTo>
                  <a:lnTo>
                    <a:pt x="11837" y="2923"/>
                  </a:lnTo>
                  <a:cubicBezTo>
                    <a:pt x="11837" y="3201"/>
                    <a:pt x="11614" y="3433"/>
                    <a:pt x="11327" y="3433"/>
                  </a:cubicBezTo>
                  <a:lnTo>
                    <a:pt x="631" y="3433"/>
                  </a:lnTo>
                  <a:cubicBezTo>
                    <a:pt x="353" y="3433"/>
                    <a:pt x="121" y="3210"/>
                    <a:pt x="121" y="2923"/>
                  </a:cubicBezTo>
                  <a:lnTo>
                    <a:pt x="121" y="632"/>
                  </a:lnTo>
                  <a:cubicBezTo>
                    <a:pt x="121" y="344"/>
                    <a:pt x="353" y="112"/>
                    <a:pt x="631" y="112"/>
                  </a:cubicBezTo>
                  <a:close/>
                  <a:moveTo>
                    <a:pt x="631" y="1"/>
                  </a:moveTo>
                  <a:cubicBezTo>
                    <a:pt x="288" y="1"/>
                    <a:pt x="0" y="279"/>
                    <a:pt x="0" y="632"/>
                  </a:cubicBezTo>
                  <a:lnTo>
                    <a:pt x="0" y="2923"/>
                  </a:lnTo>
                  <a:cubicBezTo>
                    <a:pt x="0" y="3266"/>
                    <a:pt x="288" y="3554"/>
                    <a:pt x="631" y="3554"/>
                  </a:cubicBezTo>
                  <a:lnTo>
                    <a:pt x="11327" y="3554"/>
                  </a:lnTo>
                  <a:cubicBezTo>
                    <a:pt x="11670" y="3554"/>
                    <a:pt x="11958" y="3266"/>
                    <a:pt x="11958" y="2923"/>
                  </a:cubicBezTo>
                  <a:lnTo>
                    <a:pt x="11958" y="632"/>
                  </a:lnTo>
                  <a:cubicBezTo>
                    <a:pt x="11958" y="279"/>
                    <a:pt x="11670" y="1"/>
                    <a:pt x="113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7" name="Google Shape;2234;p43"/>
            <p:cNvSpPr/>
            <p:nvPr/>
          </p:nvSpPr>
          <p:spPr>
            <a:xfrm>
              <a:off x="1410675" y="2546825"/>
              <a:ext cx="295975" cy="85850"/>
            </a:xfrm>
            <a:custGeom>
              <a:avLst/>
              <a:gdLst/>
              <a:ahLst/>
              <a:cxnLst/>
              <a:rect l="l" t="t" r="r" b="b"/>
              <a:pathLst>
                <a:path w="11839" h="3434" extrusionOk="0">
                  <a:moveTo>
                    <a:pt x="567" y="1"/>
                  </a:moveTo>
                  <a:cubicBezTo>
                    <a:pt x="251" y="1"/>
                    <a:pt x="1" y="251"/>
                    <a:pt x="1" y="567"/>
                  </a:cubicBezTo>
                  <a:lnTo>
                    <a:pt x="1" y="2867"/>
                  </a:lnTo>
                  <a:cubicBezTo>
                    <a:pt x="1" y="3183"/>
                    <a:pt x="251" y="3433"/>
                    <a:pt x="567" y="3433"/>
                  </a:cubicBezTo>
                  <a:lnTo>
                    <a:pt x="11263" y="3433"/>
                  </a:lnTo>
                  <a:cubicBezTo>
                    <a:pt x="11578" y="3433"/>
                    <a:pt x="11838" y="3183"/>
                    <a:pt x="11838" y="2867"/>
                  </a:cubicBezTo>
                  <a:lnTo>
                    <a:pt x="11838" y="567"/>
                  </a:lnTo>
                  <a:cubicBezTo>
                    <a:pt x="11838" y="251"/>
                    <a:pt x="11578" y="1"/>
                    <a:pt x="112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8" name="Google Shape;2235;p43"/>
            <p:cNvSpPr/>
            <p:nvPr/>
          </p:nvSpPr>
          <p:spPr>
            <a:xfrm>
              <a:off x="1409075" y="2545225"/>
              <a:ext cx="298950" cy="89075"/>
            </a:xfrm>
            <a:custGeom>
              <a:avLst/>
              <a:gdLst/>
              <a:ahLst/>
              <a:cxnLst/>
              <a:rect l="l" t="t" r="r" b="b"/>
              <a:pathLst>
                <a:path w="11958" h="3563" extrusionOk="0">
                  <a:moveTo>
                    <a:pt x="11327" y="121"/>
                  </a:moveTo>
                  <a:cubicBezTo>
                    <a:pt x="11614" y="121"/>
                    <a:pt x="11837" y="353"/>
                    <a:pt x="11837" y="640"/>
                  </a:cubicBezTo>
                  <a:lnTo>
                    <a:pt x="11837" y="2931"/>
                  </a:lnTo>
                  <a:cubicBezTo>
                    <a:pt x="11837" y="3210"/>
                    <a:pt x="11614" y="3442"/>
                    <a:pt x="11327" y="3442"/>
                  </a:cubicBezTo>
                  <a:lnTo>
                    <a:pt x="631" y="3442"/>
                  </a:lnTo>
                  <a:cubicBezTo>
                    <a:pt x="353" y="3442"/>
                    <a:pt x="121" y="3210"/>
                    <a:pt x="121" y="2931"/>
                  </a:cubicBezTo>
                  <a:lnTo>
                    <a:pt x="121" y="640"/>
                  </a:lnTo>
                  <a:cubicBezTo>
                    <a:pt x="121" y="353"/>
                    <a:pt x="353" y="121"/>
                    <a:pt x="631" y="121"/>
                  </a:cubicBezTo>
                  <a:close/>
                  <a:moveTo>
                    <a:pt x="631" y="0"/>
                  </a:moveTo>
                  <a:cubicBezTo>
                    <a:pt x="288" y="0"/>
                    <a:pt x="0" y="288"/>
                    <a:pt x="0" y="631"/>
                  </a:cubicBezTo>
                  <a:lnTo>
                    <a:pt x="0" y="2931"/>
                  </a:lnTo>
                  <a:cubicBezTo>
                    <a:pt x="0" y="3275"/>
                    <a:pt x="288" y="3562"/>
                    <a:pt x="631" y="3562"/>
                  </a:cubicBezTo>
                  <a:lnTo>
                    <a:pt x="11327" y="3562"/>
                  </a:lnTo>
                  <a:cubicBezTo>
                    <a:pt x="11670" y="3562"/>
                    <a:pt x="11958" y="3275"/>
                    <a:pt x="11958" y="2931"/>
                  </a:cubicBezTo>
                  <a:lnTo>
                    <a:pt x="11958" y="631"/>
                  </a:lnTo>
                  <a:cubicBezTo>
                    <a:pt x="11958" y="288"/>
                    <a:pt x="11670" y="0"/>
                    <a:pt x="1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59" name="Google Shape;2236;p43"/>
            <p:cNvSpPr/>
            <p:nvPr/>
          </p:nvSpPr>
          <p:spPr>
            <a:xfrm>
              <a:off x="1458000" y="2356900"/>
              <a:ext cx="262100" cy="86050"/>
            </a:xfrm>
            <a:custGeom>
              <a:avLst/>
              <a:gdLst/>
              <a:ahLst/>
              <a:cxnLst/>
              <a:rect l="l" t="t" r="r" b="b"/>
              <a:pathLst>
                <a:path w="10484" h="3442" extrusionOk="0">
                  <a:moveTo>
                    <a:pt x="538" y="0"/>
                  </a:moveTo>
                  <a:cubicBezTo>
                    <a:pt x="242" y="0"/>
                    <a:pt x="0" y="242"/>
                    <a:pt x="0" y="538"/>
                  </a:cubicBezTo>
                  <a:lnTo>
                    <a:pt x="0" y="2904"/>
                  </a:lnTo>
                  <a:cubicBezTo>
                    <a:pt x="0" y="3201"/>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0" name="Google Shape;2237;p43"/>
            <p:cNvSpPr/>
            <p:nvPr/>
          </p:nvSpPr>
          <p:spPr>
            <a:xfrm>
              <a:off x="1456600" y="2355500"/>
              <a:ext cx="264875" cy="88850"/>
            </a:xfrm>
            <a:custGeom>
              <a:avLst/>
              <a:gdLst/>
              <a:ahLst/>
              <a:cxnLst/>
              <a:rect l="l" t="t" r="r" b="b"/>
              <a:pathLst>
                <a:path w="10595" h="3554" extrusionOk="0">
                  <a:moveTo>
                    <a:pt x="10001" y="112"/>
                  </a:moveTo>
                  <a:cubicBezTo>
                    <a:pt x="10261" y="112"/>
                    <a:pt x="10474" y="335"/>
                    <a:pt x="10474" y="594"/>
                  </a:cubicBezTo>
                  <a:lnTo>
                    <a:pt x="10474" y="2960"/>
                  </a:lnTo>
                  <a:cubicBezTo>
                    <a:pt x="10474" y="3220"/>
                    <a:pt x="10261" y="3433"/>
                    <a:pt x="10001" y="3433"/>
                  </a:cubicBezTo>
                  <a:lnTo>
                    <a:pt x="594" y="3433"/>
                  </a:lnTo>
                  <a:cubicBezTo>
                    <a:pt x="335" y="3433"/>
                    <a:pt x="112" y="3220"/>
                    <a:pt x="112" y="2960"/>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1" name="Google Shape;2238;p43"/>
            <p:cNvSpPr/>
            <p:nvPr/>
          </p:nvSpPr>
          <p:spPr>
            <a:xfrm>
              <a:off x="1485375" y="2386825"/>
              <a:ext cx="26450" cy="26225"/>
            </a:xfrm>
            <a:custGeom>
              <a:avLst/>
              <a:gdLst/>
              <a:ahLst/>
              <a:cxnLst/>
              <a:rect l="l" t="t" r="r" b="b"/>
              <a:pathLst>
                <a:path w="1058" h="1049" extrusionOk="0">
                  <a:moveTo>
                    <a:pt x="529" y="0"/>
                  </a:moveTo>
                  <a:cubicBezTo>
                    <a:pt x="241" y="0"/>
                    <a:pt x="0" y="232"/>
                    <a:pt x="0" y="529"/>
                  </a:cubicBezTo>
                  <a:cubicBezTo>
                    <a:pt x="0" y="816"/>
                    <a:pt x="241" y="1048"/>
                    <a:pt x="529" y="1048"/>
                  </a:cubicBezTo>
                  <a:cubicBezTo>
                    <a:pt x="826" y="1048"/>
                    <a:pt x="1058" y="816"/>
                    <a:pt x="1058" y="529"/>
                  </a:cubicBezTo>
                  <a:cubicBezTo>
                    <a:pt x="1058" y="232"/>
                    <a:pt x="826" y="0"/>
                    <a:pt x="5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2" name="Google Shape;2239;p43"/>
            <p:cNvSpPr/>
            <p:nvPr/>
          </p:nvSpPr>
          <p:spPr>
            <a:xfrm>
              <a:off x="1483975" y="2385200"/>
              <a:ext cx="29250" cy="29475"/>
            </a:xfrm>
            <a:custGeom>
              <a:avLst/>
              <a:gdLst/>
              <a:ahLst/>
              <a:cxnLst/>
              <a:rect l="l" t="t" r="r" b="b"/>
              <a:pathLst>
                <a:path w="1170" h="1179" extrusionOk="0">
                  <a:moveTo>
                    <a:pt x="585" y="121"/>
                  </a:moveTo>
                  <a:cubicBezTo>
                    <a:pt x="845" y="121"/>
                    <a:pt x="1058" y="334"/>
                    <a:pt x="1058" y="585"/>
                  </a:cubicBezTo>
                  <a:cubicBezTo>
                    <a:pt x="1058" y="844"/>
                    <a:pt x="845" y="1058"/>
                    <a:pt x="585" y="1058"/>
                  </a:cubicBezTo>
                  <a:cubicBezTo>
                    <a:pt x="325" y="1058"/>
                    <a:pt x="121" y="844"/>
                    <a:pt x="121" y="585"/>
                  </a:cubicBezTo>
                  <a:cubicBezTo>
                    <a:pt x="121" y="334"/>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3" name="Google Shape;2240;p43"/>
            <p:cNvSpPr/>
            <p:nvPr/>
          </p:nvSpPr>
          <p:spPr>
            <a:xfrm>
              <a:off x="1539400" y="2382875"/>
              <a:ext cx="155175" cy="34125"/>
            </a:xfrm>
            <a:custGeom>
              <a:avLst/>
              <a:gdLst/>
              <a:ahLst/>
              <a:cxnLst/>
              <a:rect l="l" t="t" r="r" b="b"/>
              <a:pathLst>
                <a:path w="6207" h="1365" extrusionOk="0">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4" name="Google Shape;2241;p43"/>
            <p:cNvSpPr/>
            <p:nvPr/>
          </p:nvSpPr>
          <p:spPr>
            <a:xfrm>
              <a:off x="1537775" y="2381250"/>
              <a:ext cx="158425" cy="37125"/>
            </a:xfrm>
            <a:custGeom>
              <a:avLst/>
              <a:gdLst/>
              <a:ahLst/>
              <a:cxnLst/>
              <a:rect l="l" t="t" r="r" b="b"/>
              <a:pathLst>
                <a:path w="6337" h="1485" extrusionOk="0">
                  <a:moveTo>
                    <a:pt x="6207" y="121"/>
                  </a:moveTo>
                  <a:cubicBezTo>
                    <a:pt x="6207" y="121"/>
                    <a:pt x="6216" y="130"/>
                    <a:pt x="6216" y="130"/>
                  </a:cubicBezTo>
                  <a:lnTo>
                    <a:pt x="6216" y="1364"/>
                  </a:lnTo>
                  <a:cubicBezTo>
                    <a:pt x="6216" y="1364"/>
                    <a:pt x="6207" y="1373"/>
                    <a:pt x="6207" y="1373"/>
                  </a:cubicBezTo>
                  <a:lnTo>
                    <a:pt x="130" y="1373"/>
                  </a:lnTo>
                  <a:cubicBezTo>
                    <a:pt x="121" y="1373"/>
                    <a:pt x="121" y="1364"/>
                    <a:pt x="121" y="1364"/>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5" name="Google Shape;2242;p43"/>
            <p:cNvSpPr/>
            <p:nvPr/>
          </p:nvSpPr>
          <p:spPr>
            <a:xfrm>
              <a:off x="1552850" y="2392600"/>
              <a:ext cx="54300" cy="3050"/>
            </a:xfrm>
            <a:custGeom>
              <a:avLst/>
              <a:gdLst/>
              <a:ahLst/>
              <a:cxnLst/>
              <a:rect l="l" t="t" r="r" b="b"/>
              <a:pathLst>
                <a:path w="2172" h="122" extrusionOk="0">
                  <a:moveTo>
                    <a:pt x="56" y="1"/>
                  </a:moveTo>
                  <a:cubicBezTo>
                    <a:pt x="28" y="1"/>
                    <a:pt x="1" y="29"/>
                    <a:pt x="1" y="66"/>
                  </a:cubicBezTo>
                  <a:cubicBezTo>
                    <a:pt x="1" y="94"/>
                    <a:pt x="28" y="122"/>
                    <a:pt x="56" y="122"/>
                  </a:cubicBezTo>
                  <a:lnTo>
                    <a:pt x="2106" y="122"/>
                  </a:lnTo>
                  <a:cubicBezTo>
                    <a:pt x="2143" y="122"/>
                    <a:pt x="2171" y="94"/>
                    <a:pt x="2171" y="66"/>
                  </a:cubicBezTo>
                  <a:cubicBezTo>
                    <a:pt x="2171" y="29"/>
                    <a:pt x="2143" y="1"/>
                    <a:pt x="2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6" name="Google Shape;2243;p43"/>
            <p:cNvSpPr/>
            <p:nvPr/>
          </p:nvSpPr>
          <p:spPr>
            <a:xfrm>
              <a:off x="1614300" y="2392600"/>
              <a:ext cx="33675" cy="3050"/>
            </a:xfrm>
            <a:custGeom>
              <a:avLst/>
              <a:gdLst/>
              <a:ahLst/>
              <a:cxnLst/>
              <a:rect l="l" t="t" r="r" b="b"/>
              <a:pathLst>
                <a:path w="1347" h="122" extrusionOk="0">
                  <a:moveTo>
                    <a:pt x="57" y="1"/>
                  </a:moveTo>
                  <a:cubicBezTo>
                    <a:pt x="29" y="1"/>
                    <a:pt x="1" y="29"/>
                    <a:pt x="1" y="66"/>
                  </a:cubicBezTo>
                  <a:cubicBezTo>
                    <a:pt x="1" y="94"/>
                    <a:pt x="29" y="122"/>
                    <a:pt x="57" y="122"/>
                  </a:cubicBezTo>
                  <a:lnTo>
                    <a:pt x="1290" y="122"/>
                  </a:lnTo>
                  <a:cubicBezTo>
                    <a:pt x="1318" y="122"/>
                    <a:pt x="1346" y="94"/>
                    <a:pt x="1346" y="66"/>
                  </a:cubicBezTo>
                  <a:cubicBezTo>
                    <a:pt x="1346" y="29"/>
                    <a:pt x="1318" y="1"/>
                    <a:pt x="12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7" name="Google Shape;2244;p43"/>
            <p:cNvSpPr/>
            <p:nvPr/>
          </p:nvSpPr>
          <p:spPr>
            <a:xfrm>
              <a:off x="1557025" y="2403750"/>
              <a:ext cx="33650" cy="3025"/>
            </a:xfrm>
            <a:custGeom>
              <a:avLst/>
              <a:gdLst/>
              <a:ahLst/>
              <a:cxnLst/>
              <a:rect l="l" t="t" r="r" b="b"/>
              <a:pathLst>
                <a:path w="1346" h="121" extrusionOk="0">
                  <a:moveTo>
                    <a:pt x="56" y="0"/>
                  </a:moveTo>
                  <a:cubicBezTo>
                    <a:pt x="28" y="0"/>
                    <a:pt x="1" y="28"/>
                    <a:pt x="1" y="65"/>
                  </a:cubicBezTo>
                  <a:cubicBezTo>
                    <a:pt x="1" y="93"/>
                    <a:pt x="28" y="121"/>
                    <a:pt x="56" y="121"/>
                  </a:cubicBezTo>
                  <a:lnTo>
                    <a:pt x="1290" y="121"/>
                  </a:lnTo>
                  <a:cubicBezTo>
                    <a:pt x="1318" y="121"/>
                    <a:pt x="1346" y="93"/>
                    <a:pt x="1346" y="65"/>
                  </a:cubicBezTo>
                  <a:cubicBezTo>
                    <a:pt x="1346" y="28"/>
                    <a:pt x="1318" y="0"/>
                    <a:pt x="1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8" name="Google Shape;2245;p43"/>
            <p:cNvSpPr/>
            <p:nvPr/>
          </p:nvSpPr>
          <p:spPr>
            <a:xfrm>
              <a:off x="1657450" y="2392600"/>
              <a:ext cx="20900" cy="3050"/>
            </a:xfrm>
            <a:custGeom>
              <a:avLst/>
              <a:gdLst/>
              <a:ahLst/>
              <a:cxnLst/>
              <a:rect l="l" t="t" r="r" b="b"/>
              <a:pathLst>
                <a:path w="836" h="122" extrusionOk="0">
                  <a:moveTo>
                    <a:pt x="56" y="1"/>
                  </a:moveTo>
                  <a:cubicBezTo>
                    <a:pt x="28" y="1"/>
                    <a:pt x="0" y="29"/>
                    <a:pt x="0" y="66"/>
                  </a:cubicBezTo>
                  <a:cubicBezTo>
                    <a:pt x="0" y="94"/>
                    <a:pt x="28" y="122"/>
                    <a:pt x="56" y="122"/>
                  </a:cubicBezTo>
                  <a:lnTo>
                    <a:pt x="780" y="122"/>
                  </a:lnTo>
                  <a:cubicBezTo>
                    <a:pt x="807" y="122"/>
                    <a:pt x="835" y="94"/>
                    <a:pt x="835" y="66"/>
                  </a:cubicBezTo>
                  <a:cubicBezTo>
                    <a:pt x="835" y="29"/>
                    <a:pt x="81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69" name="Google Shape;2246;p43"/>
            <p:cNvSpPr/>
            <p:nvPr/>
          </p:nvSpPr>
          <p:spPr>
            <a:xfrm>
              <a:off x="1612925" y="2404675"/>
              <a:ext cx="20900" cy="3025"/>
            </a:xfrm>
            <a:custGeom>
              <a:avLst/>
              <a:gdLst/>
              <a:ahLst/>
              <a:cxnLst/>
              <a:rect l="l" t="t" r="r" b="b"/>
              <a:pathLst>
                <a:path w="836" h="121" extrusionOk="0">
                  <a:moveTo>
                    <a:pt x="56" y="0"/>
                  </a:moveTo>
                  <a:cubicBezTo>
                    <a:pt x="28" y="0"/>
                    <a:pt x="0" y="28"/>
                    <a:pt x="0" y="65"/>
                  </a:cubicBezTo>
                  <a:cubicBezTo>
                    <a:pt x="0" y="93"/>
                    <a:pt x="28" y="121"/>
                    <a:pt x="56" y="121"/>
                  </a:cubicBezTo>
                  <a:lnTo>
                    <a:pt x="779" y="121"/>
                  </a:lnTo>
                  <a:cubicBezTo>
                    <a:pt x="807" y="121"/>
                    <a:pt x="835" y="93"/>
                    <a:pt x="835" y="65"/>
                  </a:cubicBezTo>
                  <a:cubicBezTo>
                    <a:pt x="835" y="28"/>
                    <a:pt x="807" y="0"/>
                    <a:pt x="7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0" name="Google Shape;2247;p43"/>
            <p:cNvSpPr/>
            <p:nvPr/>
          </p:nvSpPr>
          <p:spPr>
            <a:xfrm>
              <a:off x="1458000" y="2450825"/>
              <a:ext cx="262100" cy="86075"/>
            </a:xfrm>
            <a:custGeom>
              <a:avLst/>
              <a:gdLst/>
              <a:ahLst/>
              <a:cxnLst/>
              <a:rect l="l" t="t" r="r" b="b"/>
              <a:pathLst>
                <a:path w="10484" h="3443" extrusionOk="0">
                  <a:moveTo>
                    <a:pt x="538" y="0"/>
                  </a:moveTo>
                  <a:cubicBezTo>
                    <a:pt x="242" y="0"/>
                    <a:pt x="0" y="242"/>
                    <a:pt x="0" y="538"/>
                  </a:cubicBezTo>
                  <a:lnTo>
                    <a:pt x="0" y="2904"/>
                  </a:lnTo>
                  <a:cubicBezTo>
                    <a:pt x="0" y="3192"/>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1" name="Google Shape;2248;p43"/>
            <p:cNvSpPr/>
            <p:nvPr/>
          </p:nvSpPr>
          <p:spPr>
            <a:xfrm>
              <a:off x="1456600" y="2449425"/>
              <a:ext cx="264875" cy="88850"/>
            </a:xfrm>
            <a:custGeom>
              <a:avLst/>
              <a:gdLst/>
              <a:ahLst/>
              <a:cxnLst/>
              <a:rect l="l" t="t" r="r" b="b"/>
              <a:pathLst>
                <a:path w="10595" h="3554" extrusionOk="0">
                  <a:moveTo>
                    <a:pt x="10001" y="112"/>
                  </a:moveTo>
                  <a:cubicBezTo>
                    <a:pt x="10261" y="112"/>
                    <a:pt x="10474" y="325"/>
                    <a:pt x="10474" y="594"/>
                  </a:cubicBezTo>
                  <a:lnTo>
                    <a:pt x="10474" y="2951"/>
                  </a:lnTo>
                  <a:cubicBezTo>
                    <a:pt x="10474" y="3220"/>
                    <a:pt x="10261" y="3433"/>
                    <a:pt x="10001" y="3433"/>
                  </a:cubicBezTo>
                  <a:lnTo>
                    <a:pt x="594" y="3433"/>
                  </a:lnTo>
                  <a:cubicBezTo>
                    <a:pt x="335" y="3433"/>
                    <a:pt x="112" y="3220"/>
                    <a:pt x="112" y="2951"/>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2" name="Google Shape;2249;p43"/>
            <p:cNvSpPr/>
            <p:nvPr/>
          </p:nvSpPr>
          <p:spPr>
            <a:xfrm>
              <a:off x="1485375" y="2480500"/>
              <a:ext cx="26450" cy="26475"/>
            </a:xfrm>
            <a:custGeom>
              <a:avLst/>
              <a:gdLst/>
              <a:ahLst/>
              <a:cxnLst/>
              <a:rect l="l" t="t" r="r" b="b"/>
              <a:pathLst>
                <a:path w="1058" h="1059" extrusionOk="0">
                  <a:moveTo>
                    <a:pt x="529" y="1"/>
                  </a:moveTo>
                  <a:cubicBezTo>
                    <a:pt x="241" y="1"/>
                    <a:pt x="0" y="242"/>
                    <a:pt x="0" y="530"/>
                  </a:cubicBezTo>
                  <a:cubicBezTo>
                    <a:pt x="0" y="826"/>
                    <a:pt x="241" y="1058"/>
                    <a:pt x="529" y="1058"/>
                  </a:cubicBezTo>
                  <a:cubicBezTo>
                    <a:pt x="826" y="1058"/>
                    <a:pt x="1058" y="826"/>
                    <a:pt x="1058" y="530"/>
                  </a:cubicBezTo>
                  <a:cubicBezTo>
                    <a:pt x="1058" y="242"/>
                    <a:pt x="826" y="1"/>
                    <a:pt x="5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3" name="Google Shape;2250;p43"/>
            <p:cNvSpPr/>
            <p:nvPr/>
          </p:nvSpPr>
          <p:spPr>
            <a:xfrm>
              <a:off x="1483975" y="2479125"/>
              <a:ext cx="29250" cy="29475"/>
            </a:xfrm>
            <a:custGeom>
              <a:avLst/>
              <a:gdLst/>
              <a:ahLst/>
              <a:cxnLst/>
              <a:rect l="l" t="t" r="r" b="b"/>
              <a:pathLst>
                <a:path w="1170" h="1179" extrusionOk="0">
                  <a:moveTo>
                    <a:pt x="585" y="121"/>
                  </a:moveTo>
                  <a:cubicBezTo>
                    <a:pt x="845" y="121"/>
                    <a:pt x="1058" y="325"/>
                    <a:pt x="1058" y="585"/>
                  </a:cubicBezTo>
                  <a:cubicBezTo>
                    <a:pt x="1058" y="844"/>
                    <a:pt x="845" y="1058"/>
                    <a:pt x="585" y="1058"/>
                  </a:cubicBezTo>
                  <a:cubicBezTo>
                    <a:pt x="325" y="1058"/>
                    <a:pt x="121" y="844"/>
                    <a:pt x="121" y="585"/>
                  </a:cubicBezTo>
                  <a:cubicBezTo>
                    <a:pt x="121" y="325"/>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4" name="Google Shape;2251;p43"/>
            <p:cNvSpPr/>
            <p:nvPr/>
          </p:nvSpPr>
          <p:spPr>
            <a:xfrm>
              <a:off x="1539400" y="2476800"/>
              <a:ext cx="155175" cy="34125"/>
            </a:xfrm>
            <a:custGeom>
              <a:avLst/>
              <a:gdLst/>
              <a:ahLst/>
              <a:cxnLst/>
              <a:rect l="l" t="t" r="r" b="b"/>
              <a:pathLst>
                <a:path w="6207" h="1365" extrusionOk="0">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5" name="Google Shape;2252;p43"/>
            <p:cNvSpPr/>
            <p:nvPr/>
          </p:nvSpPr>
          <p:spPr>
            <a:xfrm>
              <a:off x="1537775" y="2475175"/>
              <a:ext cx="158425" cy="37125"/>
            </a:xfrm>
            <a:custGeom>
              <a:avLst/>
              <a:gdLst/>
              <a:ahLst/>
              <a:cxnLst/>
              <a:rect l="l" t="t" r="r" b="b"/>
              <a:pathLst>
                <a:path w="6337" h="1485" extrusionOk="0">
                  <a:moveTo>
                    <a:pt x="6207" y="121"/>
                  </a:moveTo>
                  <a:cubicBezTo>
                    <a:pt x="6207" y="121"/>
                    <a:pt x="6216" y="130"/>
                    <a:pt x="6216" y="130"/>
                  </a:cubicBezTo>
                  <a:lnTo>
                    <a:pt x="6216" y="1355"/>
                  </a:lnTo>
                  <a:cubicBezTo>
                    <a:pt x="6216" y="1364"/>
                    <a:pt x="6207" y="1373"/>
                    <a:pt x="6207" y="1373"/>
                  </a:cubicBezTo>
                  <a:lnTo>
                    <a:pt x="130" y="1373"/>
                  </a:lnTo>
                  <a:cubicBezTo>
                    <a:pt x="121" y="1373"/>
                    <a:pt x="121" y="1364"/>
                    <a:pt x="121" y="1355"/>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6" name="Google Shape;2253;p43"/>
            <p:cNvSpPr/>
            <p:nvPr/>
          </p:nvSpPr>
          <p:spPr>
            <a:xfrm>
              <a:off x="1552850" y="2486550"/>
              <a:ext cx="54300" cy="3025"/>
            </a:xfrm>
            <a:custGeom>
              <a:avLst/>
              <a:gdLst/>
              <a:ahLst/>
              <a:cxnLst/>
              <a:rect l="l" t="t" r="r" b="b"/>
              <a:pathLst>
                <a:path w="2172" h="121" extrusionOk="0">
                  <a:moveTo>
                    <a:pt x="56" y="0"/>
                  </a:moveTo>
                  <a:cubicBezTo>
                    <a:pt x="28" y="0"/>
                    <a:pt x="1" y="28"/>
                    <a:pt x="1" y="56"/>
                  </a:cubicBezTo>
                  <a:cubicBezTo>
                    <a:pt x="1" y="93"/>
                    <a:pt x="28" y="121"/>
                    <a:pt x="56" y="121"/>
                  </a:cubicBezTo>
                  <a:lnTo>
                    <a:pt x="2106" y="121"/>
                  </a:lnTo>
                  <a:cubicBezTo>
                    <a:pt x="2143" y="121"/>
                    <a:pt x="2171" y="93"/>
                    <a:pt x="2171" y="56"/>
                  </a:cubicBezTo>
                  <a:cubicBezTo>
                    <a:pt x="2171" y="28"/>
                    <a:pt x="2143" y="0"/>
                    <a:pt x="2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7" name="Google Shape;2254;p43"/>
            <p:cNvSpPr/>
            <p:nvPr/>
          </p:nvSpPr>
          <p:spPr>
            <a:xfrm>
              <a:off x="1614300" y="2486550"/>
              <a:ext cx="33675" cy="3025"/>
            </a:xfrm>
            <a:custGeom>
              <a:avLst/>
              <a:gdLst/>
              <a:ahLst/>
              <a:cxnLst/>
              <a:rect l="l" t="t" r="r" b="b"/>
              <a:pathLst>
                <a:path w="1347" h="121" extrusionOk="0">
                  <a:moveTo>
                    <a:pt x="57" y="0"/>
                  </a:moveTo>
                  <a:cubicBezTo>
                    <a:pt x="29" y="0"/>
                    <a:pt x="1" y="28"/>
                    <a:pt x="1" y="56"/>
                  </a:cubicBezTo>
                  <a:cubicBezTo>
                    <a:pt x="1" y="93"/>
                    <a:pt x="29" y="121"/>
                    <a:pt x="57"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8" name="Google Shape;2255;p43"/>
            <p:cNvSpPr/>
            <p:nvPr/>
          </p:nvSpPr>
          <p:spPr>
            <a:xfrm>
              <a:off x="1557025" y="2497675"/>
              <a:ext cx="33650" cy="3025"/>
            </a:xfrm>
            <a:custGeom>
              <a:avLst/>
              <a:gdLst/>
              <a:ahLst/>
              <a:cxnLst/>
              <a:rect l="l" t="t" r="r" b="b"/>
              <a:pathLst>
                <a:path w="1346" h="121" extrusionOk="0">
                  <a:moveTo>
                    <a:pt x="56" y="0"/>
                  </a:moveTo>
                  <a:cubicBezTo>
                    <a:pt x="28" y="0"/>
                    <a:pt x="1" y="28"/>
                    <a:pt x="1" y="56"/>
                  </a:cubicBezTo>
                  <a:cubicBezTo>
                    <a:pt x="1" y="93"/>
                    <a:pt x="28" y="121"/>
                    <a:pt x="56"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79" name="Google Shape;2256;p43"/>
            <p:cNvSpPr/>
            <p:nvPr/>
          </p:nvSpPr>
          <p:spPr>
            <a:xfrm>
              <a:off x="1657450" y="2486550"/>
              <a:ext cx="20900" cy="3025"/>
            </a:xfrm>
            <a:custGeom>
              <a:avLst/>
              <a:gdLst/>
              <a:ahLst/>
              <a:cxnLst/>
              <a:rect l="l" t="t" r="r" b="b"/>
              <a:pathLst>
                <a:path w="836" h="121" extrusionOk="0">
                  <a:moveTo>
                    <a:pt x="56" y="0"/>
                  </a:moveTo>
                  <a:cubicBezTo>
                    <a:pt x="28" y="0"/>
                    <a:pt x="0" y="28"/>
                    <a:pt x="0" y="56"/>
                  </a:cubicBezTo>
                  <a:cubicBezTo>
                    <a:pt x="0" y="93"/>
                    <a:pt x="28" y="121"/>
                    <a:pt x="56" y="121"/>
                  </a:cubicBezTo>
                  <a:lnTo>
                    <a:pt x="780" y="121"/>
                  </a:lnTo>
                  <a:cubicBezTo>
                    <a:pt x="807" y="121"/>
                    <a:pt x="835" y="93"/>
                    <a:pt x="835" y="56"/>
                  </a:cubicBezTo>
                  <a:cubicBezTo>
                    <a:pt x="835" y="28"/>
                    <a:pt x="817" y="0"/>
                    <a:pt x="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0" name="Google Shape;2257;p43"/>
            <p:cNvSpPr/>
            <p:nvPr/>
          </p:nvSpPr>
          <p:spPr>
            <a:xfrm>
              <a:off x="1612925" y="2498600"/>
              <a:ext cx="20900" cy="3025"/>
            </a:xfrm>
            <a:custGeom>
              <a:avLst/>
              <a:gdLst/>
              <a:ahLst/>
              <a:cxnLst/>
              <a:rect l="l" t="t" r="r" b="b"/>
              <a:pathLst>
                <a:path w="836" h="121" extrusionOk="0">
                  <a:moveTo>
                    <a:pt x="56" y="0"/>
                  </a:moveTo>
                  <a:cubicBezTo>
                    <a:pt x="28" y="0"/>
                    <a:pt x="0" y="28"/>
                    <a:pt x="0" y="56"/>
                  </a:cubicBezTo>
                  <a:cubicBezTo>
                    <a:pt x="0" y="93"/>
                    <a:pt x="28" y="121"/>
                    <a:pt x="56" y="121"/>
                  </a:cubicBezTo>
                  <a:lnTo>
                    <a:pt x="779" y="121"/>
                  </a:lnTo>
                  <a:cubicBezTo>
                    <a:pt x="807" y="121"/>
                    <a:pt x="835" y="93"/>
                    <a:pt x="835" y="56"/>
                  </a:cubicBezTo>
                  <a:cubicBezTo>
                    <a:pt x="835" y="28"/>
                    <a:pt x="807" y="0"/>
                    <a:pt x="7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1" name="Google Shape;2258;p43"/>
            <p:cNvSpPr/>
            <p:nvPr/>
          </p:nvSpPr>
          <p:spPr>
            <a:xfrm>
              <a:off x="1471450" y="2442950"/>
              <a:ext cx="235200" cy="7900"/>
            </a:xfrm>
            <a:custGeom>
              <a:avLst/>
              <a:gdLst/>
              <a:ahLst/>
              <a:cxnLst/>
              <a:rect l="l" t="t" r="r" b="b"/>
              <a:pathLst>
                <a:path w="9408" h="316" extrusionOk="0">
                  <a:moveTo>
                    <a:pt x="0" y="0"/>
                  </a:moveTo>
                  <a:lnTo>
                    <a:pt x="0" y="315"/>
                  </a:lnTo>
                  <a:lnTo>
                    <a:pt x="9407" y="315"/>
                  </a:lnTo>
                  <a:lnTo>
                    <a:pt x="94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2" name="Google Shape;2259;p43"/>
            <p:cNvSpPr/>
            <p:nvPr/>
          </p:nvSpPr>
          <p:spPr>
            <a:xfrm>
              <a:off x="1470050" y="2441550"/>
              <a:ext cx="237975" cy="10700"/>
            </a:xfrm>
            <a:custGeom>
              <a:avLst/>
              <a:gdLst/>
              <a:ahLst/>
              <a:cxnLst/>
              <a:rect l="l" t="t" r="r" b="b"/>
              <a:pathLst>
                <a:path w="9519" h="428" extrusionOk="0">
                  <a:moveTo>
                    <a:pt x="9398" y="112"/>
                  </a:moveTo>
                  <a:lnTo>
                    <a:pt x="9398" y="316"/>
                  </a:lnTo>
                  <a:lnTo>
                    <a:pt x="112" y="316"/>
                  </a:lnTo>
                  <a:lnTo>
                    <a:pt x="112" y="112"/>
                  </a:lnTo>
                  <a:close/>
                  <a:moveTo>
                    <a:pt x="56" y="0"/>
                  </a:moveTo>
                  <a:cubicBezTo>
                    <a:pt x="29" y="0"/>
                    <a:pt x="1" y="19"/>
                    <a:pt x="1" y="56"/>
                  </a:cubicBezTo>
                  <a:lnTo>
                    <a:pt x="1" y="371"/>
                  </a:lnTo>
                  <a:cubicBezTo>
                    <a:pt x="1" y="409"/>
                    <a:pt x="29" y="427"/>
                    <a:pt x="56" y="427"/>
                  </a:cubicBezTo>
                  <a:lnTo>
                    <a:pt x="9463" y="427"/>
                  </a:lnTo>
                  <a:cubicBezTo>
                    <a:pt x="9491" y="427"/>
                    <a:pt x="9519" y="399"/>
                    <a:pt x="9519" y="371"/>
                  </a:cubicBezTo>
                  <a:lnTo>
                    <a:pt x="9519" y="56"/>
                  </a:lnTo>
                  <a:cubicBezTo>
                    <a:pt x="9519" y="19"/>
                    <a:pt x="9491" y="0"/>
                    <a:pt x="9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3" name="Google Shape;2260;p43"/>
            <p:cNvSpPr/>
            <p:nvPr/>
          </p:nvSpPr>
          <p:spPr>
            <a:xfrm>
              <a:off x="1458000" y="2546825"/>
              <a:ext cx="262100" cy="85850"/>
            </a:xfrm>
            <a:custGeom>
              <a:avLst/>
              <a:gdLst/>
              <a:ahLst/>
              <a:cxnLst/>
              <a:rect l="l" t="t" r="r" b="b"/>
              <a:pathLst>
                <a:path w="10484" h="3434" extrusionOk="0">
                  <a:moveTo>
                    <a:pt x="538" y="1"/>
                  </a:moveTo>
                  <a:cubicBezTo>
                    <a:pt x="242" y="1"/>
                    <a:pt x="0" y="242"/>
                    <a:pt x="0" y="539"/>
                  </a:cubicBezTo>
                  <a:lnTo>
                    <a:pt x="0" y="2895"/>
                  </a:lnTo>
                  <a:cubicBezTo>
                    <a:pt x="0" y="3192"/>
                    <a:pt x="242" y="3433"/>
                    <a:pt x="538" y="3433"/>
                  </a:cubicBezTo>
                  <a:lnTo>
                    <a:pt x="9945" y="3433"/>
                  </a:lnTo>
                  <a:cubicBezTo>
                    <a:pt x="10242" y="3433"/>
                    <a:pt x="10483" y="3192"/>
                    <a:pt x="10483" y="2895"/>
                  </a:cubicBezTo>
                  <a:lnTo>
                    <a:pt x="10483" y="539"/>
                  </a:lnTo>
                  <a:cubicBezTo>
                    <a:pt x="10483" y="242"/>
                    <a:pt x="10242" y="1"/>
                    <a:pt x="9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4" name="Google Shape;2261;p43"/>
            <p:cNvSpPr/>
            <p:nvPr/>
          </p:nvSpPr>
          <p:spPr>
            <a:xfrm>
              <a:off x="1456600" y="2545450"/>
              <a:ext cx="264875" cy="88850"/>
            </a:xfrm>
            <a:custGeom>
              <a:avLst/>
              <a:gdLst/>
              <a:ahLst/>
              <a:cxnLst/>
              <a:rect l="l" t="t" r="r" b="b"/>
              <a:pathLst>
                <a:path w="10595" h="3554" extrusionOk="0">
                  <a:moveTo>
                    <a:pt x="10001" y="112"/>
                  </a:moveTo>
                  <a:cubicBezTo>
                    <a:pt x="10261" y="112"/>
                    <a:pt x="10474" y="325"/>
                    <a:pt x="10474" y="594"/>
                  </a:cubicBezTo>
                  <a:lnTo>
                    <a:pt x="10474" y="2950"/>
                  </a:lnTo>
                  <a:cubicBezTo>
                    <a:pt x="10474" y="3219"/>
                    <a:pt x="10261" y="3433"/>
                    <a:pt x="10001" y="3433"/>
                  </a:cubicBezTo>
                  <a:lnTo>
                    <a:pt x="594" y="3433"/>
                  </a:lnTo>
                  <a:cubicBezTo>
                    <a:pt x="335" y="3433"/>
                    <a:pt x="112" y="3219"/>
                    <a:pt x="112" y="2950"/>
                  </a:cubicBezTo>
                  <a:lnTo>
                    <a:pt x="112" y="594"/>
                  </a:lnTo>
                  <a:cubicBezTo>
                    <a:pt x="112" y="325"/>
                    <a:pt x="325" y="112"/>
                    <a:pt x="594" y="112"/>
                  </a:cubicBezTo>
                  <a:close/>
                  <a:moveTo>
                    <a:pt x="594" y="0"/>
                  </a:moveTo>
                  <a:cubicBezTo>
                    <a:pt x="270" y="0"/>
                    <a:pt x="1" y="260"/>
                    <a:pt x="1" y="594"/>
                  </a:cubicBezTo>
                  <a:lnTo>
                    <a:pt x="1" y="2950"/>
                  </a:lnTo>
                  <a:cubicBezTo>
                    <a:pt x="1" y="3284"/>
                    <a:pt x="270" y="3553"/>
                    <a:pt x="594" y="3553"/>
                  </a:cubicBezTo>
                  <a:lnTo>
                    <a:pt x="10001" y="3553"/>
                  </a:lnTo>
                  <a:cubicBezTo>
                    <a:pt x="10326" y="3553"/>
                    <a:pt x="10595" y="3284"/>
                    <a:pt x="10595" y="2950"/>
                  </a:cubicBezTo>
                  <a:lnTo>
                    <a:pt x="10595" y="594"/>
                  </a:lnTo>
                  <a:cubicBezTo>
                    <a:pt x="10595" y="269"/>
                    <a:pt x="10326" y="0"/>
                    <a:pt x="10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5" name="Google Shape;2262;p43"/>
            <p:cNvSpPr/>
            <p:nvPr/>
          </p:nvSpPr>
          <p:spPr>
            <a:xfrm>
              <a:off x="1485375" y="2576525"/>
              <a:ext cx="26450" cy="26450"/>
            </a:xfrm>
            <a:custGeom>
              <a:avLst/>
              <a:gdLst/>
              <a:ahLst/>
              <a:cxnLst/>
              <a:rect l="l" t="t" r="r" b="b"/>
              <a:pathLst>
                <a:path w="1058" h="1058" extrusionOk="0">
                  <a:moveTo>
                    <a:pt x="529" y="0"/>
                  </a:moveTo>
                  <a:cubicBezTo>
                    <a:pt x="241" y="0"/>
                    <a:pt x="0" y="242"/>
                    <a:pt x="0" y="529"/>
                  </a:cubicBezTo>
                  <a:cubicBezTo>
                    <a:pt x="0" y="817"/>
                    <a:pt x="241" y="1058"/>
                    <a:pt x="529" y="1058"/>
                  </a:cubicBezTo>
                  <a:cubicBezTo>
                    <a:pt x="826" y="1058"/>
                    <a:pt x="1058" y="826"/>
                    <a:pt x="1058" y="529"/>
                  </a:cubicBezTo>
                  <a:cubicBezTo>
                    <a:pt x="1058" y="242"/>
                    <a:pt x="826" y="0"/>
                    <a:pt x="5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6" name="Google Shape;2263;p43"/>
            <p:cNvSpPr/>
            <p:nvPr/>
          </p:nvSpPr>
          <p:spPr>
            <a:xfrm>
              <a:off x="1483975" y="2575125"/>
              <a:ext cx="29250" cy="29250"/>
            </a:xfrm>
            <a:custGeom>
              <a:avLst/>
              <a:gdLst/>
              <a:ahLst/>
              <a:cxnLst/>
              <a:rect l="l" t="t" r="r" b="b"/>
              <a:pathLst>
                <a:path w="1170" h="1170" extrusionOk="0">
                  <a:moveTo>
                    <a:pt x="585" y="112"/>
                  </a:moveTo>
                  <a:cubicBezTo>
                    <a:pt x="845" y="112"/>
                    <a:pt x="1058" y="325"/>
                    <a:pt x="1058" y="585"/>
                  </a:cubicBezTo>
                  <a:cubicBezTo>
                    <a:pt x="1058" y="845"/>
                    <a:pt x="845" y="1058"/>
                    <a:pt x="585" y="1058"/>
                  </a:cubicBezTo>
                  <a:cubicBezTo>
                    <a:pt x="325" y="1058"/>
                    <a:pt x="121" y="845"/>
                    <a:pt x="121" y="585"/>
                  </a:cubicBezTo>
                  <a:cubicBezTo>
                    <a:pt x="121" y="325"/>
                    <a:pt x="325" y="112"/>
                    <a:pt x="585" y="112"/>
                  </a:cubicBezTo>
                  <a:close/>
                  <a:moveTo>
                    <a:pt x="585" y="1"/>
                  </a:moveTo>
                  <a:cubicBezTo>
                    <a:pt x="269" y="1"/>
                    <a:pt x="0" y="260"/>
                    <a:pt x="0" y="585"/>
                  </a:cubicBezTo>
                  <a:cubicBezTo>
                    <a:pt x="0" y="910"/>
                    <a:pt x="260" y="1170"/>
                    <a:pt x="585" y="1170"/>
                  </a:cubicBezTo>
                  <a:cubicBezTo>
                    <a:pt x="910" y="1170"/>
                    <a:pt x="1169" y="910"/>
                    <a:pt x="1169" y="585"/>
                  </a:cubicBezTo>
                  <a:cubicBezTo>
                    <a:pt x="1169" y="260"/>
                    <a:pt x="91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7" name="Google Shape;2264;p43"/>
            <p:cNvSpPr/>
            <p:nvPr/>
          </p:nvSpPr>
          <p:spPr>
            <a:xfrm>
              <a:off x="1539400" y="2572575"/>
              <a:ext cx="155175" cy="34350"/>
            </a:xfrm>
            <a:custGeom>
              <a:avLst/>
              <a:gdLst/>
              <a:ahLst/>
              <a:cxnLst/>
              <a:rect l="l" t="t" r="r" b="b"/>
              <a:pathLst>
                <a:path w="6207" h="1374" extrusionOk="0">
                  <a:moveTo>
                    <a:pt x="65" y="1"/>
                  </a:moveTo>
                  <a:cubicBezTo>
                    <a:pt x="28" y="1"/>
                    <a:pt x="1" y="38"/>
                    <a:pt x="1" y="75"/>
                  </a:cubicBezTo>
                  <a:lnTo>
                    <a:pt x="1" y="1299"/>
                  </a:lnTo>
                  <a:cubicBezTo>
                    <a:pt x="1" y="1336"/>
                    <a:pt x="28" y="1374"/>
                    <a:pt x="65" y="1374"/>
                  </a:cubicBezTo>
                  <a:lnTo>
                    <a:pt x="6142" y="1374"/>
                  </a:lnTo>
                  <a:cubicBezTo>
                    <a:pt x="6179" y="1374"/>
                    <a:pt x="6207" y="1336"/>
                    <a:pt x="6207" y="1299"/>
                  </a:cubicBezTo>
                  <a:lnTo>
                    <a:pt x="6207" y="75"/>
                  </a:lnTo>
                  <a:cubicBezTo>
                    <a:pt x="6207" y="38"/>
                    <a:pt x="6179" y="1"/>
                    <a:pt x="61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8" name="Google Shape;2265;p43"/>
            <p:cNvSpPr/>
            <p:nvPr/>
          </p:nvSpPr>
          <p:spPr>
            <a:xfrm>
              <a:off x="1537775" y="2571175"/>
              <a:ext cx="158425" cy="37150"/>
            </a:xfrm>
            <a:custGeom>
              <a:avLst/>
              <a:gdLst/>
              <a:ahLst/>
              <a:cxnLst/>
              <a:rect l="l" t="t" r="r" b="b"/>
              <a:pathLst>
                <a:path w="6337" h="1486" extrusionOk="0">
                  <a:moveTo>
                    <a:pt x="6207" y="122"/>
                  </a:moveTo>
                  <a:cubicBezTo>
                    <a:pt x="6207" y="122"/>
                    <a:pt x="6216" y="122"/>
                    <a:pt x="6216" y="131"/>
                  </a:cubicBezTo>
                  <a:lnTo>
                    <a:pt x="6216" y="1355"/>
                  </a:lnTo>
                  <a:cubicBezTo>
                    <a:pt x="6216" y="1365"/>
                    <a:pt x="6207" y="1374"/>
                    <a:pt x="6207" y="1374"/>
                  </a:cubicBezTo>
                  <a:lnTo>
                    <a:pt x="130" y="1374"/>
                  </a:lnTo>
                  <a:cubicBezTo>
                    <a:pt x="121" y="1374"/>
                    <a:pt x="121" y="1365"/>
                    <a:pt x="121" y="1355"/>
                  </a:cubicBezTo>
                  <a:lnTo>
                    <a:pt x="121" y="131"/>
                  </a:lnTo>
                  <a:cubicBezTo>
                    <a:pt x="121" y="122"/>
                    <a:pt x="121" y="122"/>
                    <a:pt x="130" y="122"/>
                  </a:cubicBezTo>
                  <a:close/>
                  <a:moveTo>
                    <a:pt x="130" y="1"/>
                  </a:moveTo>
                  <a:cubicBezTo>
                    <a:pt x="66" y="1"/>
                    <a:pt x="1" y="57"/>
                    <a:pt x="1" y="131"/>
                  </a:cubicBezTo>
                  <a:lnTo>
                    <a:pt x="1" y="1355"/>
                  </a:lnTo>
                  <a:cubicBezTo>
                    <a:pt x="1" y="1430"/>
                    <a:pt x="66" y="1485"/>
                    <a:pt x="130" y="1485"/>
                  </a:cubicBezTo>
                  <a:lnTo>
                    <a:pt x="6207" y="1485"/>
                  </a:lnTo>
                  <a:cubicBezTo>
                    <a:pt x="6272" y="1485"/>
                    <a:pt x="6337" y="1430"/>
                    <a:pt x="6337" y="1355"/>
                  </a:cubicBezTo>
                  <a:lnTo>
                    <a:pt x="6337" y="131"/>
                  </a:lnTo>
                  <a:cubicBezTo>
                    <a:pt x="6337" y="57"/>
                    <a:pt x="6272" y="1"/>
                    <a:pt x="6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89" name="Google Shape;2266;p43"/>
            <p:cNvSpPr/>
            <p:nvPr/>
          </p:nvSpPr>
          <p:spPr>
            <a:xfrm>
              <a:off x="1552850" y="2582550"/>
              <a:ext cx="54300" cy="2800"/>
            </a:xfrm>
            <a:custGeom>
              <a:avLst/>
              <a:gdLst/>
              <a:ahLst/>
              <a:cxnLst/>
              <a:rect l="l" t="t" r="r" b="b"/>
              <a:pathLst>
                <a:path w="2172" h="112" extrusionOk="0">
                  <a:moveTo>
                    <a:pt x="56" y="1"/>
                  </a:moveTo>
                  <a:cubicBezTo>
                    <a:pt x="28" y="1"/>
                    <a:pt x="1" y="28"/>
                    <a:pt x="1" y="56"/>
                  </a:cubicBezTo>
                  <a:cubicBezTo>
                    <a:pt x="1" y="93"/>
                    <a:pt x="28" y="112"/>
                    <a:pt x="56" y="112"/>
                  </a:cubicBezTo>
                  <a:lnTo>
                    <a:pt x="2106" y="112"/>
                  </a:lnTo>
                  <a:cubicBezTo>
                    <a:pt x="2143" y="112"/>
                    <a:pt x="2171" y="93"/>
                    <a:pt x="2171" y="56"/>
                  </a:cubicBezTo>
                  <a:cubicBezTo>
                    <a:pt x="2171" y="28"/>
                    <a:pt x="2143" y="1"/>
                    <a:pt x="21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90" name="Google Shape;2267;p43"/>
            <p:cNvSpPr/>
            <p:nvPr/>
          </p:nvSpPr>
          <p:spPr>
            <a:xfrm>
              <a:off x="1614300" y="2582550"/>
              <a:ext cx="33675" cy="2800"/>
            </a:xfrm>
            <a:custGeom>
              <a:avLst/>
              <a:gdLst/>
              <a:ahLst/>
              <a:cxnLst/>
              <a:rect l="l" t="t" r="r" b="b"/>
              <a:pathLst>
                <a:path w="1347" h="112" extrusionOk="0">
                  <a:moveTo>
                    <a:pt x="57" y="1"/>
                  </a:moveTo>
                  <a:cubicBezTo>
                    <a:pt x="29" y="1"/>
                    <a:pt x="1" y="28"/>
                    <a:pt x="1" y="56"/>
                  </a:cubicBezTo>
                  <a:cubicBezTo>
                    <a:pt x="1" y="93"/>
                    <a:pt x="29" y="112"/>
                    <a:pt x="57" y="112"/>
                  </a:cubicBezTo>
                  <a:lnTo>
                    <a:pt x="1290" y="112"/>
                  </a:lnTo>
                  <a:cubicBezTo>
                    <a:pt x="1318" y="112"/>
                    <a:pt x="1346" y="93"/>
                    <a:pt x="1346" y="56"/>
                  </a:cubicBezTo>
                  <a:cubicBezTo>
                    <a:pt x="1346" y="28"/>
                    <a:pt x="1318" y="1"/>
                    <a:pt x="12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691" name="Google Shape;2268;p43"/>
            <p:cNvSpPr/>
            <p:nvPr/>
          </p:nvSpPr>
          <p:spPr>
            <a:xfrm>
              <a:off x="1557025" y="2593675"/>
              <a:ext cx="33650" cy="2825"/>
            </a:xfrm>
            <a:custGeom>
              <a:avLst/>
              <a:gdLst/>
              <a:ahLst/>
              <a:cxnLst/>
              <a:rect l="l" t="t" r="r" b="b"/>
              <a:pathLst>
                <a:path w="1346" h="113" extrusionOk="0">
                  <a:moveTo>
                    <a:pt x="56" y="1"/>
                  </a:moveTo>
                  <a:cubicBezTo>
                    <a:pt x="28" y="1"/>
                    <a:pt x="1" y="29"/>
                    <a:pt x="1" y="56"/>
                  </a:cubicBezTo>
                  <a:cubicBezTo>
                    <a:pt x="1" y="94"/>
                    <a:pt x="28" y="112"/>
                    <a:pt x="56" y="112"/>
                  </a:cubicBezTo>
                  <a:lnTo>
                    <a:pt x="1290" y="112"/>
                  </a:lnTo>
                  <a:cubicBezTo>
                    <a:pt x="1318" y="112"/>
                    <a:pt x="1346" y="94"/>
                    <a:pt x="1346" y="56"/>
                  </a:cubicBezTo>
                  <a:cubicBezTo>
                    <a:pt x="1346" y="29"/>
                    <a:pt x="1318" y="1"/>
                    <a:pt x="12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05" name="Google Shape;2269;p43"/>
            <p:cNvSpPr/>
            <p:nvPr/>
          </p:nvSpPr>
          <p:spPr>
            <a:xfrm>
              <a:off x="1657450" y="2582550"/>
              <a:ext cx="20900" cy="2800"/>
            </a:xfrm>
            <a:custGeom>
              <a:avLst/>
              <a:gdLst/>
              <a:ahLst/>
              <a:cxnLst/>
              <a:rect l="l" t="t" r="r" b="b"/>
              <a:pathLst>
                <a:path w="836" h="112" extrusionOk="0">
                  <a:moveTo>
                    <a:pt x="56" y="1"/>
                  </a:moveTo>
                  <a:cubicBezTo>
                    <a:pt x="28" y="1"/>
                    <a:pt x="0" y="28"/>
                    <a:pt x="0" y="56"/>
                  </a:cubicBezTo>
                  <a:cubicBezTo>
                    <a:pt x="0" y="93"/>
                    <a:pt x="28" y="112"/>
                    <a:pt x="56" y="112"/>
                  </a:cubicBezTo>
                  <a:lnTo>
                    <a:pt x="780" y="112"/>
                  </a:lnTo>
                  <a:cubicBezTo>
                    <a:pt x="807" y="112"/>
                    <a:pt x="835" y="93"/>
                    <a:pt x="835" y="56"/>
                  </a:cubicBezTo>
                  <a:cubicBezTo>
                    <a:pt x="835" y="28"/>
                    <a:pt x="81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06" name="Google Shape;2270;p43"/>
            <p:cNvSpPr/>
            <p:nvPr/>
          </p:nvSpPr>
          <p:spPr>
            <a:xfrm>
              <a:off x="1612925" y="2594600"/>
              <a:ext cx="20900" cy="2825"/>
            </a:xfrm>
            <a:custGeom>
              <a:avLst/>
              <a:gdLst/>
              <a:ahLst/>
              <a:cxnLst/>
              <a:rect l="l" t="t" r="r" b="b"/>
              <a:pathLst>
                <a:path w="836" h="113" extrusionOk="0">
                  <a:moveTo>
                    <a:pt x="56" y="1"/>
                  </a:moveTo>
                  <a:cubicBezTo>
                    <a:pt x="28" y="1"/>
                    <a:pt x="0" y="29"/>
                    <a:pt x="0" y="57"/>
                  </a:cubicBezTo>
                  <a:cubicBezTo>
                    <a:pt x="0" y="94"/>
                    <a:pt x="28" y="112"/>
                    <a:pt x="56" y="112"/>
                  </a:cubicBezTo>
                  <a:lnTo>
                    <a:pt x="779" y="112"/>
                  </a:lnTo>
                  <a:cubicBezTo>
                    <a:pt x="807" y="112"/>
                    <a:pt x="835" y="94"/>
                    <a:pt x="835" y="57"/>
                  </a:cubicBezTo>
                  <a:cubicBezTo>
                    <a:pt x="835" y="29"/>
                    <a:pt x="807" y="1"/>
                    <a:pt x="7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07" name="Google Shape;2271;p43"/>
            <p:cNvSpPr/>
            <p:nvPr/>
          </p:nvSpPr>
          <p:spPr>
            <a:xfrm>
              <a:off x="1471450" y="2538725"/>
              <a:ext cx="235200" cy="8125"/>
            </a:xfrm>
            <a:custGeom>
              <a:avLst/>
              <a:gdLst/>
              <a:ahLst/>
              <a:cxnLst/>
              <a:rect l="l" t="t" r="r" b="b"/>
              <a:pathLst>
                <a:path w="9408" h="325" extrusionOk="0">
                  <a:moveTo>
                    <a:pt x="0" y="0"/>
                  </a:moveTo>
                  <a:lnTo>
                    <a:pt x="0" y="325"/>
                  </a:lnTo>
                  <a:lnTo>
                    <a:pt x="9407" y="325"/>
                  </a:lnTo>
                  <a:lnTo>
                    <a:pt x="94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08" name="Google Shape;2272;p43"/>
            <p:cNvSpPr/>
            <p:nvPr/>
          </p:nvSpPr>
          <p:spPr>
            <a:xfrm>
              <a:off x="1470050" y="2537325"/>
              <a:ext cx="237975" cy="10925"/>
            </a:xfrm>
            <a:custGeom>
              <a:avLst/>
              <a:gdLst/>
              <a:ahLst/>
              <a:cxnLst/>
              <a:rect l="l" t="t" r="r" b="b"/>
              <a:pathLst>
                <a:path w="9519" h="437" extrusionOk="0">
                  <a:moveTo>
                    <a:pt x="9398" y="121"/>
                  </a:moveTo>
                  <a:lnTo>
                    <a:pt x="9398" y="325"/>
                  </a:lnTo>
                  <a:lnTo>
                    <a:pt x="112" y="325"/>
                  </a:lnTo>
                  <a:lnTo>
                    <a:pt x="112" y="121"/>
                  </a:lnTo>
                  <a:close/>
                  <a:moveTo>
                    <a:pt x="56" y="1"/>
                  </a:moveTo>
                  <a:cubicBezTo>
                    <a:pt x="29" y="1"/>
                    <a:pt x="1" y="28"/>
                    <a:pt x="1" y="66"/>
                  </a:cubicBezTo>
                  <a:lnTo>
                    <a:pt x="1" y="381"/>
                  </a:lnTo>
                  <a:cubicBezTo>
                    <a:pt x="1" y="409"/>
                    <a:pt x="29" y="437"/>
                    <a:pt x="56" y="437"/>
                  </a:cubicBezTo>
                  <a:lnTo>
                    <a:pt x="9463" y="437"/>
                  </a:lnTo>
                  <a:cubicBezTo>
                    <a:pt x="9491" y="437"/>
                    <a:pt x="9519" y="409"/>
                    <a:pt x="9519" y="381"/>
                  </a:cubicBezTo>
                  <a:lnTo>
                    <a:pt x="9519" y="66"/>
                  </a:lnTo>
                  <a:cubicBezTo>
                    <a:pt x="9519" y="28"/>
                    <a:pt x="9491"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09" name="Google Shape;2273;p43"/>
            <p:cNvSpPr/>
            <p:nvPr/>
          </p:nvSpPr>
          <p:spPr>
            <a:xfrm>
              <a:off x="799825" y="2522025"/>
              <a:ext cx="52425" cy="44325"/>
            </a:xfrm>
            <a:custGeom>
              <a:avLst/>
              <a:gdLst/>
              <a:ahLst/>
              <a:cxnLst/>
              <a:rect l="l" t="t" r="r" b="b"/>
              <a:pathLst>
                <a:path w="2097" h="1773" extrusionOk="0">
                  <a:moveTo>
                    <a:pt x="0" y="0"/>
                  </a:moveTo>
                  <a:lnTo>
                    <a:pt x="0" y="1772"/>
                  </a:lnTo>
                  <a:lnTo>
                    <a:pt x="2097" y="1772"/>
                  </a:lnTo>
                  <a:lnTo>
                    <a:pt x="2097" y="19"/>
                  </a:lnTo>
                  <a:lnTo>
                    <a:pt x="1976" y="19"/>
                  </a:lnTo>
                  <a:lnTo>
                    <a:pt x="1976" y="1661"/>
                  </a:lnTo>
                  <a:lnTo>
                    <a:pt x="121" y="1661"/>
                  </a:lnTo>
                  <a:lnTo>
                    <a:pt x="1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0" name="Google Shape;2274;p43"/>
            <p:cNvSpPr/>
            <p:nvPr/>
          </p:nvSpPr>
          <p:spPr>
            <a:xfrm>
              <a:off x="829050" y="2521100"/>
              <a:ext cx="60550" cy="2800"/>
            </a:xfrm>
            <a:custGeom>
              <a:avLst/>
              <a:gdLst/>
              <a:ahLst/>
              <a:cxnLst/>
              <a:rect l="l" t="t" r="r" b="b"/>
              <a:pathLst>
                <a:path w="2422" h="112" extrusionOk="0">
                  <a:moveTo>
                    <a:pt x="0" y="0"/>
                  </a:moveTo>
                  <a:lnTo>
                    <a:pt x="0" y="112"/>
                  </a:lnTo>
                  <a:lnTo>
                    <a:pt x="2421" y="112"/>
                  </a:lnTo>
                  <a:lnTo>
                    <a:pt x="2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1" name="Google Shape;2275;p43"/>
            <p:cNvSpPr/>
            <p:nvPr/>
          </p:nvSpPr>
          <p:spPr>
            <a:xfrm>
              <a:off x="829050" y="2492325"/>
              <a:ext cx="60550" cy="3050"/>
            </a:xfrm>
            <a:custGeom>
              <a:avLst/>
              <a:gdLst/>
              <a:ahLst/>
              <a:cxnLst/>
              <a:rect l="l" t="t" r="r" b="b"/>
              <a:pathLst>
                <a:path w="2422" h="122" extrusionOk="0">
                  <a:moveTo>
                    <a:pt x="0" y="1"/>
                  </a:moveTo>
                  <a:lnTo>
                    <a:pt x="0" y="122"/>
                  </a:lnTo>
                  <a:lnTo>
                    <a:pt x="2421" y="122"/>
                  </a:lnTo>
                  <a:lnTo>
                    <a:pt x="242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2" name="Google Shape;2276;p43"/>
            <p:cNvSpPr/>
            <p:nvPr/>
          </p:nvSpPr>
          <p:spPr>
            <a:xfrm>
              <a:off x="794475" y="2510200"/>
              <a:ext cx="13950" cy="13700"/>
            </a:xfrm>
            <a:custGeom>
              <a:avLst/>
              <a:gdLst/>
              <a:ahLst/>
              <a:cxnLst/>
              <a:rect l="l" t="t" r="r" b="b"/>
              <a:pathLst>
                <a:path w="558" h="548" extrusionOk="0">
                  <a:moveTo>
                    <a:pt x="279" y="121"/>
                  </a:moveTo>
                  <a:cubicBezTo>
                    <a:pt x="363" y="121"/>
                    <a:pt x="437" y="186"/>
                    <a:pt x="437" y="279"/>
                  </a:cubicBezTo>
                  <a:cubicBezTo>
                    <a:pt x="437" y="362"/>
                    <a:pt x="363" y="436"/>
                    <a:pt x="279" y="436"/>
                  </a:cubicBezTo>
                  <a:cubicBezTo>
                    <a:pt x="186" y="436"/>
                    <a:pt x="121" y="362"/>
                    <a:pt x="121" y="279"/>
                  </a:cubicBezTo>
                  <a:cubicBezTo>
                    <a:pt x="121" y="186"/>
                    <a:pt x="186" y="121"/>
                    <a:pt x="279" y="121"/>
                  </a:cubicBezTo>
                  <a:close/>
                  <a:moveTo>
                    <a:pt x="279" y="0"/>
                  </a:moveTo>
                  <a:cubicBezTo>
                    <a:pt x="131" y="0"/>
                    <a:pt x="1" y="121"/>
                    <a:pt x="1" y="279"/>
                  </a:cubicBezTo>
                  <a:cubicBezTo>
                    <a:pt x="1" y="427"/>
                    <a:pt x="131" y="548"/>
                    <a:pt x="279" y="548"/>
                  </a:cubicBezTo>
                  <a:cubicBezTo>
                    <a:pt x="428" y="548"/>
                    <a:pt x="557" y="427"/>
                    <a:pt x="557" y="279"/>
                  </a:cubicBezTo>
                  <a:cubicBezTo>
                    <a:pt x="557" y="121"/>
                    <a:pt x="428" y="0"/>
                    <a:pt x="2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3" name="Google Shape;2277;p43"/>
            <p:cNvSpPr/>
            <p:nvPr/>
          </p:nvSpPr>
          <p:spPr>
            <a:xfrm>
              <a:off x="816975" y="2515750"/>
              <a:ext cx="13700" cy="13725"/>
            </a:xfrm>
            <a:custGeom>
              <a:avLst/>
              <a:gdLst/>
              <a:ahLst/>
              <a:cxnLst/>
              <a:rect l="l" t="t" r="r" b="b"/>
              <a:pathLst>
                <a:path w="548" h="549" extrusionOk="0">
                  <a:moveTo>
                    <a:pt x="279" y="112"/>
                  </a:moveTo>
                  <a:cubicBezTo>
                    <a:pt x="362" y="112"/>
                    <a:pt x="437" y="186"/>
                    <a:pt x="437" y="270"/>
                  </a:cubicBezTo>
                  <a:cubicBezTo>
                    <a:pt x="437" y="363"/>
                    <a:pt x="362" y="437"/>
                    <a:pt x="279" y="437"/>
                  </a:cubicBezTo>
                  <a:cubicBezTo>
                    <a:pt x="186" y="437"/>
                    <a:pt x="121" y="363"/>
                    <a:pt x="121" y="270"/>
                  </a:cubicBezTo>
                  <a:cubicBezTo>
                    <a:pt x="121" y="186"/>
                    <a:pt x="186" y="112"/>
                    <a:pt x="279" y="112"/>
                  </a:cubicBezTo>
                  <a:close/>
                  <a:moveTo>
                    <a:pt x="279" y="1"/>
                  </a:moveTo>
                  <a:cubicBezTo>
                    <a:pt x="121" y="1"/>
                    <a:pt x="1" y="121"/>
                    <a:pt x="1" y="270"/>
                  </a:cubicBezTo>
                  <a:cubicBezTo>
                    <a:pt x="1" y="428"/>
                    <a:pt x="121" y="548"/>
                    <a:pt x="279" y="548"/>
                  </a:cubicBezTo>
                  <a:cubicBezTo>
                    <a:pt x="427" y="548"/>
                    <a:pt x="548" y="428"/>
                    <a:pt x="548" y="270"/>
                  </a:cubicBezTo>
                  <a:cubicBezTo>
                    <a:pt x="548" y="121"/>
                    <a:pt x="427" y="1"/>
                    <a:pt x="2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4" name="Google Shape;2278;p43"/>
            <p:cNvSpPr/>
            <p:nvPr/>
          </p:nvSpPr>
          <p:spPr>
            <a:xfrm>
              <a:off x="816975" y="2486775"/>
              <a:ext cx="13700" cy="13925"/>
            </a:xfrm>
            <a:custGeom>
              <a:avLst/>
              <a:gdLst/>
              <a:ahLst/>
              <a:cxnLst/>
              <a:rect l="l" t="t" r="r" b="b"/>
              <a:pathLst>
                <a:path w="548" h="557" extrusionOk="0">
                  <a:moveTo>
                    <a:pt x="279" y="121"/>
                  </a:moveTo>
                  <a:cubicBezTo>
                    <a:pt x="362" y="121"/>
                    <a:pt x="437" y="195"/>
                    <a:pt x="437" y="279"/>
                  </a:cubicBezTo>
                  <a:cubicBezTo>
                    <a:pt x="437" y="371"/>
                    <a:pt x="362" y="436"/>
                    <a:pt x="279" y="436"/>
                  </a:cubicBezTo>
                  <a:cubicBezTo>
                    <a:pt x="186" y="436"/>
                    <a:pt x="121" y="371"/>
                    <a:pt x="121" y="279"/>
                  </a:cubicBezTo>
                  <a:cubicBezTo>
                    <a:pt x="121" y="195"/>
                    <a:pt x="186" y="121"/>
                    <a:pt x="279" y="121"/>
                  </a:cubicBezTo>
                  <a:close/>
                  <a:moveTo>
                    <a:pt x="279" y="0"/>
                  </a:moveTo>
                  <a:cubicBezTo>
                    <a:pt x="121" y="0"/>
                    <a:pt x="1" y="130"/>
                    <a:pt x="1" y="279"/>
                  </a:cubicBezTo>
                  <a:cubicBezTo>
                    <a:pt x="1" y="427"/>
                    <a:pt x="121" y="557"/>
                    <a:pt x="279" y="557"/>
                  </a:cubicBezTo>
                  <a:cubicBezTo>
                    <a:pt x="427" y="557"/>
                    <a:pt x="548" y="427"/>
                    <a:pt x="548" y="279"/>
                  </a:cubicBezTo>
                  <a:cubicBezTo>
                    <a:pt x="548" y="130"/>
                    <a:pt x="427" y="0"/>
                    <a:pt x="2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5" name="Google Shape;2279;p43"/>
            <p:cNvSpPr/>
            <p:nvPr/>
          </p:nvSpPr>
          <p:spPr>
            <a:xfrm>
              <a:off x="884925" y="2342975"/>
              <a:ext cx="446475" cy="258150"/>
            </a:xfrm>
            <a:custGeom>
              <a:avLst/>
              <a:gdLst/>
              <a:ahLst/>
              <a:cxnLst/>
              <a:rect l="l" t="t" r="r" b="b"/>
              <a:pathLst>
                <a:path w="17859" h="10326" extrusionOk="0">
                  <a:moveTo>
                    <a:pt x="8517" y="1"/>
                  </a:move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lose/>
                </a:path>
              </a:pathLst>
            </a:custGeom>
            <a:solidFill>
              <a:srgbClr val="CACA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6" name="Google Shape;2280;p43"/>
            <p:cNvSpPr/>
            <p:nvPr/>
          </p:nvSpPr>
          <p:spPr>
            <a:xfrm>
              <a:off x="884925" y="2342975"/>
              <a:ext cx="446475" cy="258150"/>
            </a:xfrm>
            <a:custGeom>
              <a:avLst/>
              <a:gdLst/>
              <a:ahLst/>
              <a:cxnLst/>
              <a:rect l="l" t="t" r="r" b="b"/>
              <a:pathLst>
                <a:path w="17859" h="10326" extrusionOk="0">
                  <a:moveTo>
                    <a:pt x="17728" y="6587"/>
                  </a:move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7" name="Google Shape;2281;p43"/>
            <p:cNvSpPr/>
            <p:nvPr/>
          </p:nvSpPr>
          <p:spPr>
            <a:xfrm>
              <a:off x="885400" y="2326050"/>
              <a:ext cx="446700" cy="258375"/>
            </a:xfrm>
            <a:custGeom>
              <a:avLst/>
              <a:gdLst/>
              <a:ahLst/>
              <a:cxnLst/>
              <a:rect l="l" t="t" r="r" b="b"/>
              <a:pathLst>
                <a:path w="17868" h="10335" extrusionOk="0">
                  <a:moveTo>
                    <a:pt x="8526" y="1"/>
                  </a:moveTo>
                  <a:cubicBezTo>
                    <a:pt x="5835" y="1"/>
                    <a:pt x="3646" y="2153"/>
                    <a:pt x="3572" y="4824"/>
                  </a:cubicBezTo>
                  <a:lnTo>
                    <a:pt x="2746" y="4824"/>
                  </a:lnTo>
                  <a:cubicBezTo>
                    <a:pt x="1234" y="4824"/>
                    <a:pt x="0" y="6049"/>
                    <a:pt x="0" y="7561"/>
                  </a:cubicBezTo>
                  <a:lnTo>
                    <a:pt x="0" y="7598"/>
                  </a:lnTo>
                  <a:cubicBezTo>
                    <a:pt x="0" y="9110"/>
                    <a:pt x="1234" y="10335"/>
                    <a:pt x="2746" y="10335"/>
                  </a:cubicBezTo>
                  <a:lnTo>
                    <a:pt x="14453" y="10335"/>
                  </a:lnTo>
                  <a:cubicBezTo>
                    <a:pt x="16522" y="10335"/>
                    <a:pt x="17867" y="8368"/>
                    <a:pt x="17737" y="6596"/>
                  </a:cubicBezTo>
                  <a:cubicBezTo>
                    <a:pt x="17728" y="6559"/>
                    <a:pt x="17737" y="6522"/>
                    <a:pt x="17737" y="6485"/>
                  </a:cubicBezTo>
                  <a:cubicBezTo>
                    <a:pt x="17700" y="4537"/>
                    <a:pt x="16012" y="2941"/>
                    <a:pt x="14082" y="2941"/>
                  </a:cubicBezTo>
                  <a:cubicBezTo>
                    <a:pt x="13748" y="2941"/>
                    <a:pt x="13424" y="2988"/>
                    <a:pt x="13117" y="3071"/>
                  </a:cubicBezTo>
                  <a:cubicBezTo>
                    <a:pt x="12375" y="1271"/>
                    <a:pt x="10594" y="1"/>
                    <a:pt x="85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8" name="Google Shape;2282;p43"/>
            <p:cNvSpPr/>
            <p:nvPr/>
          </p:nvSpPr>
          <p:spPr>
            <a:xfrm>
              <a:off x="884000" y="2324650"/>
              <a:ext cx="448100" cy="261175"/>
            </a:xfrm>
            <a:custGeom>
              <a:avLst/>
              <a:gdLst/>
              <a:ahLst/>
              <a:cxnLst/>
              <a:rect l="l" t="t" r="r" b="b"/>
              <a:pathLst>
                <a:path w="17924" h="10447" extrusionOk="0">
                  <a:moveTo>
                    <a:pt x="8582" y="122"/>
                  </a:moveTo>
                  <a:cubicBezTo>
                    <a:pt x="10576" y="122"/>
                    <a:pt x="12357" y="1309"/>
                    <a:pt x="13118" y="3155"/>
                  </a:cubicBezTo>
                  <a:cubicBezTo>
                    <a:pt x="13125" y="3178"/>
                    <a:pt x="13146" y="3194"/>
                    <a:pt x="13168" y="3194"/>
                  </a:cubicBezTo>
                  <a:cubicBezTo>
                    <a:pt x="13173" y="3194"/>
                    <a:pt x="13178" y="3194"/>
                    <a:pt x="13183" y="3192"/>
                  </a:cubicBezTo>
                  <a:cubicBezTo>
                    <a:pt x="13498" y="3109"/>
                    <a:pt x="13814" y="3062"/>
                    <a:pt x="14138" y="3062"/>
                  </a:cubicBezTo>
                  <a:cubicBezTo>
                    <a:pt x="16049" y="3062"/>
                    <a:pt x="17701" y="4658"/>
                    <a:pt x="17728" y="6541"/>
                  </a:cubicBezTo>
                  <a:cubicBezTo>
                    <a:pt x="17728" y="6560"/>
                    <a:pt x="17728" y="6569"/>
                    <a:pt x="17728" y="6587"/>
                  </a:cubicBezTo>
                  <a:cubicBezTo>
                    <a:pt x="17728" y="6606"/>
                    <a:pt x="17728" y="6634"/>
                    <a:pt x="17728" y="6652"/>
                  </a:cubicBezTo>
                  <a:cubicBezTo>
                    <a:pt x="17803" y="7608"/>
                    <a:pt x="17450" y="8600"/>
                    <a:pt x="16782" y="9324"/>
                  </a:cubicBezTo>
                  <a:cubicBezTo>
                    <a:pt x="16179" y="9973"/>
                    <a:pt x="15372" y="10335"/>
                    <a:pt x="14509" y="10335"/>
                  </a:cubicBezTo>
                  <a:lnTo>
                    <a:pt x="2802" y="10335"/>
                  </a:lnTo>
                  <a:cubicBezTo>
                    <a:pt x="1318" y="10335"/>
                    <a:pt x="121" y="9129"/>
                    <a:pt x="121" y="7654"/>
                  </a:cubicBezTo>
                  <a:lnTo>
                    <a:pt x="121" y="7617"/>
                  </a:lnTo>
                  <a:cubicBezTo>
                    <a:pt x="121" y="6142"/>
                    <a:pt x="1318" y="4936"/>
                    <a:pt x="2802" y="4936"/>
                  </a:cubicBezTo>
                  <a:lnTo>
                    <a:pt x="3628" y="4936"/>
                  </a:lnTo>
                  <a:cubicBezTo>
                    <a:pt x="3656" y="4936"/>
                    <a:pt x="3683" y="4918"/>
                    <a:pt x="3683" y="4880"/>
                  </a:cubicBezTo>
                  <a:cubicBezTo>
                    <a:pt x="3758" y="2209"/>
                    <a:pt x="5910" y="122"/>
                    <a:pt x="8582" y="122"/>
                  </a:cubicBezTo>
                  <a:close/>
                  <a:moveTo>
                    <a:pt x="8582" y="1"/>
                  </a:moveTo>
                  <a:cubicBezTo>
                    <a:pt x="5863" y="1"/>
                    <a:pt x="3674" y="2116"/>
                    <a:pt x="3572" y="4815"/>
                  </a:cubicBezTo>
                  <a:lnTo>
                    <a:pt x="2802" y="4815"/>
                  </a:lnTo>
                  <a:cubicBezTo>
                    <a:pt x="1262" y="4815"/>
                    <a:pt x="1" y="6077"/>
                    <a:pt x="1" y="7617"/>
                  </a:cubicBezTo>
                  <a:lnTo>
                    <a:pt x="1" y="7654"/>
                  </a:lnTo>
                  <a:cubicBezTo>
                    <a:pt x="1" y="9194"/>
                    <a:pt x="1262" y="10446"/>
                    <a:pt x="2802" y="10446"/>
                  </a:cubicBezTo>
                  <a:lnTo>
                    <a:pt x="14509" y="10446"/>
                  </a:lnTo>
                  <a:cubicBezTo>
                    <a:pt x="15400" y="10446"/>
                    <a:pt x="16244" y="10075"/>
                    <a:pt x="16866" y="9407"/>
                  </a:cubicBezTo>
                  <a:cubicBezTo>
                    <a:pt x="17552" y="8656"/>
                    <a:pt x="17923" y="7626"/>
                    <a:pt x="17849" y="6643"/>
                  </a:cubicBezTo>
                  <a:cubicBezTo>
                    <a:pt x="17849" y="6624"/>
                    <a:pt x="17849" y="6606"/>
                    <a:pt x="17849" y="6587"/>
                  </a:cubicBezTo>
                  <a:lnTo>
                    <a:pt x="17849" y="6541"/>
                  </a:lnTo>
                  <a:cubicBezTo>
                    <a:pt x="17812" y="4593"/>
                    <a:pt x="16114" y="2942"/>
                    <a:pt x="14138" y="2942"/>
                  </a:cubicBezTo>
                  <a:cubicBezTo>
                    <a:pt x="13823" y="2942"/>
                    <a:pt x="13507" y="2979"/>
                    <a:pt x="13201" y="3062"/>
                  </a:cubicBezTo>
                  <a:cubicBezTo>
                    <a:pt x="12413" y="1198"/>
                    <a:pt x="10604" y="1"/>
                    <a:pt x="8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19" name="Google Shape;2283;p43"/>
            <p:cNvSpPr/>
            <p:nvPr/>
          </p:nvSpPr>
          <p:spPr>
            <a:xfrm>
              <a:off x="1065600" y="2496750"/>
              <a:ext cx="3025" cy="86050"/>
            </a:xfrm>
            <a:custGeom>
              <a:avLst/>
              <a:gdLst/>
              <a:ahLst/>
              <a:cxnLst/>
              <a:rect l="l" t="t" r="r" b="b"/>
              <a:pathLst>
                <a:path w="121" h="3442" extrusionOk="0">
                  <a:moveTo>
                    <a:pt x="56" y="0"/>
                  </a:moveTo>
                  <a:cubicBezTo>
                    <a:pt x="28" y="0"/>
                    <a:pt x="0" y="28"/>
                    <a:pt x="0" y="56"/>
                  </a:cubicBezTo>
                  <a:lnTo>
                    <a:pt x="0" y="3386"/>
                  </a:lnTo>
                  <a:cubicBezTo>
                    <a:pt x="0" y="3423"/>
                    <a:pt x="28" y="3442"/>
                    <a:pt x="56" y="3442"/>
                  </a:cubicBezTo>
                  <a:cubicBezTo>
                    <a:pt x="93" y="3442"/>
                    <a:pt x="121" y="3423"/>
                    <a:pt x="121" y="3386"/>
                  </a:cubicBezTo>
                  <a:lnTo>
                    <a:pt x="121" y="56"/>
                  </a:lnTo>
                  <a:cubicBezTo>
                    <a:pt x="121" y="28"/>
                    <a:pt x="93" y="0"/>
                    <a:pt x="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0" name="Google Shape;2284;p43"/>
            <p:cNvSpPr/>
            <p:nvPr/>
          </p:nvSpPr>
          <p:spPr>
            <a:xfrm>
              <a:off x="1030100" y="2503225"/>
              <a:ext cx="37850" cy="33200"/>
            </a:xfrm>
            <a:custGeom>
              <a:avLst/>
              <a:gdLst/>
              <a:ahLst/>
              <a:cxnLst/>
              <a:rect l="l" t="t" r="r" b="b"/>
              <a:pathLst>
                <a:path w="1514" h="1328" extrusionOk="0">
                  <a:moveTo>
                    <a:pt x="57" y="1"/>
                  </a:moveTo>
                  <a:cubicBezTo>
                    <a:pt x="19" y="1"/>
                    <a:pt x="1" y="19"/>
                    <a:pt x="1" y="57"/>
                  </a:cubicBezTo>
                  <a:lnTo>
                    <a:pt x="1" y="1272"/>
                  </a:lnTo>
                  <a:cubicBezTo>
                    <a:pt x="1" y="1309"/>
                    <a:pt x="19" y="1327"/>
                    <a:pt x="57" y="1327"/>
                  </a:cubicBezTo>
                  <a:lnTo>
                    <a:pt x="1457" y="1327"/>
                  </a:lnTo>
                  <a:cubicBezTo>
                    <a:pt x="1494" y="1327"/>
                    <a:pt x="1513" y="1309"/>
                    <a:pt x="1513" y="1272"/>
                  </a:cubicBezTo>
                  <a:cubicBezTo>
                    <a:pt x="1513" y="1244"/>
                    <a:pt x="1494" y="1216"/>
                    <a:pt x="1457" y="1216"/>
                  </a:cubicBezTo>
                  <a:lnTo>
                    <a:pt x="112" y="1216"/>
                  </a:lnTo>
                  <a:lnTo>
                    <a:pt x="112" y="57"/>
                  </a:lnTo>
                  <a:cubicBezTo>
                    <a:pt x="112" y="19"/>
                    <a:pt x="84" y="1"/>
                    <a:pt x="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1" name="Google Shape;2285;p43"/>
            <p:cNvSpPr/>
            <p:nvPr/>
          </p:nvSpPr>
          <p:spPr>
            <a:xfrm>
              <a:off x="1025700" y="2493950"/>
              <a:ext cx="11850" cy="11850"/>
            </a:xfrm>
            <a:custGeom>
              <a:avLst/>
              <a:gdLst/>
              <a:ahLst/>
              <a:cxnLst/>
              <a:rect l="l" t="t" r="r" b="b"/>
              <a:pathLst>
                <a:path w="474" h="474" extrusionOk="0">
                  <a:moveTo>
                    <a:pt x="233" y="112"/>
                  </a:moveTo>
                  <a:cubicBezTo>
                    <a:pt x="298" y="112"/>
                    <a:pt x="353" y="168"/>
                    <a:pt x="353" y="233"/>
                  </a:cubicBezTo>
                  <a:cubicBezTo>
                    <a:pt x="353" y="298"/>
                    <a:pt x="298" y="353"/>
                    <a:pt x="233" y="353"/>
                  </a:cubicBezTo>
                  <a:cubicBezTo>
                    <a:pt x="168" y="353"/>
                    <a:pt x="121" y="298"/>
                    <a:pt x="121" y="233"/>
                  </a:cubicBezTo>
                  <a:cubicBezTo>
                    <a:pt x="121" y="168"/>
                    <a:pt x="168" y="112"/>
                    <a:pt x="233" y="112"/>
                  </a:cubicBezTo>
                  <a:close/>
                  <a:moveTo>
                    <a:pt x="233" y="1"/>
                  </a:moveTo>
                  <a:cubicBezTo>
                    <a:pt x="103" y="1"/>
                    <a:pt x="1" y="103"/>
                    <a:pt x="1" y="233"/>
                  </a:cubicBezTo>
                  <a:cubicBezTo>
                    <a:pt x="1" y="363"/>
                    <a:pt x="103" y="474"/>
                    <a:pt x="233" y="474"/>
                  </a:cubicBezTo>
                  <a:cubicBezTo>
                    <a:pt x="362" y="474"/>
                    <a:pt x="474" y="363"/>
                    <a:pt x="474" y="233"/>
                  </a:cubicBezTo>
                  <a:cubicBezTo>
                    <a:pt x="474" y="103"/>
                    <a:pt x="362"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2" name="Google Shape;2286;p43"/>
            <p:cNvSpPr/>
            <p:nvPr/>
          </p:nvSpPr>
          <p:spPr>
            <a:xfrm>
              <a:off x="1105250" y="2456625"/>
              <a:ext cx="2800" cy="126650"/>
            </a:xfrm>
            <a:custGeom>
              <a:avLst/>
              <a:gdLst/>
              <a:ahLst/>
              <a:cxnLst/>
              <a:rect l="l" t="t" r="r" b="b"/>
              <a:pathLst>
                <a:path w="112" h="5066" extrusionOk="0">
                  <a:moveTo>
                    <a:pt x="56" y="0"/>
                  </a:moveTo>
                  <a:cubicBezTo>
                    <a:pt x="19" y="0"/>
                    <a:pt x="1" y="28"/>
                    <a:pt x="1" y="56"/>
                  </a:cubicBezTo>
                  <a:lnTo>
                    <a:pt x="1" y="5000"/>
                  </a:lnTo>
                  <a:cubicBezTo>
                    <a:pt x="1" y="5038"/>
                    <a:pt x="19" y="5065"/>
                    <a:pt x="56" y="5065"/>
                  </a:cubicBezTo>
                  <a:cubicBezTo>
                    <a:pt x="84" y="5065"/>
                    <a:pt x="112" y="5038"/>
                    <a:pt x="112" y="5000"/>
                  </a:cubicBezTo>
                  <a:lnTo>
                    <a:pt x="112" y="56"/>
                  </a:lnTo>
                  <a:cubicBezTo>
                    <a:pt x="112" y="28"/>
                    <a:pt x="84" y="0"/>
                    <a:pt x="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3" name="Google Shape;2287;p43"/>
            <p:cNvSpPr/>
            <p:nvPr/>
          </p:nvSpPr>
          <p:spPr>
            <a:xfrm>
              <a:off x="1058175" y="2480975"/>
              <a:ext cx="17875" cy="17875"/>
            </a:xfrm>
            <a:custGeom>
              <a:avLst/>
              <a:gdLst/>
              <a:ahLst/>
              <a:cxnLst/>
              <a:rect l="l" t="t" r="r" b="b"/>
              <a:pathLst>
                <a:path w="715" h="715" extrusionOk="0">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15" y="557"/>
                    <a:pt x="715" y="353"/>
                  </a:cubicBezTo>
                  <a:cubicBezTo>
                    <a:pt x="715" y="158"/>
                    <a:pt x="548" y="0"/>
                    <a:pt x="3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4" name="Google Shape;2288;p43"/>
            <p:cNvSpPr/>
            <p:nvPr/>
          </p:nvSpPr>
          <p:spPr>
            <a:xfrm>
              <a:off x="1146075" y="2496750"/>
              <a:ext cx="2800" cy="86050"/>
            </a:xfrm>
            <a:custGeom>
              <a:avLst/>
              <a:gdLst/>
              <a:ahLst/>
              <a:cxnLst/>
              <a:rect l="l" t="t" r="r" b="b"/>
              <a:pathLst>
                <a:path w="112" h="3442" extrusionOk="0">
                  <a:moveTo>
                    <a:pt x="56" y="0"/>
                  </a:moveTo>
                  <a:cubicBezTo>
                    <a:pt x="19" y="0"/>
                    <a:pt x="0" y="28"/>
                    <a:pt x="0" y="56"/>
                  </a:cubicBezTo>
                  <a:lnTo>
                    <a:pt x="0" y="3386"/>
                  </a:lnTo>
                  <a:cubicBezTo>
                    <a:pt x="0" y="3423"/>
                    <a:pt x="19" y="3442"/>
                    <a:pt x="56" y="3442"/>
                  </a:cubicBezTo>
                  <a:cubicBezTo>
                    <a:pt x="84" y="3442"/>
                    <a:pt x="112" y="3423"/>
                    <a:pt x="112" y="3386"/>
                  </a:cubicBezTo>
                  <a:lnTo>
                    <a:pt x="112" y="56"/>
                  </a:lnTo>
                  <a:cubicBezTo>
                    <a:pt x="112" y="28"/>
                    <a:pt x="84" y="0"/>
                    <a:pt x="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5" name="Google Shape;2289;p43"/>
            <p:cNvSpPr/>
            <p:nvPr/>
          </p:nvSpPr>
          <p:spPr>
            <a:xfrm>
              <a:off x="1146525" y="2503225"/>
              <a:ext cx="37825" cy="33200"/>
            </a:xfrm>
            <a:custGeom>
              <a:avLst/>
              <a:gdLst/>
              <a:ahLst/>
              <a:cxnLst/>
              <a:rect l="l" t="t" r="r" b="b"/>
              <a:pathLst>
                <a:path w="1513" h="1328" extrusionOk="0">
                  <a:moveTo>
                    <a:pt x="1457" y="1"/>
                  </a:moveTo>
                  <a:cubicBezTo>
                    <a:pt x="1429" y="1"/>
                    <a:pt x="1402" y="19"/>
                    <a:pt x="1402" y="57"/>
                  </a:cubicBezTo>
                  <a:lnTo>
                    <a:pt x="1402" y="1216"/>
                  </a:lnTo>
                  <a:lnTo>
                    <a:pt x="56" y="1216"/>
                  </a:lnTo>
                  <a:cubicBezTo>
                    <a:pt x="19" y="1216"/>
                    <a:pt x="1" y="1244"/>
                    <a:pt x="1" y="1272"/>
                  </a:cubicBezTo>
                  <a:cubicBezTo>
                    <a:pt x="1" y="1309"/>
                    <a:pt x="19" y="1327"/>
                    <a:pt x="56" y="1327"/>
                  </a:cubicBezTo>
                  <a:lnTo>
                    <a:pt x="1457" y="1327"/>
                  </a:lnTo>
                  <a:cubicBezTo>
                    <a:pt x="1494" y="1327"/>
                    <a:pt x="1513" y="1309"/>
                    <a:pt x="1513" y="1272"/>
                  </a:cubicBezTo>
                  <a:lnTo>
                    <a:pt x="1513" y="57"/>
                  </a:lnTo>
                  <a:cubicBezTo>
                    <a:pt x="1513" y="19"/>
                    <a:pt x="1494" y="1"/>
                    <a:pt x="14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6" name="Google Shape;2290;p43"/>
            <p:cNvSpPr/>
            <p:nvPr/>
          </p:nvSpPr>
          <p:spPr>
            <a:xfrm>
              <a:off x="1176925" y="2493950"/>
              <a:ext cx="11850" cy="11850"/>
            </a:xfrm>
            <a:custGeom>
              <a:avLst/>
              <a:gdLst/>
              <a:ahLst/>
              <a:cxnLst/>
              <a:rect l="l" t="t" r="r" b="b"/>
              <a:pathLst>
                <a:path w="474" h="474" extrusionOk="0">
                  <a:moveTo>
                    <a:pt x="241" y="112"/>
                  </a:moveTo>
                  <a:cubicBezTo>
                    <a:pt x="306" y="112"/>
                    <a:pt x="362" y="168"/>
                    <a:pt x="362" y="233"/>
                  </a:cubicBezTo>
                  <a:cubicBezTo>
                    <a:pt x="362" y="298"/>
                    <a:pt x="306" y="353"/>
                    <a:pt x="241" y="353"/>
                  </a:cubicBezTo>
                  <a:cubicBezTo>
                    <a:pt x="176" y="353"/>
                    <a:pt x="121" y="298"/>
                    <a:pt x="121" y="233"/>
                  </a:cubicBezTo>
                  <a:cubicBezTo>
                    <a:pt x="121" y="168"/>
                    <a:pt x="176" y="112"/>
                    <a:pt x="241" y="112"/>
                  </a:cubicBezTo>
                  <a:close/>
                  <a:moveTo>
                    <a:pt x="241" y="1"/>
                  </a:moveTo>
                  <a:cubicBezTo>
                    <a:pt x="111" y="1"/>
                    <a:pt x="0" y="103"/>
                    <a:pt x="0" y="233"/>
                  </a:cubicBezTo>
                  <a:cubicBezTo>
                    <a:pt x="0" y="363"/>
                    <a:pt x="111" y="474"/>
                    <a:pt x="241" y="474"/>
                  </a:cubicBezTo>
                  <a:cubicBezTo>
                    <a:pt x="371" y="474"/>
                    <a:pt x="473" y="363"/>
                    <a:pt x="473" y="233"/>
                  </a:cubicBezTo>
                  <a:cubicBezTo>
                    <a:pt x="473" y="103"/>
                    <a:pt x="371" y="1"/>
                    <a:pt x="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7" name="Google Shape;2291;p43"/>
            <p:cNvSpPr/>
            <p:nvPr/>
          </p:nvSpPr>
          <p:spPr>
            <a:xfrm>
              <a:off x="1138650" y="2480975"/>
              <a:ext cx="17650" cy="17875"/>
            </a:xfrm>
            <a:custGeom>
              <a:avLst/>
              <a:gdLst/>
              <a:ahLst/>
              <a:cxnLst/>
              <a:rect l="l" t="t" r="r" b="b"/>
              <a:pathLst>
                <a:path w="706" h="715" extrusionOk="0">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05" y="557"/>
                    <a:pt x="705" y="353"/>
                  </a:cubicBezTo>
                  <a:cubicBezTo>
                    <a:pt x="705" y="158"/>
                    <a:pt x="548" y="0"/>
                    <a:pt x="3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1728" name="Google Shape;2292;p43"/>
            <p:cNvSpPr/>
            <p:nvPr/>
          </p:nvSpPr>
          <p:spPr>
            <a:xfrm>
              <a:off x="1096450" y="2437825"/>
              <a:ext cx="20650" cy="20675"/>
            </a:xfrm>
            <a:custGeom>
              <a:avLst/>
              <a:gdLst/>
              <a:ahLst/>
              <a:cxnLst/>
              <a:rect l="l" t="t" r="r" b="b"/>
              <a:pathLst>
                <a:path w="826" h="827" extrusionOk="0">
                  <a:moveTo>
                    <a:pt x="408" y="122"/>
                  </a:moveTo>
                  <a:cubicBezTo>
                    <a:pt x="575" y="122"/>
                    <a:pt x="705" y="251"/>
                    <a:pt x="705" y="418"/>
                  </a:cubicBezTo>
                  <a:cubicBezTo>
                    <a:pt x="705" y="576"/>
                    <a:pt x="575" y="715"/>
                    <a:pt x="408" y="715"/>
                  </a:cubicBezTo>
                  <a:cubicBezTo>
                    <a:pt x="251" y="715"/>
                    <a:pt x="111" y="576"/>
                    <a:pt x="111" y="418"/>
                  </a:cubicBezTo>
                  <a:cubicBezTo>
                    <a:pt x="111" y="251"/>
                    <a:pt x="251" y="122"/>
                    <a:pt x="408" y="122"/>
                  </a:cubicBezTo>
                  <a:close/>
                  <a:moveTo>
                    <a:pt x="408" y="1"/>
                  </a:moveTo>
                  <a:cubicBezTo>
                    <a:pt x="186" y="1"/>
                    <a:pt x="0" y="186"/>
                    <a:pt x="0" y="418"/>
                  </a:cubicBezTo>
                  <a:cubicBezTo>
                    <a:pt x="0" y="641"/>
                    <a:pt x="186" y="827"/>
                    <a:pt x="408" y="827"/>
                  </a:cubicBezTo>
                  <a:cubicBezTo>
                    <a:pt x="640" y="827"/>
                    <a:pt x="826" y="641"/>
                    <a:pt x="826" y="418"/>
                  </a:cubicBezTo>
                  <a:cubicBezTo>
                    <a:pt x="826" y="186"/>
                    <a:pt x="640" y="1"/>
                    <a:pt x="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7">
                                            <p:txEl>
                                              <p:pRg st="0" end="0"/>
                                            </p:txEl>
                                          </p:spTgt>
                                        </p:tgtEl>
                                        <p:attrNameLst>
                                          <p:attrName>style.visibility</p:attrName>
                                        </p:attrNameLst>
                                      </p:cBhvr>
                                      <p:to>
                                        <p:strVal val="visible"/>
                                      </p:to>
                                    </p:set>
                                    <p:animEffect transition="in" filter="fade">
                                      <p:cBhvr>
                                        <p:cTn id="7" dur="1000"/>
                                        <p:tgtEl>
                                          <p:spTgt spid="1697">
                                            <p:txEl>
                                              <p:pRg st="0" end="0"/>
                                            </p:txEl>
                                          </p:spTgt>
                                        </p:tgtEl>
                                      </p:cBhvr>
                                    </p:animEffect>
                                    <p:anim calcmode="lin" valueType="num">
                                      <p:cBhvr>
                                        <p:cTn id="8" dur="1000" fill="hold"/>
                                        <p:tgtEl>
                                          <p:spTgt spid="169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93">
                                            <p:txEl>
                                              <p:pRg st="0" end="0"/>
                                            </p:txEl>
                                          </p:spTgt>
                                        </p:tgtEl>
                                        <p:attrNameLst>
                                          <p:attrName>style.visibility</p:attrName>
                                        </p:attrNameLst>
                                      </p:cBhvr>
                                      <p:to>
                                        <p:strVal val="visible"/>
                                      </p:to>
                                    </p:set>
                                    <p:animEffect transition="in" filter="fade">
                                      <p:cBhvr>
                                        <p:cTn id="12" dur="1000"/>
                                        <p:tgtEl>
                                          <p:spTgt spid="1693">
                                            <p:txEl>
                                              <p:pRg st="0" end="0"/>
                                            </p:txEl>
                                          </p:spTgt>
                                        </p:tgtEl>
                                      </p:cBhvr>
                                    </p:animEffect>
                                    <p:anim calcmode="lin" valueType="num">
                                      <p:cBhvr>
                                        <p:cTn id="13" dur="1000" fill="hold"/>
                                        <p:tgtEl>
                                          <p:spTgt spid="169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69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98">
                                            <p:txEl>
                                              <p:pRg st="0" end="0"/>
                                            </p:txEl>
                                          </p:spTgt>
                                        </p:tgtEl>
                                        <p:attrNameLst>
                                          <p:attrName>style.visibility</p:attrName>
                                        </p:attrNameLst>
                                      </p:cBhvr>
                                      <p:to>
                                        <p:strVal val="visible"/>
                                      </p:to>
                                    </p:set>
                                    <p:animEffect transition="in" filter="fade">
                                      <p:cBhvr>
                                        <p:cTn id="24" dur="1000"/>
                                        <p:tgtEl>
                                          <p:spTgt spid="1698">
                                            <p:txEl>
                                              <p:pRg st="0" end="0"/>
                                            </p:txEl>
                                          </p:spTgt>
                                        </p:tgtEl>
                                      </p:cBhvr>
                                    </p:animEffect>
                                    <p:anim calcmode="lin" valueType="num">
                                      <p:cBhvr>
                                        <p:cTn id="25" dur="1000" fill="hold"/>
                                        <p:tgtEl>
                                          <p:spTgt spid="1698">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698">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94">
                                            <p:txEl>
                                              <p:pRg st="0" end="0"/>
                                            </p:txEl>
                                          </p:spTgt>
                                        </p:tgtEl>
                                        <p:attrNameLst>
                                          <p:attrName>style.visibility</p:attrName>
                                        </p:attrNameLst>
                                      </p:cBhvr>
                                      <p:to>
                                        <p:strVal val="visible"/>
                                      </p:to>
                                    </p:set>
                                    <p:animEffect transition="in" filter="fade">
                                      <p:cBhvr>
                                        <p:cTn id="29" dur="1000"/>
                                        <p:tgtEl>
                                          <p:spTgt spid="1694">
                                            <p:txEl>
                                              <p:pRg st="0" end="0"/>
                                            </p:txEl>
                                          </p:spTgt>
                                        </p:tgtEl>
                                      </p:cBhvr>
                                    </p:animEffect>
                                    <p:anim calcmode="lin" valueType="num">
                                      <p:cBhvr>
                                        <p:cTn id="30" dur="1000" fill="hold"/>
                                        <p:tgtEl>
                                          <p:spTgt spid="1694">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69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3918510" y="1527496"/>
            <a:ext cx="4708650" cy="2770266"/>
          </a:xfrm>
          <a:prstGeom prst="rect">
            <a:avLst/>
          </a:prstGeom>
        </p:spPr>
        <p:txBody>
          <a:bodyPr spcFirstLastPara="1" wrap="square" lIns="91425" tIns="91425" rIns="91425" bIns="91425" anchor="t" anchorCtr="0">
            <a:noAutofit/>
          </a:bodyPr>
          <a:lstStyle/>
          <a:p>
            <a:pPr marL="228600">
              <a:lnSpc>
                <a:spcPct val="115000"/>
              </a:lnSpc>
              <a:spcAft>
                <a:spcPts val="800"/>
              </a:spcAft>
            </a:pP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Ưu</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điểm</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và</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nhược</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điểm</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của</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kỹ</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thuật</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so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với</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các</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kỹ</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thuật</a:t>
            </a:r>
            <a:r>
              <a:rPr lang="en-US" sz="4000" b="1" kern="100" dirty="0">
                <a:effectLst/>
                <a:latin typeface="Playfair Display" panose="00000500000000000000" pitchFamily="2" charset="0"/>
                <a:ea typeface="Arial" panose="020B0604020202020204" pitchFamily="34" charset="0"/>
                <a:cs typeface="Times New Roman" panose="02020603050405020304" pitchFamily="18" charset="0"/>
              </a:rPr>
              <a:t> </a:t>
            </a:r>
            <a:r>
              <a:rPr lang="en-US" sz="4000" b="1" kern="100" dirty="0" err="1">
                <a:effectLst/>
                <a:latin typeface="Playfair Display" panose="00000500000000000000" pitchFamily="2" charset="0"/>
                <a:ea typeface="Arial" panose="020B0604020202020204" pitchFamily="34" charset="0"/>
                <a:cs typeface="Times New Roman" panose="02020603050405020304" pitchFamily="18" charset="0"/>
              </a:rPr>
              <a:t>khác</a:t>
            </a:r>
            <a:endParaRPr lang="vi-VN" sz="4000" kern="100" dirty="0">
              <a:effectLst/>
              <a:latin typeface="Playfair Display" panose="00000500000000000000" pitchFamily="2" charset="0"/>
              <a:ea typeface="Arial" panose="020B0604020202020204" pitchFamily="34" charset="0"/>
              <a:cs typeface="Times New Roman" panose="02020603050405020304" pitchFamily="18" charset="0"/>
            </a:endParaRPr>
          </a:p>
        </p:txBody>
      </p:sp>
      <p:sp>
        <p:nvSpPr>
          <p:cNvPr id="1290" name="Google Shape;1290;p28"/>
          <p:cNvSpPr txBox="1">
            <a:spLocks noGrp="1"/>
          </p:cNvSpPr>
          <p:nvPr>
            <p:ph type="title" idx="2"/>
          </p:nvPr>
        </p:nvSpPr>
        <p:spPr>
          <a:xfrm>
            <a:off x="4122735" y="685696"/>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000" b="1" dirty="0">
                <a:effectLst/>
                <a:latin typeface="Playfair Display" panose="00000500000000000000" pitchFamily="2" charset="0"/>
                <a:ea typeface="Arial" panose="020B0604020202020204" pitchFamily="34" charset="0"/>
                <a:cs typeface="Times New Roman" panose="02020603050405020304" pitchFamily="18" charset="0"/>
              </a:rPr>
              <a:t>04 </a:t>
            </a:r>
            <a:endParaRPr sz="4000" dirty="0">
              <a:latin typeface="Playfair Display" panose="00000500000000000000" pitchFamily="2" charset="0"/>
              <a:cs typeface="Times New Roman" panose="02020603050405020304" pitchFamily="18" charset="0"/>
            </a:endParaRPr>
          </a:p>
        </p:txBody>
      </p:sp>
      <p:grpSp>
        <p:nvGrpSpPr>
          <p:cNvPr id="712" name="Google Shape;712;p24"/>
          <p:cNvGrpSpPr/>
          <p:nvPr/>
        </p:nvGrpSpPr>
        <p:grpSpPr>
          <a:xfrm>
            <a:off x="527472" y="128516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0"/>
                                        </p:tgtEl>
                                        <p:attrNameLst>
                                          <p:attrName>style.visibility</p:attrName>
                                        </p:attrNameLst>
                                      </p:cBhvr>
                                      <p:to>
                                        <p:strVal val="visible"/>
                                      </p:to>
                                    </p:set>
                                    <p:animEffect transition="in" filter="fade">
                                      <p:cBhvr>
                                        <p:cTn id="7" dur="1000"/>
                                        <p:tgtEl>
                                          <p:spTgt spid="1290"/>
                                        </p:tgtEl>
                                      </p:cBhvr>
                                    </p:animEffect>
                                    <p:anim calcmode="lin" valueType="num">
                                      <p:cBhvr>
                                        <p:cTn id="8" dur="1000" fill="hold"/>
                                        <p:tgtEl>
                                          <p:spTgt spid="1290"/>
                                        </p:tgtEl>
                                        <p:attrNameLst>
                                          <p:attrName>ppt_x</p:attrName>
                                        </p:attrNameLst>
                                      </p:cBhvr>
                                      <p:tavLst>
                                        <p:tav tm="0">
                                          <p:val>
                                            <p:strVal val="#ppt_x"/>
                                          </p:val>
                                        </p:tav>
                                        <p:tav tm="100000">
                                          <p:val>
                                            <p:strVal val="#ppt_x"/>
                                          </p:val>
                                        </p:tav>
                                      </p:tavLst>
                                    </p:anim>
                                    <p:anim calcmode="lin" valueType="num">
                                      <p:cBhvr>
                                        <p:cTn id="9" dur="1000" fill="hold"/>
                                        <p:tgtEl>
                                          <p:spTgt spid="129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89"/>
                                        </p:tgtEl>
                                        <p:attrNameLst>
                                          <p:attrName>style.visibility</p:attrName>
                                        </p:attrNameLst>
                                      </p:cBhvr>
                                      <p:to>
                                        <p:strVal val="visible"/>
                                      </p:to>
                                    </p:set>
                                    <p:animEffect transition="in" filter="fade">
                                      <p:cBhvr>
                                        <p:cTn id="12" dur="1000"/>
                                        <p:tgtEl>
                                          <p:spTgt spid="1289"/>
                                        </p:tgtEl>
                                      </p:cBhvr>
                                    </p:animEffect>
                                    <p:anim calcmode="lin" valueType="num">
                                      <p:cBhvr>
                                        <p:cTn id="13" dur="1000" fill="hold"/>
                                        <p:tgtEl>
                                          <p:spTgt spid="1289"/>
                                        </p:tgtEl>
                                        <p:attrNameLst>
                                          <p:attrName>ppt_x</p:attrName>
                                        </p:attrNameLst>
                                      </p:cBhvr>
                                      <p:tavLst>
                                        <p:tav tm="0">
                                          <p:val>
                                            <p:strVal val="#ppt_x"/>
                                          </p:val>
                                        </p:tav>
                                        <p:tav tm="100000">
                                          <p:val>
                                            <p:strVal val="#ppt_x"/>
                                          </p:val>
                                        </p:tav>
                                      </p:tavLst>
                                    </p:anim>
                                    <p:anim calcmode="lin" valueType="num">
                                      <p:cBhvr>
                                        <p:cTn id="14" dur="1000" fill="hold"/>
                                        <p:tgtEl>
                                          <p:spTgt spid="128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12"/>
                                        </p:tgtEl>
                                        <p:attrNameLst>
                                          <p:attrName>style.visibility</p:attrName>
                                        </p:attrNameLst>
                                      </p:cBhvr>
                                      <p:to>
                                        <p:strVal val="visible"/>
                                      </p:to>
                                    </p:set>
                                    <p:animEffect transition="in" filter="fade">
                                      <p:cBhvr>
                                        <p:cTn id="17" dur="1000"/>
                                        <p:tgtEl>
                                          <p:spTgt spid="712"/>
                                        </p:tgtEl>
                                      </p:cBhvr>
                                    </p:animEffect>
                                    <p:anim calcmode="lin" valueType="num">
                                      <p:cBhvr>
                                        <p:cTn id="18" dur="1000" fill="hold"/>
                                        <p:tgtEl>
                                          <p:spTgt spid="712"/>
                                        </p:tgtEl>
                                        <p:attrNameLst>
                                          <p:attrName>ppt_x</p:attrName>
                                        </p:attrNameLst>
                                      </p:cBhvr>
                                      <p:tavLst>
                                        <p:tav tm="0">
                                          <p:val>
                                            <p:strVal val="#ppt_x"/>
                                          </p:val>
                                        </p:tav>
                                        <p:tav tm="100000">
                                          <p:val>
                                            <p:strVal val="#ppt_x"/>
                                          </p:val>
                                        </p:tav>
                                      </p:tavLst>
                                    </p:anim>
                                    <p:anim calcmode="lin" valueType="num">
                                      <p:cBhvr>
                                        <p:cTn id="19" dur="1000" fill="hold"/>
                                        <p:tgtEl>
                                          <p:spTgt spid="7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9" grpId="0"/>
      <p:bldP spid="129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Góc Tròn 2"/>
          <p:cNvSpPr>
            <a:spLocks noGrp="1" noRot="1" noMove="1" noResize="1" noEditPoints="1" noAdjustHandles="1" noChangeArrowheads="1" noChangeShapeType="1"/>
          </p:cNvSpPr>
          <p:nvPr/>
        </p:nvSpPr>
        <p:spPr>
          <a:xfrm>
            <a:off x="2043723" y="573508"/>
            <a:ext cx="5056554" cy="601784"/>
          </a:xfrm>
          <a:prstGeom prst="roundRect">
            <a:avLst>
              <a:gd name="adj" fmla="val 5000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7" name="Đồ họa 6" descr="Hang Loose Hand Gesture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9319" y="741846"/>
            <a:ext cx="265108" cy="265108"/>
          </a:xfrm>
          <a:prstGeom prst="rect">
            <a:avLst/>
          </a:prstGeom>
        </p:spPr>
      </p:pic>
      <p:pic>
        <p:nvPicPr>
          <p:cNvPr id="9" name="Đồ họa 8" descr="In love face with solid fill with solid fill">
            <a:hlinkClick r:id="rId5" action="ppaction://hlinksldjump"/>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9833" y="741846"/>
            <a:ext cx="265108" cy="265108"/>
          </a:xfrm>
          <a:prstGeom prst="rect">
            <a:avLst/>
          </a:prstGeom>
        </p:spPr>
      </p:pic>
      <p:pic>
        <p:nvPicPr>
          <p:cNvPr id="11" name="Đồ họa 10" descr="Bar chart with solid fill">
            <a:hlinkClick r:id="rId8" action="ppaction://hlinksldjump"/>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69576" y="741846"/>
            <a:ext cx="265108" cy="265108"/>
          </a:xfrm>
          <a:prstGeom prst="rect">
            <a:avLst/>
          </a:prstGeom>
        </p:spPr>
      </p:pic>
      <p:pic>
        <p:nvPicPr>
          <p:cNvPr id="13" name="Đồ họa 12" descr="Stopwatch 75% with solid fill">
            <a:hlinkClick r:id="rId11" action="ppaction://hlinksldjump"/>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49061" y="677061"/>
            <a:ext cx="329893" cy="329893"/>
          </a:xfrm>
          <a:prstGeom prst="rect">
            <a:avLst/>
          </a:prstGeom>
        </p:spPr>
      </p:pic>
      <p:sp>
        <p:nvSpPr>
          <p:cNvPr id="15" name="Hộp Văn bản 14"/>
          <p:cNvSpPr txBox="1"/>
          <p:nvPr/>
        </p:nvSpPr>
        <p:spPr>
          <a:xfrm>
            <a:off x="515815" y="1425793"/>
            <a:ext cx="8120185" cy="707886"/>
          </a:xfrm>
          <a:prstGeom prst="rect">
            <a:avLst/>
          </a:prstGeom>
          <a:noFill/>
        </p:spPr>
        <p:txBody>
          <a:bodyPr wrap="square">
            <a:spAutoFit/>
          </a:bodyPr>
          <a:lstStyle/>
          <a:p>
            <a:pPr algn="ctr"/>
            <a:r>
              <a:rPr lang="vi-VN" sz="2000" b="1" dirty="0">
                <a:latin typeface="+mj-lt"/>
              </a:rPr>
              <a:t>So sánh ưu và nhược điểm của kỹ thuật Quan sát </a:t>
            </a:r>
          </a:p>
          <a:p>
            <a:pPr algn="ctr"/>
            <a:r>
              <a:rPr lang="vi-VN" sz="2000" b="1" dirty="0">
                <a:latin typeface="+mj-lt"/>
              </a:rPr>
              <a:t>( </a:t>
            </a:r>
            <a:r>
              <a:rPr lang="vi-VN" sz="2000" b="1" dirty="0" err="1">
                <a:latin typeface="+mj-lt"/>
              </a:rPr>
              <a:t>Obersevation</a:t>
            </a:r>
            <a:r>
              <a:rPr lang="vi-VN" sz="2000" b="1" dirty="0">
                <a:latin typeface="+mj-lt"/>
              </a:rPr>
              <a:t> ) và Phỏng vấn ( </a:t>
            </a:r>
            <a:r>
              <a:rPr lang="vi-VN" sz="2000" b="1" dirty="0" err="1">
                <a:latin typeface="+mj-lt"/>
              </a:rPr>
              <a:t>Interviews</a:t>
            </a:r>
            <a:r>
              <a:rPr lang="vi-VN" sz="2000" b="1" dirty="0">
                <a:latin typeface="+mj-lt"/>
              </a:rPr>
              <a:t> )</a:t>
            </a:r>
          </a:p>
        </p:txBody>
      </p:sp>
      <p:pic>
        <p:nvPicPr>
          <p:cNvPr id="18" name="Đồ họa 17" descr="Call center with solid fill"/>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14007" y="2133679"/>
            <a:ext cx="1533165" cy="1533165"/>
          </a:xfrm>
          <a:prstGeom prst="rect">
            <a:avLst/>
          </a:prstGeom>
        </p:spPr>
      </p:pic>
      <p:pic>
        <p:nvPicPr>
          <p:cNvPr id="20" name="Đồ họa 19" descr="Eye with solid fill"/>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491620" y="2243238"/>
            <a:ext cx="1533165" cy="1533165"/>
          </a:xfrm>
          <a:prstGeom prst="rect">
            <a:avLst/>
          </a:prstGeom>
        </p:spPr>
      </p:pic>
      <p:sp>
        <p:nvSpPr>
          <p:cNvPr id="21" name="Hộp Văn bản 20"/>
          <p:cNvSpPr txBox="1"/>
          <p:nvPr/>
        </p:nvSpPr>
        <p:spPr>
          <a:xfrm>
            <a:off x="4390830" y="2717434"/>
            <a:ext cx="857132" cy="584775"/>
          </a:xfrm>
          <a:prstGeom prst="rect">
            <a:avLst/>
          </a:prstGeom>
          <a:noFill/>
        </p:spPr>
        <p:txBody>
          <a:bodyPr wrap="square" rtlCol="0">
            <a:spAutoFit/>
          </a:bodyPr>
          <a:lstStyle/>
          <a:p>
            <a:r>
              <a:rPr lang="vi-VN" sz="3200" b="1" dirty="0">
                <a:latin typeface="+mj-lt"/>
              </a:rPr>
              <a:t>VS</a:t>
            </a:r>
          </a:p>
        </p:txBody>
      </p:sp>
      <p:sp>
        <p:nvSpPr>
          <p:cNvPr id="23" name="Hộp Văn bản 22"/>
          <p:cNvSpPr txBox="1"/>
          <p:nvPr/>
        </p:nvSpPr>
        <p:spPr>
          <a:xfrm>
            <a:off x="1078078" y="3603059"/>
            <a:ext cx="2360247" cy="523220"/>
          </a:xfrm>
          <a:prstGeom prst="rect">
            <a:avLst/>
          </a:prstGeom>
          <a:noFill/>
        </p:spPr>
        <p:txBody>
          <a:bodyPr wrap="square">
            <a:spAutoFit/>
          </a:bodyPr>
          <a:lstStyle/>
          <a:p>
            <a:r>
              <a:rPr lang="vi-VN" sz="2800" b="1" dirty="0" err="1">
                <a:latin typeface="Times New Roman" panose="02020603050405020304" pitchFamily="18" charset="0"/>
                <a:cs typeface="Times New Roman" panose="02020603050405020304" pitchFamily="18" charset="0"/>
              </a:rPr>
              <a:t>Obersevation</a:t>
            </a:r>
            <a:endParaRPr lang="vi-VN" sz="2800" b="1" dirty="0">
              <a:latin typeface="Times New Roman" panose="02020603050405020304" pitchFamily="18" charset="0"/>
              <a:cs typeface="Times New Roman" panose="02020603050405020304" pitchFamily="18" charset="0"/>
            </a:endParaRPr>
          </a:p>
        </p:txBody>
      </p:sp>
      <p:sp>
        <p:nvSpPr>
          <p:cNvPr id="25" name="Hộp Văn bản 24"/>
          <p:cNvSpPr txBox="1"/>
          <p:nvPr/>
        </p:nvSpPr>
        <p:spPr>
          <a:xfrm>
            <a:off x="6426134" y="3603059"/>
            <a:ext cx="1908909" cy="523220"/>
          </a:xfrm>
          <a:prstGeom prst="rect">
            <a:avLst/>
          </a:prstGeom>
          <a:noFill/>
        </p:spPr>
        <p:txBody>
          <a:bodyPr wrap="square">
            <a:spAutoFit/>
          </a:bodyPr>
          <a:lstStyle/>
          <a:p>
            <a:r>
              <a:rPr lang="vi-VN" sz="2800" b="1" dirty="0" err="1">
                <a:latin typeface="Times New Roman" panose="02020603050405020304" pitchFamily="18" charset="0"/>
                <a:cs typeface="Times New Roman" panose="02020603050405020304" pitchFamily="18" charset="0"/>
              </a:rPr>
              <a:t>Interviews</a:t>
            </a:r>
            <a:endParaRPr lang="vi-VN"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Góc Tròn 2"/>
          <p:cNvSpPr>
            <a:spLocks noGrp="1" noRot="1" noMove="1" noResize="1" noEditPoints="1" noAdjustHandles="1" noChangeArrowheads="1" noChangeShapeType="1"/>
          </p:cNvSpPr>
          <p:nvPr/>
        </p:nvSpPr>
        <p:spPr>
          <a:xfrm>
            <a:off x="2043723" y="573508"/>
            <a:ext cx="5056554" cy="601784"/>
          </a:xfrm>
          <a:prstGeom prst="roundRect">
            <a:avLst>
              <a:gd name="adj" fmla="val 5000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7" name="Đồ họa 6" descr="Hang Loose Hand Gesture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9319" y="741846"/>
            <a:ext cx="265108" cy="265108"/>
          </a:xfrm>
          <a:prstGeom prst="rect">
            <a:avLst/>
          </a:prstGeom>
        </p:spPr>
      </p:pic>
      <p:pic>
        <p:nvPicPr>
          <p:cNvPr id="9" name="Đồ họa 8" descr="In love face with solid fill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29833" y="609292"/>
            <a:ext cx="265108" cy="265108"/>
          </a:xfrm>
          <a:prstGeom prst="rect">
            <a:avLst/>
          </a:prstGeom>
        </p:spPr>
      </p:pic>
      <p:pic>
        <p:nvPicPr>
          <p:cNvPr id="11" name="Đồ họa 10" descr="Bar chart with solid fill">
            <a:hlinkClick r:id="rId7" action="ppaction://hlinksldjump"/>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69576" y="741846"/>
            <a:ext cx="265108" cy="265108"/>
          </a:xfrm>
          <a:prstGeom prst="rect">
            <a:avLst/>
          </a:prstGeom>
        </p:spPr>
      </p:pic>
      <p:pic>
        <p:nvPicPr>
          <p:cNvPr id="13" name="Đồ họa 12" descr="Stopwatch 75% with solid fill">
            <a:hlinkClick r:id="rId10" action="ppaction://hlinksldjump"/>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49061" y="677061"/>
            <a:ext cx="329893" cy="329893"/>
          </a:xfrm>
          <a:prstGeom prst="rect">
            <a:avLst/>
          </a:prstGeom>
        </p:spPr>
      </p:pic>
      <p:sp>
        <p:nvSpPr>
          <p:cNvPr id="2" name="Hộp Văn bản 1"/>
          <p:cNvSpPr txBox="1"/>
          <p:nvPr/>
        </p:nvSpPr>
        <p:spPr>
          <a:xfrm>
            <a:off x="2329583" y="842007"/>
            <a:ext cx="601784"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Data</a:t>
            </a:r>
            <a:endParaRPr lang="vi-VN" dirty="0">
              <a:latin typeface="Times New Roman" panose="02020603050405020304" pitchFamily="18" charset="0"/>
              <a:cs typeface="Times New Roman" panose="02020603050405020304" pitchFamily="18" charset="0"/>
            </a:endParaRPr>
          </a:p>
        </p:txBody>
      </p:sp>
      <p:sp>
        <p:nvSpPr>
          <p:cNvPr id="5" name="Hình chữ nhật 4"/>
          <p:cNvSpPr/>
          <p:nvPr/>
        </p:nvSpPr>
        <p:spPr>
          <a:xfrm>
            <a:off x="2694941" y="1969407"/>
            <a:ext cx="3374772" cy="1569660"/>
          </a:xfrm>
          <a:prstGeom prst="rect">
            <a:avLst/>
          </a:prstGeom>
          <a:noFill/>
        </p:spPr>
        <p:txBody>
          <a:bodyPr wrap="square" lIns="91440" tIns="45720" rIns="91440" bIns="45720">
            <a:spAutoFit/>
          </a:bodyPr>
          <a:lstStyle/>
          <a:p>
            <a:pPr algn="ctr"/>
            <a:r>
              <a:rPr lang="en-US" sz="9600" b="1"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lackadder ITC" panose="04020505051007020D02" pitchFamily="82" charset="0"/>
                <a:cs typeface="Biome Light" panose="020B0303030204020804" pitchFamily="34" charset="0"/>
              </a:rPr>
              <a:t>D</a:t>
            </a:r>
            <a:endParaRPr lang="vi-VN"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iome Light" panose="020B0303030204020804" pitchFamily="34" charset="0"/>
              <a:cs typeface="Biome Light" panose="020B0303030204020804" pitchFamily="34" charset="0"/>
            </a:endParaRPr>
          </a:p>
        </p:txBody>
      </p:sp>
      <p:cxnSp>
        <p:nvCxnSpPr>
          <p:cNvPr id="8" name="Đường kết nối: Cong 7"/>
          <p:cNvCxnSpPr/>
          <p:nvPr/>
        </p:nvCxnSpPr>
        <p:spPr>
          <a:xfrm rot="10800000">
            <a:off x="2429833" y="2082989"/>
            <a:ext cx="1472305" cy="705992"/>
          </a:xfrm>
          <a:prstGeom prst="curvedConnector3">
            <a:avLst>
              <a:gd name="adj1" fmla="val 50000"/>
            </a:avLst>
          </a:prstGeom>
          <a:ln>
            <a:solidFill>
              <a:schemeClr val="accent1"/>
            </a:solidFill>
            <a:tailEnd type="triangle"/>
          </a:ln>
        </p:spPr>
        <p:style>
          <a:lnRef idx="3">
            <a:schemeClr val="accent3"/>
          </a:lnRef>
          <a:fillRef idx="0">
            <a:schemeClr val="accent3"/>
          </a:fillRef>
          <a:effectRef idx="2">
            <a:schemeClr val="accent3"/>
          </a:effectRef>
          <a:fontRef idx="minor">
            <a:schemeClr val="tx1"/>
          </a:fontRef>
        </p:style>
      </p:cxnSp>
      <p:sp>
        <p:nvSpPr>
          <p:cNvPr id="14" name="Hộp Văn bản 13"/>
          <p:cNvSpPr txBox="1"/>
          <p:nvPr/>
        </p:nvSpPr>
        <p:spPr>
          <a:xfrm>
            <a:off x="654472" y="1522336"/>
            <a:ext cx="1775361" cy="1077218"/>
          </a:xfrm>
          <a:prstGeom prst="rect">
            <a:avLst/>
          </a:prstGeom>
          <a:noFill/>
        </p:spPr>
        <p:txBody>
          <a:bodyPr wrap="square">
            <a:spAutoFit/>
          </a:bodyPr>
          <a:lstStyle/>
          <a:p>
            <a:r>
              <a:rPr lang="vi-VN" sz="1600" b="1" dirty="0">
                <a:solidFill>
                  <a:schemeClr val="accent1">
                    <a:lumMod val="75000"/>
                  </a:schemeClr>
                </a:solidFill>
                <a:latin typeface="+mj-lt"/>
              </a:rPr>
              <a:t>Cung cấp dữ liệu khách quan từ hành vi thực tế của người dùng.</a:t>
            </a:r>
          </a:p>
        </p:txBody>
      </p:sp>
      <p:cxnSp>
        <p:nvCxnSpPr>
          <p:cNvPr id="25" name="Đường kết nối: Cong 24"/>
          <p:cNvCxnSpPr/>
          <p:nvPr/>
        </p:nvCxnSpPr>
        <p:spPr>
          <a:xfrm>
            <a:off x="5055220" y="2599554"/>
            <a:ext cx="1393841" cy="835022"/>
          </a:xfrm>
          <a:prstGeom prst="curvedConnector3">
            <a:avLst>
              <a:gd name="adj1" fmla="val 50000"/>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27" name="Hộp Văn bản 26"/>
          <p:cNvSpPr txBox="1"/>
          <p:nvPr/>
        </p:nvSpPr>
        <p:spPr>
          <a:xfrm>
            <a:off x="6449061" y="3123568"/>
            <a:ext cx="2119726" cy="830997"/>
          </a:xfrm>
          <a:prstGeom prst="rect">
            <a:avLst/>
          </a:prstGeom>
          <a:noFill/>
        </p:spPr>
        <p:txBody>
          <a:bodyPr wrap="square">
            <a:spAutoFit/>
          </a:bodyPr>
          <a:lstStyle/>
          <a:p>
            <a:r>
              <a:rPr lang="vi-VN" sz="1600" b="1" dirty="0">
                <a:solidFill>
                  <a:srgbClr val="FF0000"/>
                </a:solidFill>
                <a:latin typeface="+mj-lt"/>
              </a:rPr>
              <a:t>Không thể khai thác thông tin sâu sắc về suy nghĩ và cảm nhận.</a:t>
            </a:r>
          </a:p>
        </p:txBody>
      </p:sp>
      <p:sp>
        <p:nvSpPr>
          <p:cNvPr id="28" name="Hình Bầu dục 27"/>
          <p:cNvSpPr/>
          <p:nvPr/>
        </p:nvSpPr>
        <p:spPr>
          <a:xfrm>
            <a:off x="654473" y="4185938"/>
            <a:ext cx="187569" cy="17975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9" name="Hộp Văn bản 28"/>
          <p:cNvSpPr txBox="1"/>
          <p:nvPr/>
        </p:nvSpPr>
        <p:spPr>
          <a:xfrm>
            <a:off x="773723" y="4113907"/>
            <a:ext cx="1820985" cy="261610"/>
          </a:xfrm>
          <a:prstGeom prst="rect">
            <a:avLst/>
          </a:prstGeom>
          <a:noFill/>
        </p:spPr>
        <p:txBody>
          <a:bodyPr wrap="square" rtlCol="0">
            <a:spAutoFit/>
          </a:bodyPr>
          <a:lstStyle/>
          <a:p>
            <a:r>
              <a:rPr lang="vi-VN" sz="1100" dirty="0">
                <a:latin typeface="+mj-lt"/>
              </a:rPr>
              <a:t>: Nhược Điểm</a:t>
            </a:r>
          </a:p>
        </p:txBody>
      </p:sp>
      <p:sp>
        <p:nvSpPr>
          <p:cNvPr id="30" name="Hình Bầu dục 29"/>
          <p:cNvSpPr/>
          <p:nvPr/>
        </p:nvSpPr>
        <p:spPr>
          <a:xfrm>
            <a:off x="654472" y="4493715"/>
            <a:ext cx="187569" cy="17975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31" name="Hộp Văn bản 30"/>
          <p:cNvSpPr txBox="1"/>
          <p:nvPr/>
        </p:nvSpPr>
        <p:spPr>
          <a:xfrm>
            <a:off x="773723" y="4416414"/>
            <a:ext cx="1820985" cy="261610"/>
          </a:xfrm>
          <a:prstGeom prst="rect">
            <a:avLst/>
          </a:prstGeom>
          <a:noFill/>
        </p:spPr>
        <p:txBody>
          <a:bodyPr wrap="square" rtlCol="0">
            <a:spAutoFit/>
          </a:bodyPr>
          <a:lstStyle/>
          <a:p>
            <a:r>
              <a:rPr lang="vi-VN" sz="1100" dirty="0">
                <a:latin typeface="+mj-lt"/>
              </a:rPr>
              <a:t>: Ưu Điểm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Góc Tròn 2"/>
          <p:cNvSpPr>
            <a:spLocks noGrp="1" noRot="1" noMove="1" noResize="1" noEditPoints="1" noAdjustHandles="1" noChangeArrowheads="1" noChangeShapeType="1"/>
          </p:cNvSpPr>
          <p:nvPr/>
        </p:nvSpPr>
        <p:spPr>
          <a:xfrm>
            <a:off x="2043723" y="573508"/>
            <a:ext cx="5056554" cy="601784"/>
          </a:xfrm>
          <a:prstGeom prst="roundRect">
            <a:avLst>
              <a:gd name="adj" fmla="val 5000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7" name="Đồ họa 6" descr="Hang Loose Hand Gesture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9319" y="741846"/>
            <a:ext cx="265108" cy="265108"/>
          </a:xfrm>
          <a:prstGeom prst="rect">
            <a:avLst/>
          </a:prstGeom>
        </p:spPr>
      </p:pic>
      <p:pic>
        <p:nvPicPr>
          <p:cNvPr id="9" name="Đồ họa 8" descr="In love face with solid fill with solid fill">
            <a:hlinkClick r:id="rId5" action="ppaction://hlinksldjump"/>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99111" y="741846"/>
            <a:ext cx="265108" cy="265108"/>
          </a:xfrm>
          <a:prstGeom prst="rect">
            <a:avLst/>
          </a:prstGeom>
        </p:spPr>
      </p:pic>
      <p:pic>
        <p:nvPicPr>
          <p:cNvPr id="11" name="Đồ họa 10" descr="Bar chart with solid fill"/>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69575" y="609292"/>
            <a:ext cx="265108" cy="265108"/>
          </a:xfrm>
          <a:prstGeom prst="rect">
            <a:avLst/>
          </a:prstGeom>
        </p:spPr>
      </p:pic>
      <p:pic>
        <p:nvPicPr>
          <p:cNvPr id="13" name="Đồ họa 12" descr="Stopwatch 75% with solid fill">
            <a:hlinkClick r:id="rId10" action="ppaction://hlinksldjump"/>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49061" y="677061"/>
            <a:ext cx="329893" cy="329893"/>
          </a:xfrm>
          <a:prstGeom prst="rect">
            <a:avLst/>
          </a:prstGeom>
        </p:spPr>
      </p:pic>
      <p:sp>
        <p:nvSpPr>
          <p:cNvPr id="2" name="Hộp Văn bản 1"/>
          <p:cNvSpPr txBox="1"/>
          <p:nvPr/>
        </p:nvSpPr>
        <p:spPr>
          <a:xfrm>
            <a:off x="3284715" y="823041"/>
            <a:ext cx="123483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Real behavior</a:t>
            </a:r>
            <a:endParaRPr lang="vi-VN" dirty="0">
              <a:latin typeface="Times New Roman" panose="02020603050405020304" pitchFamily="18" charset="0"/>
              <a:cs typeface="Times New Roman" panose="02020603050405020304" pitchFamily="18" charset="0"/>
            </a:endParaRPr>
          </a:p>
        </p:txBody>
      </p:sp>
      <p:sp>
        <p:nvSpPr>
          <p:cNvPr id="15" name="Hình chữ nhật 14"/>
          <p:cNvSpPr/>
          <p:nvPr/>
        </p:nvSpPr>
        <p:spPr>
          <a:xfrm>
            <a:off x="2694941" y="1969407"/>
            <a:ext cx="3374772" cy="1569660"/>
          </a:xfrm>
          <a:prstGeom prst="rect">
            <a:avLst/>
          </a:prstGeom>
          <a:noFill/>
        </p:spPr>
        <p:txBody>
          <a:bodyPr wrap="square" lIns="91440" tIns="45720" rIns="91440" bIns="45720">
            <a:spAutoFit/>
          </a:bodyPr>
          <a:lstStyle/>
          <a:p>
            <a:pPr algn="ctr"/>
            <a:r>
              <a:rPr lang="en-US"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lackadder ITC" panose="04020505051007020D02" pitchFamily="82" charset="0"/>
                <a:cs typeface="Biome Light" panose="020B0303030204020804" pitchFamily="34" charset="0"/>
              </a:rPr>
              <a:t>R</a:t>
            </a:r>
            <a:endParaRPr lang="vi-VN"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iome Light" panose="020B0303030204020804" pitchFamily="34" charset="0"/>
              <a:cs typeface="Biome Light" panose="020B0303030204020804" pitchFamily="34" charset="0"/>
            </a:endParaRPr>
          </a:p>
        </p:txBody>
      </p:sp>
      <p:cxnSp>
        <p:nvCxnSpPr>
          <p:cNvPr id="16" name="Đường kết nối: Cong 15"/>
          <p:cNvCxnSpPr/>
          <p:nvPr/>
        </p:nvCxnSpPr>
        <p:spPr>
          <a:xfrm rot="10800000">
            <a:off x="2581336" y="2165155"/>
            <a:ext cx="1320801" cy="601783"/>
          </a:xfrm>
          <a:prstGeom prst="curvedConnector3">
            <a:avLst>
              <a:gd name="adj1" fmla="val 23373"/>
            </a:avLst>
          </a:prstGeom>
          <a:ln>
            <a:solidFill>
              <a:schemeClr val="accent1">
                <a:lumMod val="75000"/>
              </a:schemeClr>
            </a:solidFill>
            <a:tailEnd type="triangle"/>
          </a:ln>
        </p:spPr>
        <p:style>
          <a:lnRef idx="3">
            <a:schemeClr val="accent3"/>
          </a:lnRef>
          <a:fillRef idx="0">
            <a:schemeClr val="accent3"/>
          </a:fillRef>
          <a:effectRef idx="2">
            <a:schemeClr val="accent3"/>
          </a:effectRef>
          <a:fontRef idx="minor">
            <a:schemeClr val="tx1"/>
          </a:fontRef>
        </p:style>
      </p:cxnSp>
      <p:cxnSp>
        <p:nvCxnSpPr>
          <p:cNvPr id="17" name="Đường kết nối: Cong 16"/>
          <p:cNvCxnSpPr/>
          <p:nvPr/>
        </p:nvCxnSpPr>
        <p:spPr>
          <a:xfrm>
            <a:off x="5241867" y="2571750"/>
            <a:ext cx="1300182" cy="660081"/>
          </a:xfrm>
          <a:prstGeom prst="curvedConnector3">
            <a:avLst>
              <a:gd name="adj1" fmla="val 8907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9" name="Hộp Văn bản 18"/>
          <p:cNvSpPr txBox="1"/>
          <p:nvPr/>
        </p:nvSpPr>
        <p:spPr>
          <a:xfrm>
            <a:off x="578124" y="1597388"/>
            <a:ext cx="2003211" cy="1368836"/>
          </a:xfrm>
          <a:prstGeom prst="rect">
            <a:avLst/>
          </a:prstGeom>
          <a:noFill/>
        </p:spPr>
        <p:txBody>
          <a:bodyPr wrap="square">
            <a:spAutoFit/>
          </a:bodyPr>
          <a:lstStyle/>
          <a:p>
            <a:r>
              <a:rPr lang="vi-VN" sz="1600" b="1" dirty="0">
                <a:solidFill>
                  <a:schemeClr val="accent1">
                    <a:lumMod val="75000"/>
                  </a:schemeClr>
                </a:solidFill>
                <a:latin typeface="+mj-lt"/>
              </a:rPr>
              <a:t>Ghi nhận hành vi trong môi trường thực tế mà người tham gia không nhận thức được.</a:t>
            </a:r>
          </a:p>
        </p:txBody>
      </p:sp>
      <p:sp>
        <p:nvSpPr>
          <p:cNvPr id="21" name="Hộp Văn bản 20"/>
          <p:cNvSpPr txBox="1"/>
          <p:nvPr/>
        </p:nvSpPr>
        <p:spPr>
          <a:xfrm>
            <a:off x="6778954" y="2737346"/>
            <a:ext cx="1786922" cy="1077218"/>
          </a:xfrm>
          <a:prstGeom prst="rect">
            <a:avLst/>
          </a:prstGeom>
          <a:noFill/>
        </p:spPr>
        <p:txBody>
          <a:bodyPr wrap="square">
            <a:spAutoFit/>
          </a:bodyPr>
          <a:lstStyle/>
          <a:p>
            <a:r>
              <a:rPr lang="vi-VN" sz="1600" b="1" dirty="0">
                <a:solidFill>
                  <a:srgbClr val="FF0000"/>
                </a:solidFill>
                <a:latin typeface="+mj-lt"/>
              </a:rPr>
              <a:t>Không thể thu thập ý kiến hoặc quan điểm từ người tham gia.</a:t>
            </a:r>
          </a:p>
        </p:txBody>
      </p:sp>
      <p:sp>
        <p:nvSpPr>
          <p:cNvPr id="14" name="Hình Bầu dục 13"/>
          <p:cNvSpPr/>
          <p:nvPr/>
        </p:nvSpPr>
        <p:spPr>
          <a:xfrm>
            <a:off x="654473" y="4185938"/>
            <a:ext cx="187569" cy="17975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18" name="Hộp Văn bản 17"/>
          <p:cNvSpPr txBox="1"/>
          <p:nvPr/>
        </p:nvSpPr>
        <p:spPr>
          <a:xfrm>
            <a:off x="773723" y="4113907"/>
            <a:ext cx="1820985" cy="261610"/>
          </a:xfrm>
          <a:prstGeom prst="rect">
            <a:avLst/>
          </a:prstGeom>
          <a:noFill/>
        </p:spPr>
        <p:txBody>
          <a:bodyPr wrap="square" rtlCol="0">
            <a:spAutoFit/>
          </a:bodyPr>
          <a:lstStyle/>
          <a:p>
            <a:r>
              <a:rPr lang="vi-VN" sz="1100" dirty="0">
                <a:latin typeface="+mj-lt"/>
              </a:rPr>
              <a:t>: Nhược Điểm</a:t>
            </a:r>
          </a:p>
        </p:txBody>
      </p:sp>
      <p:sp>
        <p:nvSpPr>
          <p:cNvPr id="20" name="Hình Bầu dục 19"/>
          <p:cNvSpPr/>
          <p:nvPr/>
        </p:nvSpPr>
        <p:spPr>
          <a:xfrm>
            <a:off x="654472" y="4493715"/>
            <a:ext cx="187569" cy="17975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2" name="Hộp Văn bản 21"/>
          <p:cNvSpPr txBox="1"/>
          <p:nvPr/>
        </p:nvSpPr>
        <p:spPr>
          <a:xfrm>
            <a:off x="773723" y="4416414"/>
            <a:ext cx="1820985" cy="261610"/>
          </a:xfrm>
          <a:prstGeom prst="rect">
            <a:avLst/>
          </a:prstGeom>
          <a:noFill/>
        </p:spPr>
        <p:txBody>
          <a:bodyPr wrap="square" rtlCol="0">
            <a:spAutoFit/>
          </a:bodyPr>
          <a:lstStyle/>
          <a:p>
            <a:r>
              <a:rPr lang="vi-VN" sz="1100" dirty="0">
                <a:latin typeface="+mj-lt"/>
              </a:rPr>
              <a:t>: Ưu Điểm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Góc Tròn 2"/>
          <p:cNvSpPr>
            <a:spLocks noGrp="1" noRot="1" noMove="1" noResize="1" noEditPoints="1" noAdjustHandles="1" noChangeArrowheads="1" noChangeShapeType="1"/>
          </p:cNvSpPr>
          <p:nvPr/>
        </p:nvSpPr>
        <p:spPr>
          <a:xfrm>
            <a:off x="2043723" y="573508"/>
            <a:ext cx="5056554" cy="601784"/>
          </a:xfrm>
          <a:prstGeom prst="roundRect">
            <a:avLst>
              <a:gd name="adj" fmla="val 5000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7" name="Đồ họa 6" descr="Hang Loose Hand Gesture with solid fi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6641" y="609292"/>
            <a:ext cx="265108" cy="265108"/>
          </a:xfrm>
          <a:prstGeom prst="rect">
            <a:avLst/>
          </a:prstGeom>
        </p:spPr>
      </p:pic>
      <p:pic>
        <p:nvPicPr>
          <p:cNvPr id="9" name="Đồ họa 8" descr="In love face with solid fill with solid fill">
            <a:hlinkClick r:id="rId4" action="ppaction://hlinksldjump"/>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99111" y="741846"/>
            <a:ext cx="265108" cy="265108"/>
          </a:xfrm>
          <a:prstGeom prst="rect">
            <a:avLst/>
          </a:prstGeom>
        </p:spPr>
      </p:pic>
      <p:pic>
        <p:nvPicPr>
          <p:cNvPr id="11" name="Đồ họa 10" descr="Bar chart with solid fill">
            <a:hlinkClick r:id="rId7" action="ppaction://hlinksldjump"/>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61531" y="741846"/>
            <a:ext cx="265108" cy="265108"/>
          </a:xfrm>
          <a:prstGeom prst="rect">
            <a:avLst/>
          </a:prstGeom>
        </p:spPr>
      </p:pic>
      <p:pic>
        <p:nvPicPr>
          <p:cNvPr id="13" name="Đồ họa 12" descr="Stopwatch 75% with solid fill">
            <a:hlinkClick r:id="rId10" action="ppaction://hlinksldjump"/>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49061" y="677061"/>
            <a:ext cx="329893" cy="329893"/>
          </a:xfrm>
          <a:prstGeom prst="rect">
            <a:avLst/>
          </a:prstGeom>
        </p:spPr>
      </p:pic>
      <p:sp>
        <p:nvSpPr>
          <p:cNvPr id="2" name="Hộp Văn bản 1"/>
          <p:cNvSpPr txBox="1"/>
          <p:nvPr/>
        </p:nvSpPr>
        <p:spPr>
          <a:xfrm>
            <a:off x="4665574" y="842007"/>
            <a:ext cx="123483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Psychology</a:t>
            </a:r>
            <a:endParaRPr lang="vi-VN" dirty="0">
              <a:latin typeface="Times New Roman" panose="02020603050405020304" pitchFamily="18" charset="0"/>
              <a:cs typeface="Times New Roman" panose="02020603050405020304" pitchFamily="18" charset="0"/>
            </a:endParaRPr>
          </a:p>
        </p:txBody>
      </p:sp>
      <p:sp>
        <p:nvSpPr>
          <p:cNvPr id="12" name="Hình chữ nhật 11"/>
          <p:cNvSpPr/>
          <p:nvPr/>
        </p:nvSpPr>
        <p:spPr>
          <a:xfrm>
            <a:off x="2694941" y="1969407"/>
            <a:ext cx="3374772" cy="1569660"/>
          </a:xfrm>
          <a:prstGeom prst="rect">
            <a:avLst/>
          </a:prstGeom>
          <a:noFill/>
        </p:spPr>
        <p:txBody>
          <a:bodyPr wrap="square" lIns="91440" tIns="45720" rIns="91440" bIns="45720">
            <a:spAutoFit/>
          </a:bodyPr>
          <a:lstStyle/>
          <a:p>
            <a:pPr algn="ctr"/>
            <a:r>
              <a:rPr lang="en-US"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lackadder ITC" panose="04020505051007020D02" pitchFamily="82" charset="0"/>
                <a:cs typeface="Biome Light" panose="020B0303030204020804" pitchFamily="34" charset="0"/>
              </a:rPr>
              <a:t>P</a:t>
            </a:r>
            <a:endParaRPr lang="vi-VN"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iome Light" panose="020B0303030204020804" pitchFamily="34" charset="0"/>
              <a:cs typeface="Biome Light" panose="020B0303030204020804" pitchFamily="34" charset="0"/>
            </a:endParaRPr>
          </a:p>
        </p:txBody>
      </p:sp>
      <p:cxnSp>
        <p:nvCxnSpPr>
          <p:cNvPr id="14" name="Đường kết nối: Cong 13"/>
          <p:cNvCxnSpPr/>
          <p:nvPr/>
        </p:nvCxnSpPr>
        <p:spPr>
          <a:xfrm rot="10800000" flipV="1">
            <a:off x="1969477" y="2625913"/>
            <a:ext cx="1932658" cy="377481"/>
          </a:xfrm>
          <a:prstGeom prst="curvedConnector3">
            <a:avLst>
              <a:gd name="adj1" fmla="val 50000"/>
            </a:avLst>
          </a:prstGeom>
          <a:ln>
            <a:solidFill>
              <a:schemeClr val="accent1">
                <a:lumMod val="75000"/>
              </a:schemeClr>
            </a:solidFill>
            <a:tailEnd type="triangle"/>
          </a:ln>
        </p:spPr>
        <p:style>
          <a:lnRef idx="3">
            <a:schemeClr val="accent3"/>
          </a:lnRef>
          <a:fillRef idx="0">
            <a:schemeClr val="accent3"/>
          </a:fillRef>
          <a:effectRef idx="2">
            <a:schemeClr val="accent3"/>
          </a:effectRef>
          <a:fontRef idx="minor">
            <a:schemeClr val="tx1"/>
          </a:fontRef>
        </p:style>
      </p:cxnSp>
      <p:cxnSp>
        <p:nvCxnSpPr>
          <p:cNvPr id="15" name="Đường kết nối: Cong 14"/>
          <p:cNvCxnSpPr/>
          <p:nvPr/>
        </p:nvCxnSpPr>
        <p:spPr>
          <a:xfrm flipV="1">
            <a:off x="5241867" y="1969407"/>
            <a:ext cx="1471548" cy="602343"/>
          </a:xfrm>
          <a:prstGeom prst="curvedConnector3">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7" name="Hộp Văn bản 16"/>
          <p:cNvSpPr txBox="1"/>
          <p:nvPr/>
        </p:nvSpPr>
        <p:spPr>
          <a:xfrm>
            <a:off x="241977" y="2305551"/>
            <a:ext cx="1820985" cy="1347326"/>
          </a:xfrm>
          <a:prstGeom prst="rect">
            <a:avLst/>
          </a:prstGeom>
          <a:noFill/>
        </p:spPr>
        <p:txBody>
          <a:bodyPr wrap="square">
            <a:spAutoFit/>
          </a:bodyPr>
          <a:lstStyle/>
          <a:p>
            <a:r>
              <a:rPr lang="vi-VN" sz="1600" b="1" dirty="0">
                <a:solidFill>
                  <a:schemeClr val="accent1">
                    <a:lumMod val="75000"/>
                  </a:schemeClr>
                </a:solidFill>
                <a:latin typeface="+mj-lt"/>
              </a:rPr>
              <a:t>Có thể ghi nhận hành vi tự nhiên mà không yêu cầu người tham gia chia sẻ thông tin.</a:t>
            </a:r>
          </a:p>
        </p:txBody>
      </p:sp>
      <p:sp>
        <p:nvSpPr>
          <p:cNvPr id="19" name="Hộp Văn bản 18"/>
          <p:cNvSpPr txBox="1"/>
          <p:nvPr/>
        </p:nvSpPr>
        <p:spPr>
          <a:xfrm>
            <a:off x="6701692" y="1496084"/>
            <a:ext cx="1820985" cy="1077218"/>
          </a:xfrm>
          <a:prstGeom prst="rect">
            <a:avLst/>
          </a:prstGeom>
          <a:noFill/>
        </p:spPr>
        <p:txBody>
          <a:bodyPr wrap="square">
            <a:spAutoFit/>
          </a:bodyPr>
          <a:lstStyle/>
          <a:p>
            <a:r>
              <a:rPr lang="vi-VN" sz="1600" b="1" dirty="0">
                <a:solidFill>
                  <a:srgbClr val="FF0000"/>
                </a:solidFill>
                <a:latin typeface="+mj-lt"/>
              </a:rPr>
              <a:t>Việc bị quan sát có thể làm người tham gia cảm thấy khó chịu.</a:t>
            </a:r>
          </a:p>
        </p:txBody>
      </p:sp>
      <p:sp>
        <p:nvSpPr>
          <p:cNvPr id="18" name="Hình Bầu dục 17"/>
          <p:cNvSpPr/>
          <p:nvPr/>
        </p:nvSpPr>
        <p:spPr>
          <a:xfrm>
            <a:off x="654473" y="4185938"/>
            <a:ext cx="187569" cy="17975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0" name="Hộp Văn bản 19"/>
          <p:cNvSpPr txBox="1"/>
          <p:nvPr/>
        </p:nvSpPr>
        <p:spPr>
          <a:xfrm>
            <a:off x="773723" y="4113907"/>
            <a:ext cx="1820985" cy="261610"/>
          </a:xfrm>
          <a:prstGeom prst="rect">
            <a:avLst/>
          </a:prstGeom>
          <a:noFill/>
        </p:spPr>
        <p:txBody>
          <a:bodyPr wrap="square" rtlCol="0">
            <a:spAutoFit/>
          </a:bodyPr>
          <a:lstStyle/>
          <a:p>
            <a:r>
              <a:rPr lang="vi-VN" sz="1100" dirty="0">
                <a:latin typeface="+mj-lt"/>
              </a:rPr>
              <a:t>: Nhược Điểm</a:t>
            </a:r>
          </a:p>
        </p:txBody>
      </p:sp>
      <p:sp>
        <p:nvSpPr>
          <p:cNvPr id="21" name="Hình Bầu dục 20"/>
          <p:cNvSpPr/>
          <p:nvPr/>
        </p:nvSpPr>
        <p:spPr>
          <a:xfrm>
            <a:off x="654472" y="4493715"/>
            <a:ext cx="187569" cy="17975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2" name="Hộp Văn bản 21"/>
          <p:cNvSpPr txBox="1"/>
          <p:nvPr/>
        </p:nvSpPr>
        <p:spPr>
          <a:xfrm>
            <a:off x="773723" y="4416414"/>
            <a:ext cx="1820985" cy="261610"/>
          </a:xfrm>
          <a:prstGeom prst="rect">
            <a:avLst/>
          </a:prstGeom>
          <a:noFill/>
        </p:spPr>
        <p:txBody>
          <a:bodyPr wrap="square" rtlCol="0">
            <a:spAutoFit/>
          </a:bodyPr>
          <a:lstStyle/>
          <a:p>
            <a:r>
              <a:rPr lang="vi-VN" sz="1100" dirty="0">
                <a:latin typeface="+mj-lt"/>
              </a:rPr>
              <a:t>: Ưu Điểm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nh chữ nhật: Góc Tròn 2"/>
          <p:cNvSpPr>
            <a:spLocks noGrp="1" noRot="1" noMove="1" noResize="1" noEditPoints="1" noAdjustHandles="1" noChangeArrowheads="1" noChangeShapeType="1"/>
          </p:cNvSpPr>
          <p:nvPr/>
        </p:nvSpPr>
        <p:spPr>
          <a:xfrm>
            <a:off x="2043723" y="573508"/>
            <a:ext cx="5056554" cy="601784"/>
          </a:xfrm>
          <a:prstGeom prst="roundRect">
            <a:avLst>
              <a:gd name="adj" fmla="val 5000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pic>
        <p:nvPicPr>
          <p:cNvPr id="7" name="Đồ họa 6" descr="Hang Loose Hand Gesture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9319" y="741846"/>
            <a:ext cx="265108" cy="265108"/>
          </a:xfrm>
          <a:prstGeom prst="rect">
            <a:avLst/>
          </a:prstGeom>
        </p:spPr>
      </p:pic>
      <p:pic>
        <p:nvPicPr>
          <p:cNvPr id="9" name="Đồ họa 8" descr="In love face with solid fill with solid fill">
            <a:hlinkClick r:id="rId5" action="ppaction://hlinksldjump"/>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99111" y="741846"/>
            <a:ext cx="265108" cy="265108"/>
          </a:xfrm>
          <a:prstGeom prst="rect">
            <a:avLst/>
          </a:prstGeom>
        </p:spPr>
      </p:pic>
      <p:pic>
        <p:nvPicPr>
          <p:cNvPr id="11" name="Đồ họa 10" descr="Bar chart with solid fill">
            <a:hlinkClick r:id="rId8" action="ppaction://hlinksldjump"/>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83568" y="741846"/>
            <a:ext cx="265108" cy="265108"/>
          </a:xfrm>
          <a:prstGeom prst="rect">
            <a:avLst/>
          </a:prstGeom>
        </p:spPr>
      </p:pic>
      <p:pic>
        <p:nvPicPr>
          <p:cNvPr id="13" name="Đồ họa 12" descr="Stopwatch 75% with solid fill"/>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49063" y="609292"/>
            <a:ext cx="329893" cy="329893"/>
          </a:xfrm>
          <a:prstGeom prst="rect">
            <a:avLst/>
          </a:prstGeom>
        </p:spPr>
      </p:pic>
      <p:sp>
        <p:nvSpPr>
          <p:cNvPr id="2" name="Hộp Văn bản 1"/>
          <p:cNvSpPr txBox="1"/>
          <p:nvPr/>
        </p:nvSpPr>
        <p:spPr>
          <a:xfrm>
            <a:off x="6334369" y="867515"/>
            <a:ext cx="1234831"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Time</a:t>
            </a:r>
            <a:endParaRPr lang="vi-VN" dirty="0">
              <a:latin typeface="Times New Roman" panose="02020603050405020304" pitchFamily="18" charset="0"/>
              <a:cs typeface="Times New Roman" panose="02020603050405020304" pitchFamily="18" charset="0"/>
            </a:endParaRPr>
          </a:p>
        </p:txBody>
      </p:sp>
      <p:sp>
        <p:nvSpPr>
          <p:cNvPr id="12" name="Hình chữ nhật 11"/>
          <p:cNvSpPr/>
          <p:nvPr/>
        </p:nvSpPr>
        <p:spPr>
          <a:xfrm>
            <a:off x="2694941" y="1969407"/>
            <a:ext cx="3374772" cy="1569660"/>
          </a:xfrm>
          <a:prstGeom prst="rect">
            <a:avLst/>
          </a:prstGeom>
          <a:noFill/>
        </p:spPr>
        <p:txBody>
          <a:bodyPr wrap="square" lIns="91440" tIns="45720" rIns="91440" bIns="45720">
            <a:spAutoFit/>
          </a:bodyPr>
          <a:lstStyle/>
          <a:p>
            <a:pPr algn="ctr"/>
            <a:r>
              <a:rPr lang="en-US"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lackadder ITC" panose="04020505051007020D02" pitchFamily="82" charset="0"/>
                <a:cs typeface="Biome Light" panose="020B0303030204020804" pitchFamily="34" charset="0"/>
              </a:rPr>
              <a:t>T</a:t>
            </a:r>
            <a:endParaRPr lang="vi-VN" sz="9600" b="1" cap="none" spc="0" dirty="0">
              <a:ln w="12700">
                <a:solidFill>
                  <a:schemeClr val="tx2">
                    <a:lumMod val="75000"/>
                  </a:schemeClr>
                </a:solidFill>
                <a:prstDash val="solid"/>
              </a:ln>
              <a:solidFill>
                <a:schemeClr val="tx2"/>
              </a:solidFill>
              <a:effectLst>
                <a:outerShdw dist="38100" dir="2640000" algn="bl" rotWithShape="0">
                  <a:schemeClr val="tx2">
                    <a:lumMod val="75000"/>
                  </a:schemeClr>
                </a:outerShdw>
              </a:effectLst>
              <a:latin typeface="Biome Light" panose="020B0303030204020804" pitchFamily="34" charset="0"/>
              <a:cs typeface="Biome Light" panose="020B0303030204020804" pitchFamily="34" charset="0"/>
            </a:endParaRPr>
          </a:p>
        </p:txBody>
      </p:sp>
      <p:cxnSp>
        <p:nvCxnSpPr>
          <p:cNvPr id="14" name="Đường kết nối: Cong 13"/>
          <p:cNvCxnSpPr>
            <a:endCxn id="17" idx="3"/>
          </p:cNvCxnSpPr>
          <p:nvPr/>
        </p:nvCxnSpPr>
        <p:spPr>
          <a:xfrm rot="10800000">
            <a:off x="2475458" y="2156253"/>
            <a:ext cx="1426681" cy="610687"/>
          </a:xfrm>
          <a:prstGeom prst="curvedConnector3">
            <a:avLst>
              <a:gd name="adj1" fmla="val 50000"/>
            </a:avLst>
          </a:prstGeom>
          <a:ln>
            <a:solidFill>
              <a:schemeClr val="accent1"/>
            </a:solidFill>
            <a:tailEnd type="triangle"/>
          </a:ln>
        </p:spPr>
        <p:style>
          <a:lnRef idx="3">
            <a:schemeClr val="accent3"/>
          </a:lnRef>
          <a:fillRef idx="0">
            <a:schemeClr val="accent3"/>
          </a:fillRef>
          <a:effectRef idx="2">
            <a:schemeClr val="accent3"/>
          </a:effectRef>
          <a:fontRef idx="minor">
            <a:schemeClr val="tx1"/>
          </a:fontRef>
        </p:style>
      </p:cxnSp>
      <p:cxnSp>
        <p:nvCxnSpPr>
          <p:cNvPr id="15" name="Đường kết nối: Cong 14"/>
          <p:cNvCxnSpPr/>
          <p:nvPr/>
        </p:nvCxnSpPr>
        <p:spPr>
          <a:xfrm>
            <a:off x="5241867" y="2571750"/>
            <a:ext cx="1207196" cy="818221"/>
          </a:xfrm>
          <a:prstGeom prst="curvedConnector3">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7" name="Hộp Văn bản 16"/>
          <p:cNvSpPr txBox="1"/>
          <p:nvPr/>
        </p:nvSpPr>
        <p:spPr>
          <a:xfrm>
            <a:off x="654472" y="1617643"/>
            <a:ext cx="1820985" cy="1077218"/>
          </a:xfrm>
          <a:prstGeom prst="rect">
            <a:avLst/>
          </a:prstGeom>
          <a:noFill/>
        </p:spPr>
        <p:txBody>
          <a:bodyPr wrap="square">
            <a:spAutoFit/>
          </a:bodyPr>
          <a:lstStyle/>
          <a:p>
            <a:r>
              <a:rPr lang="vi-VN" sz="1600" b="1" dirty="0">
                <a:solidFill>
                  <a:schemeClr val="accent1">
                    <a:lumMod val="75000"/>
                  </a:schemeClr>
                </a:solidFill>
                <a:latin typeface="+mj-lt"/>
              </a:rPr>
              <a:t>Dữ liệu thu thập trực tiếp và không cần phải tổ chức phỏng vấn.</a:t>
            </a:r>
          </a:p>
        </p:txBody>
      </p:sp>
      <p:sp>
        <p:nvSpPr>
          <p:cNvPr id="19" name="Hộp Văn bản 18"/>
          <p:cNvSpPr txBox="1"/>
          <p:nvPr/>
        </p:nvSpPr>
        <p:spPr>
          <a:xfrm>
            <a:off x="6622110" y="2980860"/>
            <a:ext cx="1910862" cy="1077218"/>
          </a:xfrm>
          <a:prstGeom prst="rect">
            <a:avLst/>
          </a:prstGeom>
          <a:noFill/>
        </p:spPr>
        <p:txBody>
          <a:bodyPr wrap="square">
            <a:spAutoFit/>
          </a:bodyPr>
          <a:lstStyle/>
          <a:p>
            <a:r>
              <a:rPr lang="vi-VN" sz="1600" b="1" dirty="0">
                <a:solidFill>
                  <a:srgbClr val="FF0000"/>
                </a:solidFill>
                <a:latin typeface="+mj-lt"/>
              </a:rPr>
              <a:t>Cần thời gian và công sức để quan sát và ghi chép chi tiết.</a:t>
            </a:r>
          </a:p>
        </p:txBody>
      </p:sp>
      <p:sp>
        <p:nvSpPr>
          <p:cNvPr id="21" name="Hình Bầu dục 20"/>
          <p:cNvSpPr/>
          <p:nvPr/>
        </p:nvSpPr>
        <p:spPr>
          <a:xfrm>
            <a:off x="654473" y="4185938"/>
            <a:ext cx="187569" cy="17975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2" name="Hộp Văn bản 21"/>
          <p:cNvSpPr txBox="1"/>
          <p:nvPr/>
        </p:nvSpPr>
        <p:spPr>
          <a:xfrm>
            <a:off x="773723" y="4113907"/>
            <a:ext cx="1820985" cy="261610"/>
          </a:xfrm>
          <a:prstGeom prst="rect">
            <a:avLst/>
          </a:prstGeom>
          <a:noFill/>
        </p:spPr>
        <p:txBody>
          <a:bodyPr wrap="square" rtlCol="0">
            <a:spAutoFit/>
          </a:bodyPr>
          <a:lstStyle/>
          <a:p>
            <a:r>
              <a:rPr lang="vi-VN" sz="1100" dirty="0">
                <a:latin typeface="+mj-lt"/>
              </a:rPr>
              <a:t>: Nhược Điểm</a:t>
            </a:r>
          </a:p>
        </p:txBody>
      </p:sp>
      <p:sp>
        <p:nvSpPr>
          <p:cNvPr id="23" name="Hình Bầu dục 22"/>
          <p:cNvSpPr/>
          <p:nvPr/>
        </p:nvSpPr>
        <p:spPr>
          <a:xfrm>
            <a:off x="654472" y="4493715"/>
            <a:ext cx="187569" cy="17975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100" dirty="0">
              <a:latin typeface="+mj-lt"/>
            </a:endParaRPr>
          </a:p>
        </p:txBody>
      </p:sp>
      <p:sp>
        <p:nvSpPr>
          <p:cNvPr id="24" name="Hộp Văn bản 23"/>
          <p:cNvSpPr txBox="1"/>
          <p:nvPr/>
        </p:nvSpPr>
        <p:spPr>
          <a:xfrm>
            <a:off x="773723" y="4416414"/>
            <a:ext cx="1820985" cy="261610"/>
          </a:xfrm>
          <a:prstGeom prst="rect">
            <a:avLst/>
          </a:prstGeom>
          <a:noFill/>
        </p:spPr>
        <p:txBody>
          <a:bodyPr wrap="square" rtlCol="0">
            <a:spAutoFit/>
          </a:bodyPr>
          <a:lstStyle/>
          <a:p>
            <a:r>
              <a:rPr lang="vi-VN" sz="1100" dirty="0">
                <a:latin typeface="+mj-lt"/>
              </a:rPr>
              <a:t>: Ưu Điểm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ctrTitle"/>
          </p:nvPr>
        </p:nvSpPr>
        <p:spPr>
          <a:xfrm>
            <a:off x="715100" y="892450"/>
            <a:ext cx="6194700" cy="2129400"/>
          </a:xfrm>
          <a:prstGeom prst="rect">
            <a:avLst/>
          </a:prstGeom>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vi-VN" sz="5500" dirty="0" err="1">
                <a:latin typeface="Playfair Display" panose="00000500000000000000" pitchFamily="2" charset="0"/>
              </a:rPr>
              <a:t>Thanks</a:t>
            </a:r>
            <a:r>
              <a:rPr lang="en-US" sz="5500" dirty="0">
                <a:latin typeface="Playfair Display" panose="00000500000000000000" pitchFamily="2" charset="0"/>
              </a:rPr>
              <a:t>!</a:t>
            </a:r>
            <a:br>
              <a:rPr lang="en-US" sz="5500" dirty="0">
                <a:latin typeface="Playfair Display" panose="00000500000000000000" pitchFamily="2" charset="0"/>
              </a:rPr>
            </a:br>
            <a:r>
              <a:rPr lang="en-US" sz="5500" dirty="0">
                <a:latin typeface="Playfair Display" panose="00000500000000000000" pitchFamily="2" charset="0"/>
              </a:rPr>
              <a:t>Do you have any questions?</a:t>
            </a:r>
            <a:endParaRPr sz="4500" i="1" dirty="0">
              <a:latin typeface="Playfair Display" panose="00000500000000000000" pitchFamily="2" charset="0"/>
            </a:endParaRPr>
          </a:p>
        </p:txBody>
      </p:sp>
      <p:sp>
        <p:nvSpPr>
          <p:cNvPr id="147" name="Google Shape;147;p26"/>
          <p:cNvSpPr txBox="1">
            <a:spLocks noGrp="1"/>
          </p:cNvSpPr>
          <p:nvPr>
            <p:ph type="subTitle" idx="1"/>
          </p:nvPr>
        </p:nvSpPr>
        <p:spPr>
          <a:xfrm>
            <a:off x="5860875" y="3715500"/>
            <a:ext cx="2568000" cy="5256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GB" dirty="0"/>
              <a:t>Group: 14</a:t>
            </a:r>
            <a:endParaRPr dirty="0"/>
          </a:p>
        </p:txBody>
      </p:sp>
      <p:cxnSp>
        <p:nvCxnSpPr>
          <p:cNvPr id="148" name="Google Shape;148;p26"/>
          <p:cNvCxnSpPr/>
          <p:nvPr/>
        </p:nvCxnSpPr>
        <p:spPr>
          <a:xfrm>
            <a:off x="4974300" y="3492175"/>
            <a:ext cx="3451800" cy="0"/>
          </a:xfrm>
          <a:prstGeom prst="straightConnector1">
            <a:avLst/>
          </a:prstGeom>
          <a:noFill/>
          <a:ln w="9525" cap="flat" cmpd="sng">
            <a:solidFill>
              <a:schemeClr val="dk1"/>
            </a:solidFill>
            <a:prstDash val="solid"/>
            <a:round/>
            <a:headEnd type="none" w="med" len="med"/>
            <a:tailEnd type="stealth"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anim calcmode="lin" valueType="num">
                                      <p:cBhvr>
                                        <p:cTn id="8" dur="1000" fill="hold"/>
                                        <p:tgtEl>
                                          <p:spTgt spid="146"/>
                                        </p:tgtEl>
                                        <p:attrNameLst>
                                          <p:attrName>ppt_x</p:attrName>
                                        </p:attrNameLst>
                                      </p:cBhvr>
                                      <p:tavLst>
                                        <p:tav tm="0">
                                          <p:val>
                                            <p:strVal val="#ppt_x"/>
                                          </p:val>
                                        </p:tav>
                                        <p:tav tm="100000">
                                          <p:val>
                                            <p:strVal val="#ppt_x"/>
                                          </p:val>
                                        </p:tav>
                                      </p:tavLst>
                                    </p:anim>
                                    <p:anim calcmode="lin" valueType="num">
                                      <p:cBhvr>
                                        <p:cTn id="9"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p:bldLst>
  </p:timing>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803</Words>
  <Application>Microsoft Office PowerPoint</Application>
  <PresentationFormat>Trình chiếu Trên màn hình (16:9)</PresentationFormat>
  <Paragraphs>77</Paragraphs>
  <Slides>17</Slides>
  <Notes>12</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17</vt:i4>
      </vt:variant>
    </vt:vector>
  </HeadingPairs>
  <TitlesOfParts>
    <vt:vector size="25" baseType="lpstr">
      <vt:lpstr>Biome Light</vt:lpstr>
      <vt:lpstr>Open Sans</vt:lpstr>
      <vt:lpstr>Blackadder ITC</vt:lpstr>
      <vt:lpstr>Sora</vt:lpstr>
      <vt:lpstr>Times New Roman</vt:lpstr>
      <vt:lpstr>Playfair Display</vt:lpstr>
      <vt:lpstr>Arial</vt:lpstr>
      <vt:lpstr>Software Engineering Business Plan by Slidesgo</vt:lpstr>
      <vt:lpstr>Phân Tích Và Quản Lý Yêu Cầu  by group 14</vt:lpstr>
      <vt:lpstr>Giới Thiệu Thành Viên</vt:lpstr>
      <vt:lpstr>Nội Dung </vt:lpstr>
      <vt:lpstr>Đặc trưng  kỹ thuật</vt:lpstr>
      <vt:lpstr>Bản trình bày PowerPoint</vt:lpstr>
      <vt:lpstr>Các trường hợp áp dụng</vt:lpstr>
      <vt:lpstr>Dùng cho các trường hợp</vt:lpstr>
      <vt:lpstr>Cách Tiến Hành</vt:lpstr>
      <vt:lpstr>Cách tiến hành</vt:lpstr>
      <vt:lpstr>Bản trình bày PowerPoint</vt:lpstr>
      <vt:lpstr>Ưu điểm và nhược điểm của kỹ thuật so với các kỹ thuật khác</vt:lpstr>
      <vt:lpstr>Bản trình bày PowerPoint</vt:lpstr>
      <vt:lpstr>Bản trình bày PowerPoint</vt:lpstr>
      <vt:lpstr>Bản trình bày PowerPoint</vt:lpstr>
      <vt:lpstr>Bản trình bày PowerPoint</vt:lpstr>
      <vt:lpstr>Bản trình bày PowerPoint</vt:lpstr>
      <vt:lpstr>Thanks! Do you have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Nghia Hoang Trong</dc:creator>
  <cp:lastModifiedBy>Minh Nhat</cp:lastModifiedBy>
  <cp:revision>22</cp:revision>
  <dcterms:created xsi:type="dcterms:W3CDTF">2025-01-09T11:08:16Z</dcterms:created>
  <dcterms:modified xsi:type="dcterms:W3CDTF">2025-01-09T11:38:06Z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C5DE2BFB4A5F4B298026EFFE0FA2F965_12</vt:lpwstr>
  </property>
  <property fmtid="{D5CDD505-2E9C-101B-9397-08002B2CF9AE}" pid="3" name="KSOProductBuildVer">
    <vt:lpwstr>1033-12.2.0.19805</vt:lpwstr>
  </property>
</Properties>
</file>