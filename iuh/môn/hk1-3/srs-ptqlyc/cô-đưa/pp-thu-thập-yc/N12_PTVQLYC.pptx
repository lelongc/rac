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30"/>
  </p:notesMasterIdLst>
  <p:sldIdLst>
    <p:sldId id="259" r:id="rId3"/>
    <p:sldId id="261" r:id="rId4"/>
    <p:sldId id="263" r:id="rId5"/>
    <p:sldId id="264" r:id="rId6"/>
    <p:sldId id="265" r:id="rId7"/>
    <p:sldId id="256" r:id="rId8"/>
    <p:sldId id="257" r:id="rId9"/>
    <p:sldId id="266" r:id="rId10"/>
    <p:sldId id="267" r:id="rId11"/>
    <p:sldId id="268" r:id="rId12"/>
    <p:sldId id="269" r:id="rId13"/>
    <p:sldId id="270" r:id="rId14"/>
    <p:sldId id="275" r:id="rId15"/>
    <p:sldId id="271" r:id="rId16"/>
    <p:sldId id="272" r:id="rId17"/>
    <p:sldId id="274" r:id="rId18"/>
    <p:sldId id="273" r:id="rId19"/>
    <p:sldId id="278" r:id="rId20"/>
    <p:sldId id="280" r:id="rId21"/>
    <p:sldId id="281" r:id="rId22"/>
    <p:sldId id="279" r:id="rId23"/>
    <p:sldId id="277" r:id="rId24"/>
    <p:sldId id="282" r:id="rId25"/>
    <p:sldId id="285" r:id="rId26"/>
    <p:sldId id="286" r:id="rId27"/>
    <p:sldId id="287" r:id="rId28"/>
    <p:sldId id="284" r:id="rId29"/>
  </p:sldIdLst>
  <p:sldSz cx="18288000" cy="10287000"/>
  <p:notesSz cx="6858000" cy="9144000"/>
  <p:embeddedFontLst>
    <p:embeddedFont>
      <p:font typeface="Averta Std Black" panose="00000A00000000000000" pitchFamily="50" charset="0"/>
      <p:bold r:id="rId31"/>
      <p:boldItalic r:id="rId32"/>
    </p:embeddedFont>
    <p:embeddedFont>
      <p:font typeface="Averta Std Bold" panose="00000800000000000000" pitchFamily="50" charset="0"/>
      <p:bold r:id="rId33"/>
      <p:boldItalic r:id="rId34"/>
    </p:embeddedFont>
    <p:embeddedFont>
      <p:font typeface="Averta Std Regular" panose="00000500000000000000" pitchFamily="50" charset="0"/>
      <p:regular r:id="rId35"/>
      <p:italic r:id="rId36"/>
    </p:embeddedFont>
    <p:embeddedFont>
      <p:font typeface="Baguet Script" panose="00000500000000000000" pitchFamily="2" charset="0"/>
      <p:regular r:id="rId37"/>
    </p:embeddedFont>
    <p:embeddedFont>
      <p:font typeface="Roboto Bold" panose="02000000000000000000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033" autoAdjust="0"/>
  </p:normalViewPr>
  <p:slideViewPr>
    <p:cSldViewPr>
      <p:cViewPr>
        <p:scale>
          <a:sx n="33" d="100"/>
          <a:sy n="33" d="100"/>
        </p:scale>
        <p:origin x="1397" y="6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54470-30B6-4278-A623-B8B545307F2E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F56D0-C2FC-468B-88F6-4938F58CE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73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F56D0-C2FC-468B-88F6-4938F58CEC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73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F56D0-C2FC-468B-88F6-4938F58CEC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17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F56D0-C2FC-468B-88F6-4938F58CEC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8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F56D0-C2FC-468B-88F6-4938F58CEC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43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F56D0-C2FC-468B-88F6-4938F58CEC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58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447D-4975-C2AA-E73F-B692CD5F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5F3CF-B24A-3435-C1BF-7C882A74B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F35C3-ED50-CFBE-61DE-5359E582C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78A11-8A0C-AC7F-5E6C-7BF5CABD1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F56D0-C2FC-468B-88F6-4938F58CECD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14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F56D0-C2FC-468B-88F6-4938F58CEC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24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BBEE-D684-3FBE-E7D6-1F01417D4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DC9FB-A4EF-3FAB-5F74-5E6A1DD66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4564-E5CB-B858-7B3F-91C952B2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DC0FB-09B2-DFCC-86F0-7A3557DF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26E53-95A3-A159-4E66-3FD072CA0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02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DFDF-AEE3-D0F0-22F9-7C3DA817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6B694-DE9E-1001-744D-DA45DE7D3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9D08C-E909-9CE8-0558-5A9C8B058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DE3A6-0091-52AD-8F99-7B07B4FC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682D3-E46E-2FCD-6BEE-8B7C98B0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6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46B2-987F-B085-B4BD-EE968831C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D3CC3-F306-022E-9153-B0D7B5A0B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1265A-2954-EED1-34AA-3254DBB1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4E311-820F-1A78-4EAB-905D5C2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5B3A8-4F3C-3E6C-E447-E426F529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42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454D-D70D-BDC8-9381-F248CB5F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9186C-A51C-5CB8-E17E-BA7B4A384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5BD64-C703-7FF4-C6BC-BBAB2D799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79104-B900-6C9D-9087-D62629558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DDAD6-CB02-611A-BD6B-53335A730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1DBBD-24FA-0345-A58E-1606B70B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53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79A-66B3-C9F7-266E-946EE6E2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0EEC7-0395-DB4B-83D4-B3DA2C9F5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33C47-0552-7251-5DAF-B9D2DE127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D42A8-6731-7FC2-8ED1-ACBCADD07F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85EB3-A29F-E113-26A8-3CF10BCE3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55DAE-7DCA-F1B4-192B-5CDBF766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9C2AE-EF20-6DED-50CC-BFAD0D2BE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FF7422-FACA-A89C-9774-4D1E7EF5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20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6222-7BDF-DD5D-ACB9-49AAE08F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2F4E5-5563-584F-16F6-694528870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3010B-0E5F-7636-1D3F-BBA2D686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E79BD-35D0-8E20-32C5-530D9C8E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46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D41A7-5C19-7981-E715-88512366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6448A-7B15-8FD4-FDF9-E463B6DF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37BC9-5E2D-C1AD-B8CE-8FECB1934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209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080E-7830-957E-AE61-333B46F9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F69B5-13BE-1079-F770-6BDF5D48C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DA0DB-0859-CBDB-6BAA-DED66049D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CF913-6F72-D3A2-4C9C-79A8087E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E4436-A48B-9E7F-C8C7-D29BCA43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B3701-E1CA-0106-CF3B-3447C1B4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292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EC851-D365-9A79-562F-3FFA5810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F54DD3-F41B-BF10-6F2A-D23A8CABE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7BCD-C4AC-426E-7C30-58E9C69C6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E9591-01E0-F862-8C89-39A97705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B36D8-6703-886D-A91F-E4D1514A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20339-7882-7A82-04B0-19C232AB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78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3E141-65C3-D5B5-1998-287CA1277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7CFB5-2E77-2944-060A-D51DDA519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A1FE7-48F8-DBD7-172A-764A8578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A10EE-92E9-443E-9B9C-585911C1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F2C1D-522D-D3CF-476B-AED01548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15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233EC9-839A-B788-B3B6-0F0A39665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7308E-4CAD-E73C-9719-E3DBAE92C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6CEA7-9073-6616-09D9-6EAFA8BB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7DC32-700C-5559-B6D7-B1917D85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B0A1C-17BD-13C2-2CAB-FA054A01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0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B37533-64F8-29FC-68E5-600FCE6E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4F85F-B432-5226-E0DA-59007B7E7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B4886-DF15-BFD5-DB54-79A2993E6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29FE0-7E7F-4F93-A2E0-48EC09C2958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967B5-AD62-20DD-241E-89B1477C9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0AC98-CAAA-0A32-62FB-B3DA1875D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80E2A-46ED-432B-A936-D4BF68601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4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sv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2.sv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1.jpeg"/><Relationship Id="rId9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10" Type="http://schemas.openxmlformats.org/officeDocument/2006/relationships/image" Target="../media/image6.svg"/><Relationship Id="rId4" Type="http://schemas.openxmlformats.org/officeDocument/2006/relationships/image" Target="../media/image12.svg"/><Relationship Id="rId9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9.svg"/><Relationship Id="rId3" Type="http://schemas.openxmlformats.org/officeDocument/2006/relationships/image" Target="../media/image12.svg"/><Relationship Id="rId7" Type="http://schemas.openxmlformats.org/officeDocument/2006/relationships/image" Target="../media/image2.png"/><Relationship Id="rId12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7.svg"/><Relationship Id="rId5" Type="http://schemas.openxmlformats.org/officeDocument/2006/relationships/image" Target="../media/image3.pn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.jpeg"/><Relationship Id="rId9" Type="http://schemas.openxmlformats.org/officeDocument/2006/relationships/image" Target="../media/image6.svg"/><Relationship Id="rId1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17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spreadsheets/d/1DUF2isFWsqVSYhbaACYtbgcLi_YjDqpE3GLQIVgkKQg/edit#gid=69851113" TargetMode="External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5.png"/><Relationship Id="rId5" Type="http://schemas.openxmlformats.org/officeDocument/2006/relationships/image" Target="../media/image19.svg"/><Relationship Id="rId10" Type="http://schemas.openxmlformats.org/officeDocument/2006/relationships/image" Target="../media/image4.svg"/><Relationship Id="rId4" Type="http://schemas.openxmlformats.org/officeDocument/2006/relationships/image" Target="../media/image18.png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6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4.svg"/><Relationship Id="rId5" Type="http://schemas.openxmlformats.org/officeDocument/2006/relationships/image" Target="../media/image18.png"/><Relationship Id="rId10" Type="http://schemas.openxmlformats.org/officeDocument/2006/relationships/image" Target="../media/image3.png"/><Relationship Id="rId4" Type="http://schemas.openxmlformats.org/officeDocument/2006/relationships/image" Target="../media/image17.svg"/><Relationship Id="rId9" Type="http://schemas.openxmlformats.org/officeDocument/2006/relationships/hyperlink" Target="https://docs.google.com/spreadsheets/d/1DUF2isFWsqVSYhbaACYtbgcLi_YjDqpE3GLQIVgkKQg/edit#gid=69851113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10" Type="http://schemas.openxmlformats.org/officeDocument/2006/relationships/image" Target="../media/image6.svg"/><Relationship Id="rId4" Type="http://schemas.openxmlformats.org/officeDocument/2006/relationships/image" Target="../media/image12.svg"/><Relationship Id="rId9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10" Type="http://schemas.openxmlformats.org/officeDocument/2006/relationships/image" Target="../media/image6.svg"/><Relationship Id="rId4" Type="http://schemas.openxmlformats.org/officeDocument/2006/relationships/image" Target="../media/image11.png"/><Relationship Id="rId9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10" r="-1081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335BEA8-93DA-3682-69DD-01F0F2E4FDCE}"/>
              </a:ext>
            </a:extLst>
          </p:cNvPr>
          <p:cNvSpPr txBox="1"/>
          <p:nvPr/>
        </p:nvSpPr>
        <p:spPr>
          <a:xfrm>
            <a:off x="173376" y="9865661"/>
            <a:ext cx="18114624" cy="501823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25"/>
              </a:lnSpc>
            </a:pP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Phân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Tích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Và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Quản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Lý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Yêu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Cầu</a:t>
            </a:r>
            <a:endParaRPr lang="en-US" sz="13000" spc="447" dirty="0">
              <a:solidFill>
                <a:schemeClr val="bg1"/>
              </a:solidFill>
              <a:latin typeface="Averta Std Black" panose="00000A00000000000000" pitchFamily="50" charset="0"/>
              <a:ea typeface="Impact"/>
              <a:cs typeface="Impact"/>
              <a:sym typeface="Impac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C63A3-F383-2F06-2AC1-5505A40F7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73" y="14442972"/>
            <a:ext cx="2540255" cy="571558"/>
          </a:xfrm>
          <a:prstGeom prst="rect">
            <a:avLst/>
          </a:prstGeom>
        </p:spPr>
      </p:pic>
      <p:sp>
        <p:nvSpPr>
          <p:cNvPr id="6" name="Freeform 3">
            <a:extLst>
              <a:ext uri="{FF2B5EF4-FFF2-40B4-BE49-F238E27FC236}">
                <a16:creationId xmlns:a16="http://schemas.microsoft.com/office/drawing/2014/main" id="{53ADEB77-3160-150C-2A08-ACF06CE808D5}"/>
              </a:ext>
            </a:extLst>
          </p:cNvPr>
          <p:cNvSpPr/>
          <p:nvPr/>
        </p:nvSpPr>
        <p:spPr>
          <a:xfrm>
            <a:off x="8742467" y="9334500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CB2FADEC-337D-CDFC-1F96-E2D518972391}"/>
              </a:ext>
            </a:extLst>
          </p:cNvPr>
          <p:cNvGrpSpPr/>
          <p:nvPr/>
        </p:nvGrpSpPr>
        <p:grpSpPr>
          <a:xfrm>
            <a:off x="8853682" y="9412657"/>
            <a:ext cx="580635" cy="575480"/>
            <a:chOff x="0" y="0"/>
            <a:chExt cx="774180" cy="76730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511A5AE-E2DA-DE3D-1496-0115F2132A28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1318EB4-639E-7097-7813-291D1088DA84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D62481D-B56E-85D2-2D88-B63C223ADE54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F321AC9-66E3-2648-8AF9-96DA416C2F7E}"/>
              </a:ext>
            </a:extLst>
          </p:cNvPr>
          <p:cNvSpPr txBox="1"/>
          <p:nvPr/>
        </p:nvSpPr>
        <p:spPr>
          <a:xfrm>
            <a:off x="7880466" y="15144063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Nhóm</a:t>
            </a:r>
            <a:r>
              <a:rPr lang="en-US" sz="4800" dirty="0">
                <a:solidFill>
                  <a:schemeClr val="bg1"/>
                </a:solidFill>
              </a:rPr>
              <a:t>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E45A-2DE0-3F59-7D8D-709C4D1FB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281E3E-FF1B-09BD-3A4A-936AF04F3AE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10" r="-1081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D5D978F-E877-9E22-270D-3A4B744E7D07}"/>
              </a:ext>
            </a:extLst>
          </p:cNvPr>
          <p:cNvSpPr txBox="1"/>
          <p:nvPr/>
        </p:nvSpPr>
        <p:spPr>
          <a:xfrm>
            <a:off x="173376" y="2618289"/>
            <a:ext cx="18114624" cy="501823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25"/>
              </a:lnSpc>
            </a:pP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Phân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Tích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Và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Quản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Lý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Yêu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Cầu</a:t>
            </a:r>
            <a:endParaRPr lang="en-US" sz="13000" spc="447" dirty="0">
              <a:solidFill>
                <a:schemeClr val="bg1"/>
              </a:solidFill>
              <a:latin typeface="Averta Std Black" panose="00000A00000000000000" pitchFamily="50" charset="0"/>
              <a:ea typeface="Impact"/>
              <a:cs typeface="Impact"/>
              <a:sym typeface="Impact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98D58DDD-2239-48BB-A4D1-A0B9A2994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73" y="7195600"/>
            <a:ext cx="2540255" cy="571558"/>
          </a:xfrm>
          <a:prstGeom prst="rect">
            <a:avLst/>
          </a:prstGeom>
        </p:spPr>
      </p:pic>
      <p:sp>
        <p:nvSpPr>
          <p:cNvPr id="20" name="Freeform 3">
            <a:extLst>
              <a:ext uri="{FF2B5EF4-FFF2-40B4-BE49-F238E27FC236}">
                <a16:creationId xmlns:a16="http://schemas.microsoft.com/office/drawing/2014/main" id="{07877135-91D3-35DD-1F3E-0A724997B730}"/>
              </a:ext>
            </a:extLst>
          </p:cNvPr>
          <p:cNvSpPr/>
          <p:nvPr/>
        </p:nvSpPr>
        <p:spPr>
          <a:xfrm>
            <a:off x="8742467" y="2087128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7">
            <a:extLst>
              <a:ext uri="{FF2B5EF4-FFF2-40B4-BE49-F238E27FC236}">
                <a16:creationId xmlns:a16="http://schemas.microsoft.com/office/drawing/2014/main" id="{05CB7FC2-BE7D-C86B-2E9D-A39F1EFCAE5C}"/>
              </a:ext>
            </a:extLst>
          </p:cNvPr>
          <p:cNvGrpSpPr/>
          <p:nvPr/>
        </p:nvGrpSpPr>
        <p:grpSpPr>
          <a:xfrm>
            <a:off x="8853682" y="2165285"/>
            <a:ext cx="580635" cy="575480"/>
            <a:chOff x="0" y="0"/>
            <a:chExt cx="774180" cy="767307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417F6651-1ADE-4E8A-3CE2-98650A757926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16B6880B-F6E1-BA8D-FBD3-4D5D147AEC2B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771C39FA-8547-EF1A-BBE9-29087AD6593A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D257349-A1FD-0636-BAEB-11A9B17EE0B8}"/>
              </a:ext>
            </a:extLst>
          </p:cNvPr>
          <p:cNvSpPr txBox="1"/>
          <p:nvPr/>
        </p:nvSpPr>
        <p:spPr>
          <a:xfrm>
            <a:off x="7880466" y="7896691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Nhóm</a:t>
            </a:r>
            <a:r>
              <a:rPr lang="en-US" sz="4800" dirty="0">
                <a:solidFill>
                  <a:schemeClr val="bg1"/>
                </a:solidFill>
              </a:rPr>
              <a:t> 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A3D97-1E13-FA21-A277-4973978CDA86}"/>
              </a:ext>
            </a:extLst>
          </p:cNvPr>
          <p:cNvSpPr txBox="1"/>
          <p:nvPr/>
        </p:nvSpPr>
        <p:spPr>
          <a:xfrm>
            <a:off x="189418" y="11364792"/>
            <a:ext cx="18114624" cy="238930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25"/>
              </a:lnSpc>
            </a:pP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Nội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Dung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Chính</a:t>
            </a:r>
            <a:endParaRPr lang="en-US" sz="13000" spc="447" dirty="0">
              <a:solidFill>
                <a:schemeClr val="bg1"/>
              </a:solidFill>
              <a:latin typeface="Averta Std Black" panose="00000A00000000000000" pitchFamily="50" charset="0"/>
              <a:ea typeface="Impact"/>
              <a:cs typeface="Impact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4000224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FBC01-3B2B-4B3C-C2F8-CB5331CD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8BFF40-4418-D3D8-08AE-53D3498E2F4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10" r="-1081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4CE00A4-1BD2-31E4-D7CA-D2B8C31500D7}"/>
              </a:ext>
            </a:extLst>
          </p:cNvPr>
          <p:cNvSpPr txBox="1"/>
          <p:nvPr/>
        </p:nvSpPr>
        <p:spPr>
          <a:xfrm>
            <a:off x="189418" y="3543300"/>
            <a:ext cx="18114624" cy="238930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25"/>
              </a:lnSpc>
            </a:pP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Nội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Dung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Chính</a:t>
            </a:r>
            <a:endParaRPr lang="en-US" sz="13000" spc="447" dirty="0">
              <a:solidFill>
                <a:schemeClr val="bg1"/>
              </a:solidFill>
              <a:latin typeface="Averta Std Black" panose="00000A00000000000000" pitchFamily="50" charset="0"/>
              <a:ea typeface="Impact"/>
              <a:cs typeface="Impact"/>
              <a:sym typeface="Impac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452D58-2269-BC28-FAAE-783B0CC5D9C1}"/>
              </a:ext>
            </a:extLst>
          </p:cNvPr>
          <p:cNvSpPr txBox="1"/>
          <p:nvPr/>
        </p:nvSpPr>
        <p:spPr>
          <a:xfrm>
            <a:off x="7497161" y="20861725"/>
            <a:ext cx="59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>
                <a:solidFill>
                  <a:srgbClr val="FFFF00"/>
                </a:solidFill>
                <a:latin typeface="Baguet Script" panose="020F0502020204030204" pitchFamily="2" charset="0"/>
              </a:rPr>
              <a:t>Nhóm</a:t>
            </a:r>
            <a:r>
              <a:rPr lang="en-US" sz="7200" dirty="0">
                <a:solidFill>
                  <a:srgbClr val="FFFF00"/>
                </a:solidFill>
                <a:latin typeface="Baguet Script" panose="020F0502020204030204" pitchFamily="2" charset="0"/>
              </a:rPr>
              <a:t> 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13511B-4174-7B39-918E-F9367E7C0EBA}"/>
              </a:ext>
            </a:extLst>
          </p:cNvPr>
          <p:cNvSpPr/>
          <p:nvPr/>
        </p:nvSpPr>
        <p:spPr>
          <a:xfrm>
            <a:off x="-408200" y="10361147"/>
            <a:ext cx="4680000" cy="10287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E79E5D-6483-13F4-9E8A-1393B313C4CB}"/>
              </a:ext>
            </a:extLst>
          </p:cNvPr>
          <p:cNvSpPr/>
          <p:nvPr/>
        </p:nvSpPr>
        <p:spPr>
          <a:xfrm>
            <a:off x="4252750" y="12206804"/>
            <a:ext cx="4680000" cy="103204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F78D39-C9AF-F891-F2E1-E485744D24BE}"/>
              </a:ext>
            </a:extLst>
          </p:cNvPr>
          <p:cNvSpPr/>
          <p:nvPr/>
        </p:nvSpPr>
        <p:spPr>
          <a:xfrm>
            <a:off x="8862330" y="13813885"/>
            <a:ext cx="4731370" cy="103204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09A1AB-3D67-67BA-D211-CB80B4E5C430}"/>
              </a:ext>
            </a:extLst>
          </p:cNvPr>
          <p:cNvSpPr/>
          <p:nvPr/>
        </p:nvSpPr>
        <p:spPr>
          <a:xfrm>
            <a:off x="13556630" y="15808451"/>
            <a:ext cx="4731370" cy="103602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43C1D8-7BB8-4806-BEF3-85A6089BD6D9}"/>
              </a:ext>
            </a:extLst>
          </p:cNvPr>
          <p:cNvSpPr/>
          <p:nvPr/>
        </p:nvSpPr>
        <p:spPr>
          <a:xfrm>
            <a:off x="636400" y="12206804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1</a:t>
            </a:r>
            <a:endParaRPr lang="en-US" sz="7200" dirty="0">
              <a:latin typeface="Averta Std Black" panose="00000A00000000000000" pitchFamily="50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07AE415-2C8F-2848-C92E-7A591F23AE3B}"/>
              </a:ext>
            </a:extLst>
          </p:cNvPr>
          <p:cNvSpPr/>
          <p:nvPr/>
        </p:nvSpPr>
        <p:spPr>
          <a:xfrm>
            <a:off x="5238003" y="14073145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8C5534-C565-AD7E-30C0-0E71BC1E9B72}"/>
              </a:ext>
            </a:extLst>
          </p:cNvPr>
          <p:cNvSpPr/>
          <p:nvPr/>
        </p:nvSpPr>
        <p:spPr>
          <a:xfrm>
            <a:off x="10028550" y="15698397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42FCDD5-4A35-5EAD-D94D-C8FEEE76E7B6}"/>
              </a:ext>
            </a:extLst>
          </p:cNvPr>
          <p:cNvSpPr/>
          <p:nvPr/>
        </p:nvSpPr>
        <p:spPr>
          <a:xfrm>
            <a:off x="14821025" y="17709205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92DF66-0A54-FBFA-3450-B6A10FF770D8}"/>
              </a:ext>
            </a:extLst>
          </p:cNvPr>
          <p:cNvSpPr txBox="1"/>
          <p:nvPr/>
        </p:nvSpPr>
        <p:spPr>
          <a:xfrm>
            <a:off x="195527" y="15673765"/>
            <a:ext cx="4679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Đặc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trưng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</a:p>
          <a:p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Questionnaires</a:t>
            </a:r>
            <a:endParaRPr lang="en-US" sz="4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F11235-78C8-E583-B05B-F41CBEB55635}"/>
              </a:ext>
            </a:extLst>
          </p:cNvPr>
          <p:cNvSpPr txBox="1"/>
          <p:nvPr/>
        </p:nvSpPr>
        <p:spPr>
          <a:xfrm>
            <a:off x="4537453" y="17366808"/>
            <a:ext cx="4123853" cy="4058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dùng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trường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nào</a:t>
            </a:r>
            <a:endParaRPr lang="en-US" sz="40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45D84C-6EF9-3021-EFC8-B2A1A541CC8C}"/>
              </a:ext>
            </a:extLst>
          </p:cNvPr>
          <p:cNvSpPr txBox="1"/>
          <p:nvPr/>
        </p:nvSpPr>
        <p:spPr>
          <a:xfrm>
            <a:off x="9825306" y="19447437"/>
            <a:ext cx="3124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44" dirty="0" err="1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Cách</a:t>
            </a:r>
            <a:r>
              <a:rPr lang="en-US" sz="4000" b="1" spc="44" dirty="0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 </a:t>
            </a:r>
            <a:r>
              <a:rPr lang="en-US" sz="4000" b="1" spc="44" dirty="0" err="1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tiến</a:t>
            </a:r>
            <a:r>
              <a:rPr lang="en-US" sz="4000" b="1" spc="44" dirty="0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 </a:t>
            </a:r>
            <a:r>
              <a:rPr lang="en-US" sz="4000" b="1" spc="44" dirty="0" err="1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hành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7A02F3-59FC-BCE0-26FE-2F46F5853946}"/>
              </a:ext>
            </a:extLst>
          </p:cNvPr>
          <p:cNvSpPr txBox="1"/>
          <p:nvPr/>
        </p:nvSpPr>
        <p:spPr>
          <a:xfrm>
            <a:off x="14385900" y="21007048"/>
            <a:ext cx="3124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Đánh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giá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ưu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điểm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và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nhược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điểm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so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với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các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kỹ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thuật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khác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3DB8DE7-725E-BB4F-47D6-8AF91BB07DEE}"/>
              </a:ext>
            </a:extLst>
          </p:cNvPr>
          <p:cNvSpPr txBox="1"/>
          <p:nvPr/>
        </p:nvSpPr>
        <p:spPr>
          <a:xfrm>
            <a:off x="173376" y="-6822139"/>
            <a:ext cx="18114624" cy="501823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25"/>
              </a:lnSpc>
            </a:pP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Phân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Tích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Và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Quản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Lý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Yêu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Cầu</a:t>
            </a:r>
            <a:endParaRPr lang="en-US" sz="13000" spc="447" dirty="0">
              <a:solidFill>
                <a:schemeClr val="bg1"/>
              </a:solidFill>
              <a:latin typeface="Averta Std Black" panose="00000A00000000000000" pitchFamily="50" charset="0"/>
              <a:ea typeface="Impact"/>
              <a:cs typeface="Impact"/>
              <a:sym typeface="Impac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BC4ED-0D16-E5AB-4081-429FB2380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873" y="-2244828"/>
            <a:ext cx="2540255" cy="571558"/>
          </a:xfrm>
          <a:prstGeom prst="rect">
            <a:avLst/>
          </a:prstGeom>
        </p:spPr>
      </p:pic>
      <p:sp>
        <p:nvSpPr>
          <p:cNvPr id="6" name="Freeform 3">
            <a:extLst>
              <a:ext uri="{FF2B5EF4-FFF2-40B4-BE49-F238E27FC236}">
                <a16:creationId xmlns:a16="http://schemas.microsoft.com/office/drawing/2014/main" id="{21DCBEB2-91DB-C05D-EFC5-B76BE30C6768}"/>
              </a:ext>
            </a:extLst>
          </p:cNvPr>
          <p:cNvSpPr/>
          <p:nvPr/>
        </p:nvSpPr>
        <p:spPr>
          <a:xfrm>
            <a:off x="8742467" y="-7353300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E4F586B-5F83-86C7-8476-DFEFF0A1E47D}"/>
              </a:ext>
            </a:extLst>
          </p:cNvPr>
          <p:cNvGrpSpPr/>
          <p:nvPr/>
        </p:nvGrpSpPr>
        <p:grpSpPr>
          <a:xfrm>
            <a:off x="8853682" y="-7275143"/>
            <a:ext cx="580635" cy="575480"/>
            <a:chOff x="0" y="0"/>
            <a:chExt cx="774180" cy="76730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3097AF6-C96E-9C78-E72C-E269487B1C77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3644DD4-7F70-9E1B-F1DB-50AF956DEEDA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486505B-0553-DFD7-0ACB-67CB2827CECF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D94DCD8-1E35-3DCA-0C30-F022F26D3270}"/>
              </a:ext>
            </a:extLst>
          </p:cNvPr>
          <p:cNvSpPr txBox="1"/>
          <p:nvPr/>
        </p:nvSpPr>
        <p:spPr>
          <a:xfrm>
            <a:off x="7880466" y="-1543737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Nhóm</a:t>
            </a:r>
            <a:r>
              <a:rPr lang="en-US" sz="4800" dirty="0">
                <a:solidFill>
                  <a:schemeClr val="bg1"/>
                </a:solidFill>
              </a:rPr>
              <a:t> 12</a:t>
            </a:r>
          </a:p>
        </p:txBody>
      </p:sp>
    </p:spTree>
    <p:extLst>
      <p:ext uri="{BB962C8B-B14F-4D97-AF65-F5344CB8AC3E}">
        <p14:creationId xmlns:p14="http://schemas.microsoft.com/office/powerpoint/2010/main" val="2440594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CAEE-158F-9FC4-72E0-13AA6A4A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4">
            <a:extLst>
              <a:ext uri="{FF2B5EF4-FFF2-40B4-BE49-F238E27FC236}">
                <a16:creationId xmlns:a16="http://schemas.microsoft.com/office/drawing/2014/main" id="{C098598F-2D03-416A-1AB8-743CDB22D28F}"/>
              </a:ext>
            </a:extLst>
          </p:cNvPr>
          <p:cNvSpPr txBox="1"/>
          <p:nvPr/>
        </p:nvSpPr>
        <p:spPr>
          <a:xfrm>
            <a:off x="126177" y="-3570234"/>
            <a:ext cx="18114624" cy="238930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25"/>
              </a:lnSpc>
            </a:pP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Nội</a:t>
            </a:r>
            <a:r>
              <a:rPr lang="en-US" sz="13000" spc="447" dirty="0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 Dung </a:t>
            </a:r>
            <a:r>
              <a:rPr lang="en-US" sz="13000" spc="447" dirty="0" err="1">
                <a:solidFill>
                  <a:schemeClr val="bg1"/>
                </a:solidFill>
                <a:latin typeface="Averta Std Black" panose="00000A00000000000000" pitchFamily="50" charset="0"/>
                <a:ea typeface="Impact"/>
                <a:cs typeface="Impact"/>
                <a:sym typeface="Impact"/>
              </a:rPr>
              <a:t>Chính</a:t>
            </a:r>
            <a:endParaRPr lang="en-US" sz="13000" spc="447" dirty="0">
              <a:solidFill>
                <a:schemeClr val="bg1"/>
              </a:solidFill>
              <a:latin typeface="Averta Std Black" panose="00000A00000000000000" pitchFamily="50" charset="0"/>
              <a:ea typeface="Impact"/>
              <a:cs typeface="Impact"/>
              <a:sym typeface="Impac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9DC43-EC73-3D20-2238-9CD5D4B09B76}"/>
              </a:ext>
            </a:extLst>
          </p:cNvPr>
          <p:cNvSpPr txBox="1"/>
          <p:nvPr/>
        </p:nvSpPr>
        <p:spPr>
          <a:xfrm>
            <a:off x="7894320" y="7022048"/>
            <a:ext cx="59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>
                <a:solidFill>
                  <a:srgbClr val="FFFF00"/>
                </a:solidFill>
                <a:latin typeface="Baguet Script" panose="020F0502020204030204" pitchFamily="2" charset="0"/>
              </a:rPr>
              <a:t>Nhóm</a:t>
            </a:r>
            <a:r>
              <a:rPr lang="en-US" sz="7200" dirty="0">
                <a:solidFill>
                  <a:srgbClr val="FFFF00"/>
                </a:solidFill>
                <a:latin typeface="Baguet Script" panose="020F0502020204030204" pitchFamily="2" charset="0"/>
              </a:rPr>
              <a:t> 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F7711F-F1E5-DAC8-1E74-7BF89C6EED43}"/>
              </a:ext>
            </a:extLst>
          </p:cNvPr>
          <p:cNvSpPr/>
          <p:nvPr/>
        </p:nvSpPr>
        <p:spPr>
          <a:xfrm>
            <a:off x="-30480" y="7620"/>
            <a:ext cx="4680000" cy="10287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2F10B4-3AD9-D6FE-4B39-D0EA995CD79B}"/>
              </a:ext>
            </a:extLst>
          </p:cNvPr>
          <p:cNvSpPr/>
          <p:nvPr/>
        </p:nvSpPr>
        <p:spPr>
          <a:xfrm>
            <a:off x="4619956" y="-7621"/>
            <a:ext cx="4680000" cy="103204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96D849-E857-FFBB-E232-2664D28346BE}"/>
              </a:ext>
            </a:extLst>
          </p:cNvPr>
          <p:cNvSpPr/>
          <p:nvPr/>
        </p:nvSpPr>
        <p:spPr>
          <a:xfrm>
            <a:off x="9259489" y="-25792"/>
            <a:ext cx="4731370" cy="103204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9025F0-0024-EC3C-2E5B-0304C64B3425}"/>
              </a:ext>
            </a:extLst>
          </p:cNvPr>
          <p:cNvSpPr/>
          <p:nvPr/>
        </p:nvSpPr>
        <p:spPr>
          <a:xfrm>
            <a:off x="13950392" y="-47477"/>
            <a:ext cx="4731370" cy="103602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557752-B76D-182D-BEA5-6C45BE6E3DC8}"/>
              </a:ext>
            </a:extLst>
          </p:cNvPr>
          <p:cNvSpPr/>
          <p:nvPr/>
        </p:nvSpPr>
        <p:spPr>
          <a:xfrm>
            <a:off x="1014120" y="1853277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1</a:t>
            </a:r>
            <a:endParaRPr lang="en-US" sz="7200" dirty="0">
              <a:latin typeface="Averta Std Black" panose="00000A00000000000000" pitchFamily="50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3C0279F-DE8B-4796-DFB7-586197DD7A64}"/>
              </a:ext>
            </a:extLst>
          </p:cNvPr>
          <p:cNvSpPr/>
          <p:nvPr/>
        </p:nvSpPr>
        <p:spPr>
          <a:xfrm>
            <a:off x="5605209" y="1858720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784F273-DBB3-7FCB-2969-D6D2CF51ACEE}"/>
              </a:ext>
            </a:extLst>
          </p:cNvPr>
          <p:cNvSpPr/>
          <p:nvPr/>
        </p:nvSpPr>
        <p:spPr>
          <a:xfrm>
            <a:off x="10425709" y="1858720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D10453-38C5-FF4A-9F59-297CAB03B6FD}"/>
              </a:ext>
            </a:extLst>
          </p:cNvPr>
          <p:cNvSpPr/>
          <p:nvPr/>
        </p:nvSpPr>
        <p:spPr>
          <a:xfrm>
            <a:off x="15214787" y="1853277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6FA9E3-9BC0-6920-B091-2A03EC0B2010}"/>
              </a:ext>
            </a:extLst>
          </p:cNvPr>
          <p:cNvSpPr txBox="1"/>
          <p:nvPr/>
        </p:nvSpPr>
        <p:spPr>
          <a:xfrm>
            <a:off x="573247" y="5320238"/>
            <a:ext cx="4679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Đặc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trưng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</a:p>
          <a:p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Questionnaires</a:t>
            </a:r>
            <a:endParaRPr lang="en-US" sz="4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5F5E42-BBC8-DD2A-7FA1-FC46C3F2881D}"/>
              </a:ext>
            </a:extLst>
          </p:cNvPr>
          <p:cNvSpPr txBox="1"/>
          <p:nvPr/>
        </p:nvSpPr>
        <p:spPr>
          <a:xfrm>
            <a:off x="4904659" y="5152383"/>
            <a:ext cx="4123853" cy="4058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dùng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trường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nào</a:t>
            </a:r>
            <a:endParaRPr lang="en-US" sz="40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A2C51E-2EB5-4DBE-F3C0-D7A32C465CCE}"/>
              </a:ext>
            </a:extLst>
          </p:cNvPr>
          <p:cNvSpPr txBox="1"/>
          <p:nvPr/>
        </p:nvSpPr>
        <p:spPr>
          <a:xfrm>
            <a:off x="10222465" y="5607760"/>
            <a:ext cx="3124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44" dirty="0" err="1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Cách</a:t>
            </a:r>
            <a:r>
              <a:rPr lang="en-US" sz="4000" b="1" spc="44" dirty="0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 </a:t>
            </a:r>
            <a:r>
              <a:rPr lang="en-US" sz="4000" b="1" spc="44" dirty="0" err="1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tiến</a:t>
            </a:r>
            <a:r>
              <a:rPr lang="en-US" sz="4000" b="1" spc="44" dirty="0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 </a:t>
            </a:r>
            <a:r>
              <a:rPr lang="en-US" sz="4000" b="1" spc="44" dirty="0" err="1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hành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E46778-FA56-5CBD-B911-DF155235402D}"/>
              </a:ext>
            </a:extLst>
          </p:cNvPr>
          <p:cNvSpPr txBox="1"/>
          <p:nvPr/>
        </p:nvSpPr>
        <p:spPr>
          <a:xfrm>
            <a:off x="14779662" y="5151120"/>
            <a:ext cx="3124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Đánh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giá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ưu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điểm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và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nhược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điểm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so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với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các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kỹ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thuật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khác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783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9113C-F61C-4FC1-8A63-EADECA86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1">
            <a:extLst>
              <a:ext uri="{FF2B5EF4-FFF2-40B4-BE49-F238E27FC236}">
                <a16:creationId xmlns:a16="http://schemas.microsoft.com/office/drawing/2014/main" id="{58C74287-CA1E-A71A-5BD4-1261598DA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300" y="759277"/>
            <a:ext cx="15263445" cy="11518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effectLst/>
              </a:rPr>
              <a:t>DANH SÁCH THÀNH VIÊN NHÓM: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3930D2-D207-21CF-DB8F-4DE50D159B24}"/>
              </a:ext>
            </a:extLst>
          </p:cNvPr>
          <p:cNvSpPr txBox="1"/>
          <p:nvPr/>
        </p:nvSpPr>
        <p:spPr>
          <a:xfrm>
            <a:off x="7830201" y="-7429599"/>
            <a:ext cx="59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200">
                <a:solidFill>
                  <a:srgbClr val="FFFF00"/>
                </a:solidFill>
                <a:latin typeface="Baguet Script" panose="020F0502020204030204" pitchFamily="2" charset="0"/>
              </a:rPr>
              <a:t>Nhóm 12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F086A4-0D1B-0536-090D-3A0C4AC75A5B}"/>
              </a:ext>
            </a:extLst>
          </p:cNvPr>
          <p:cNvSpPr/>
          <p:nvPr/>
        </p:nvSpPr>
        <p:spPr>
          <a:xfrm>
            <a:off x="-186436" y="-10305170"/>
            <a:ext cx="4680000" cy="10287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10B58D-1C0F-47EE-6F3A-5F77589EC499}"/>
              </a:ext>
            </a:extLst>
          </p:cNvPr>
          <p:cNvSpPr/>
          <p:nvPr/>
        </p:nvSpPr>
        <p:spPr>
          <a:xfrm>
            <a:off x="4504467" y="-12592929"/>
            <a:ext cx="4680000" cy="103204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041BE5-E2B4-7D25-A361-51132771BB2C}"/>
              </a:ext>
            </a:extLst>
          </p:cNvPr>
          <p:cNvSpPr/>
          <p:nvPr/>
        </p:nvSpPr>
        <p:spPr>
          <a:xfrm>
            <a:off x="9195370" y="-14477439"/>
            <a:ext cx="4731370" cy="103204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5C2DA6-08A8-B323-C359-7DF72B0E3F6F}"/>
              </a:ext>
            </a:extLst>
          </p:cNvPr>
          <p:cNvSpPr/>
          <p:nvPr/>
        </p:nvSpPr>
        <p:spPr>
          <a:xfrm>
            <a:off x="13925826" y="-16589537"/>
            <a:ext cx="4731370" cy="103602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9AF2186-A3B1-D089-9685-393832EB354A}"/>
              </a:ext>
            </a:extLst>
          </p:cNvPr>
          <p:cNvSpPr/>
          <p:nvPr/>
        </p:nvSpPr>
        <p:spPr>
          <a:xfrm>
            <a:off x="858164" y="-8459513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1</a:t>
            </a:r>
            <a:endParaRPr lang="en-US" sz="7200" dirty="0">
              <a:latin typeface="Averta Std Black" panose="00000A00000000000000" pitchFamily="50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A5B3513-770F-1690-D60B-DC9F25E8219B}"/>
              </a:ext>
            </a:extLst>
          </p:cNvPr>
          <p:cNvSpPr/>
          <p:nvPr/>
        </p:nvSpPr>
        <p:spPr>
          <a:xfrm>
            <a:off x="5489720" y="-10726588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2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EBCF456-70F4-E9BA-9F8F-AF8AAA5D0895}"/>
              </a:ext>
            </a:extLst>
          </p:cNvPr>
          <p:cNvSpPr/>
          <p:nvPr/>
        </p:nvSpPr>
        <p:spPr>
          <a:xfrm>
            <a:off x="10361590" y="-12592927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3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BBE605D-0B78-7FDD-CF27-7E7113783866}"/>
              </a:ext>
            </a:extLst>
          </p:cNvPr>
          <p:cNvSpPr/>
          <p:nvPr/>
        </p:nvSpPr>
        <p:spPr>
          <a:xfrm>
            <a:off x="15190221" y="-14688783"/>
            <a:ext cx="2590800" cy="2590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7200" dirty="0">
                <a:solidFill>
                  <a:schemeClr val="tx1"/>
                </a:solidFill>
                <a:latin typeface="Averta Std Black" panose="00000A00000000000000" pitchFamily="50" charset="0"/>
              </a:rPr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88CB43-788F-F1B1-60E2-040F86463E6B}"/>
              </a:ext>
            </a:extLst>
          </p:cNvPr>
          <p:cNvSpPr txBox="1"/>
          <p:nvPr/>
        </p:nvSpPr>
        <p:spPr>
          <a:xfrm>
            <a:off x="417291" y="-4992552"/>
            <a:ext cx="467999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Đặc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trưng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44" dirty="0" err="1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4000" b="1" spc="44" dirty="0"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Questionnaires</a:t>
            </a:r>
            <a:endParaRPr lang="en-US" sz="4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C0646F-1F5D-3E19-9C9A-39BE940258AA}"/>
              </a:ext>
            </a:extLst>
          </p:cNvPr>
          <p:cNvSpPr txBox="1"/>
          <p:nvPr/>
        </p:nvSpPr>
        <p:spPr>
          <a:xfrm>
            <a:off x="4789170" y="-7432925"/>
            <a:ext cx="4123853" cy="4058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264"/>
              </a:lnSpc>
              <a:spcAft>
                <a:spcPts val="600"/>
              </a:spcAft>
            </a:pP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dùng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trường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40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nào</a:t>
            </a:r>
            <a:endParaRPr lang="en-US" sz="40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79B3D3-94BE-C237-8D0B-F17766E33D83}"/>
              </a:ext>
            </a:extLst>
          </p:cNvPr>
          <p:cNvSpPr txBox="1"/>
          <p:nvPr/>
        </p:nvSpPr>
        <p:spPr>
          <a:xfrm>
            <a:off x="10158346" y="-8843887"/>
            <a:ext cx="3124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4000" b="1" spc="44" dirty="0" err="1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Cách</a:t>
            </a:r>
            <a:r>
              <a:rPr lang="en-US" sz="4000" b="1" spc="44" dirty="0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 </a:t>
            </a:r>
            <a:r>
              <a:rPr lang="en-US" sz="4000" b="1" spc="44" dirty="0" err="1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tiến</a:t>
            </a:r>
            <a:r>
              <a:rPr lang="en-US" sz="4000" b="1" spc="44" dirty="0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 </a:t>
            </a:r>
            <a:r>
              <a:rPr lang="en-US" sz="4000" b="1" spc="44" dirty="0" err="1">
                <a:solidFill>
                  <a:schemeClr val="bg1"/>
                </a:solidFill>
                <a:latin typeface="Averta Std Regular" panose="00000500000000000000" pitchFamily="50" charset="0"/>
                <a:ea typeface="Roboto Bold"/>
                <a:sym typeface="Roboto Bold"/>
              </a:rPr>
              <a:t>hành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12BDB7-31CB-923D-BAC3-4E8848EBD54C}"/>
              </a:ext>
            </a:extLst>
          </p:cNvPr>
          <p:cNvSpPr txBox="1"/>
          <p:nvPr/>
        </p:nvSpPr>
        <p:spPr>
          <a:xfrm>
            <a:off x="14755096" y="-11390940"/>
            <a:ext cx="3124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Đánh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giá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ưu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điểm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và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nhược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điểm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so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với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các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kỹ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thuật</a:t>
            </a:r>
            <a:r>
              <a:rPr lang="en-US" sz="4000" b="1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khác</a:t>
            </a:r>
            <a:endParaRPr lang="en-US" sz="4000" dirty="0">
              <a:solidFill>
                <a:schemeClr val="bg1"/>
              </a:solidFill>
            </a:endParaRP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1E505A85-F628-6C2F-D201-77792032B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880795"/>
              </p:ext>
            </p:extLst>
          </p:nvPr>
        </p:nvGraphicFramePr>
        <p:xfrm>
          <a:off x="1003870" y="2231488"/>
          <a:ext cx="16382999" cy="693193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701302">
                  <a:extLst>
                    <a:ext uri="{9D8B030D-6E8A-4147-A177-3AD203B41FA5}">
                      <a16:colId xmlns:a16="http://schemas.microsoft.com/office/drawing/2014/main" val="377090287"/>
                    </a:ext>
                  </a:extLst>
                </a:gridCol>
                <a:gridCol w="3008110">
                  <a:extLst>
                    <a:ext uri="{9D8B030D-6E8A-4147-A177-3AD203B41FA5}">
                      <a16:colId xmlns:a16="http://schemas.microsoft.com/office/drawing/2014/main" val="2377457477"/>
                    </a:ext>
                  </a:extLst>
                </a:gridCol>
                <a:gridCol w="3812168">
                  <a:extLst>
                    <a:ext uri="{9D8B030D-6E8A-4147-A177-3AD203B41FA5}">
                      <a16:colId xmlns:a16="http://schemas.microsoft.com/office/drawing/2014/main" val="1457287518"/>
                    </a:ext>
                  </a:extLst>
                </a:gridCol>
                <a:gridCol w="3683541">
                  <a:extLst>
                    <a:ext uri="{9D8B030D-6E8A-4147-A177-3AD203B41FA5}">
                      <a16:colId xmlns:a16="http://schemas.microsoft.com/office/drawing/2014/main" val="282113588"/>
                    </a:ext>
                  </a:extLst>
                </a:gridCol>
                <a:gridCol w="4177878">
                  <a:extLst>
                    <a:ext uri="{9D8B030D-6E8A-4147-A177-3AD203B41FA5}">
                      <a16:colId xmlns:a16="http://schemas.microsoft.com/office/drawing/2014/main" val="491861501"/>
                    </a:ext>
                  </a:extLst>
                </a:gridCol>
              </a:tblGrid>
              <a:tr h="5886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STT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MSSV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Họ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Tên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Lớp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Công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việc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99767508"/>
                  </a:ext>
                </a:extLst>
              </a:tr>
              <a:tr h="16303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28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23637641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Đinh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Huỳnh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Quốc</a:t>
                      </a:r>
                      <a:r>
                        <a:rPr lang="en-US" sz="3600" b="1" kern="100" dirty="0">
                          <a:effectLst/>
                        </a:rPr>
                        <a:t> Khánh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DHHTTT19A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Chỉnh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bản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dịch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và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tổng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hợp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nội</a:t>
                      </a:r>
                      <a:r>
                        <a:rPr lang="en-US" sz="3600" b="1" kern="100" dirty="0">
                          <a:effectLst/>
                        </a:rPr>
                        <a:t> dung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3096821894"/>
                  </a:ext>
                </a:extLst>
              </a:tr>
              <a:tr h="11094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30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23631191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Trần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Quốc</a:t>
                      </a:r>
                      <a:r>
                        <a:rPr lang="en-US" sz="3600" b="1" kern="100" dirty="0">
                          <a:effectLst/>
                        </a:rPr>
                        <a:t> Khánh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DHHTTT19A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Dịch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và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tìm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tài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liệu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1377329052"/>
                  </a:ext>
                </a:extLst>
              </a:tr>
              <a:tr h="11094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33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23635951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Nguyễn Tuấn Kiệt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DHHTTT19A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Dịch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và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tìm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tài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liệu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2827559995"/>
                  </a:ext>
                </a:extLst>
              </a:tr>
              <a:tr h="11094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37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23635401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Nguyễn </a:t>
                      </a:r>
                      <a:r>
                        <a:rPr lang="en-US" sz="3600" b="1" kern="100" dirty="0" err="1">
                          <a:effectLst/>
                        </a:rPr>
                        <a:t>Hữu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Lộc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DHHTTT19A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Dịch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và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tìm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tài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liệu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3991374856"/>
                  </a:ext>
                </a:extLst>
              </a:tr>
              <a:tr h="11094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41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23637351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Nguyên</a:t>
                      </a:r>
                      <a:r>
                        <a:rPr lang="en-US" sz="3600" b="1" kern="100" dirty="0">
                          <a:effectLst/>
                        </a:rPr>
                        <a:t> Văn Nam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DHHTTT19A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Làm</a:t>
                      </a:r>
                      <a:r>
                        <a:rPr lang="en-US" sz="3600" b="1" kern="100" dirty="0">
                          <a:effectLst/>
                        </a:rPr>
                        <a:t> PowerPoint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2072744004"/>
                  </a:ext>
                </a:extLst>
              </a:tr>
            </a:tbl>
          </a:graphicData>
        </a:graphic>
      </p:graphicFrame>
      <p:grpSp>
        <p:nvGrpSpPr>
          <p:cNvPr id="68" name="Group 3">
            <a:extLst>
              <a:ext uri="{FF2B5EF4-FFF2-40B4-BE49-F238E27FC236}">
                <a16:creationId xmlns:a16="http://schemas.microsoft.com/office/drawing/2014/main" id="{50DE6949-3019-76F9-AC03-58EE692A31BE}"/>
              </a:ext>
            </a:extLst>
          </p:cNvPr>
          <p:cNvGrpSpPr/>
          <p:nvPr/>
        </p:nvGrpSpPr>
        <p:grpSpPr>
          <a:xfrm>
            <a:off x="3327970" y="15007377"/>
            <a:ext cx="3290632" cy="313509"/>
            <a:chOff x="0" y="0"/>
            <a:chExt cx="4611856" cy="439386"/>
          </a:xfrm>
        </p:grpSpPr>
        <p:sp>
          <p:nvSpPr>
            <p:cNvPr id="70" name="Freeform 4">
              <a:extLst>
                <a:ext uri="{FF2B5EF4-FFF2-40B4-BE49-F238E27FC236}">
                  <a16:creationId xmlns:a16="http://schemas.microsoft.com/office/drawing/2014/main" id="{75080FF0-E193-54BA-643F-2E61ECEED8EE}"/>
                </a:ext>
              </a:extLst>
            </p:cNvPr>
            <p:cNvSpPr/>
            <p:nvPr/>
          </p:nvSpPr>
          <p:spPr>
            <a:xfrm>
              <a:off x="0" y="0"/>
              <a:ext cx="4611856" cy="439386"/>
            </a:xfrm>
            <a:custGeom>
              <a:avLst/>
              <a:gdLst/>
              <a:ahLst/>
              <a:cxnLst/>
              <a:rect l="l" t="t" r="r" b="b"/>
              <a:pathLst>
                <a:path w="4611856" h="439386">
                  <a:moveTo>
                    <a:pt x="0" y="0"/>
                  </a:moveTo>
                  <a:lnTo>
                    <a:pt x="4611856" y="0"/>
                  </a:lnTo>
                  <a:lnTo>
                    <a:pt x="4611856" y="439386"/>
                  </a:lnTo>
                  <a:lnTo>
                    <a:pt x="0" y="439386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" name="TextBox 4">
            <a:extLst>
              <a:ext uri="{FF2B5EF4-FFF2-40B4-BE49-F238E27FC236}">
                <a16:creationId xmlns:a16="http://schemas.microsoft.com/office/drawing/2014/main" id="{7408A4EF-A1DF-53C9-5EC9-F9CFCC2E6530}"/>
              </a:ext>
            </a:extLst>
          </p:cNvPr>
          <p:cNvSpPr txBox="1"/>
          <p:nvPr/>
        </p:nvSpPr>
        <p:spPr>
          <a:xfrm>
            <a:off x="51370" y="12725733"/>
            <a:ext cx="18288000" cy="558358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1.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Đặc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trưng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</a:p>
          <a:p>
            <a:pPr algn="ctr">
              <a:lnSpc>
                <a:spcPts val="20525"/>
              </a:lnSpc>
            </a:pPr>
            <a:endParaRPr lang="en-US" sz="20321" spc="447" dirty="0">
              <a:solidFill>
                <a:srgbClr val="C71F1A"/>
              </a:solidFill>
              <a:latin typeface="Averta Std Black" panose="00000A00000000000000" pitchFamily="50" charset="0"/>
              <a:ea typeface="Impact"/>
              <a:cs typeface="Impact"/>
              <a:sym typeface="Impact"/>
            </a:endParaRPr>
          </a:p>
        </p:txBody>
      </p:sp>
      <p:pic>
        <p:nvPicPr>
          <p:cNvPr id="72" name="Picture 7">
            <a:extLst>
              <a:ext uri="{FF2B5EF4-FFF2-40B4-BE49-F238E27FC236}">
                <a16:creationId xmlns:a16="http://schemas.microsoft.com/office/drawing/2014/main" id="{DCE59E44-D22D-B870-6300-FACF87416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084073" y="14732291"/>
            <a:ext cx="4506167" cy="863682"/>
          </a:xfrm>
          <a:prstGeom prst="rect">
            <a:avLst/>
          </a:prstGeom>
        </p:spPr>
      </p:pic>
      <p:sp>
        <p:nvSpPr>
          <p:cNvPr id="73" name="Freeform 7">
            <a:extLst>
              <a:ext uri="{FF2B5EF4-FFF2-40B4-BE49-F238E27FC236}">
                <a16:creationId xmlns:a16="http://schemas.microsoft.com/office/drawing/2014/main" id="{E01BAA11-90BB-C977-2059-1F18DDFF76E3}"/>
              </a:ext>
            </a:extLst>
          </p:cNvPr>
          <p:cNvSpPr/>
          <p:nvPr/>
        </p:nvSpPr>
        <p:spPr>
          <a:xfrm>
            <a:off x="14453170" y="11010900"/>
            <a:ext cx="1531924" cy="1908940"/>
          </a:xfrm>
          <a:custGeom>
            <a:avLst/>
            <a:gdLst/>
            <a:ahLst/>
            <a:cxnLst/>
            <a:rect l="l" t="t" r="r" b="b"/>
            <a:pathLst>
              <a:path w="1531924" h="1908940">
                <a:moveTo>
                  <a:pt x="0" y="0"/>
                </a:moveTo>
                <a:lnTo>
                  <a:pt x="1531924" y="0"/>
                </a:lnTo>
                <a:lnTo>
                  <a:pt x="1531924" y="1908940"/>
                </a:lnTo>
                <a:lnTo>
                  <a:pt x="0" y="190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4" name="Freeform 8">
            <a:extLst>
              <a:ext uri="{FF2B5EF4-FFF2-40B4-BE49-F238E27FC236}">
                <a16:creationId xmlns:a16="http://schemas.microsoft.com/office/drawing/2014/main" id="{DB91096F-EDC6-0DFA-CDF7-EF7DB058515B}"/>
              </a:ext>
            </a:extLst>
          </p:cNvPr>
          <p:cNvSpPr/>
          <p:nvPr/>
        </p:nvSpPr>
        <p:spPr>
          <a:xfrm>
            <a:off x="1956370" y="17452002"/>
            <a:ext cx="1789631" cy="1908940"/>
          </a:xfrm>
          <a:custGeom>
            <a:avLst/>
            <a:gdLst/>
            <a:ahLst/>
            <a:cxnLst/>
            <a:rect l="l" t="t" r="r" b="b"/>
            <a:pathLst>
              <a:path w="1789631" h="1908940">
                <a:moveTo>
                  <a:pt x="0" y="0"/>
                </a:moveTo>
                <a:lnTo>
                  <a:pt x="1789631" y="0"/>
                </a:lnTo>
                <a:lnTo>
                  <a:pt x="1789631" y="1908940"/>
                </a:lnTo>
                <a:lnTo>
                  <a:pt x="0" y="1908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11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3">
            <a:extLst>
              <a:ext uri="{FF2B5EF4-FFF2-40B4-BE49-F238E27FC236}">
                <a16:creationId xmlns:a16="http://schemas.microsoft.com/office/drawing/2014/main" id="{BDFA9FAF-F370-2EF4-576C-770DBF6EE983}"/>
              </a:ext>
            </a:extLst>
          </p:cNvPr>
          <p:cNvGrpSpPr/>
          <p:nvPr/>
        </p:nvGrpSpPr>
        <p:grpSpPr>
          <a:xfrm>
            <a:off x="3276600" y="4986744"/>
            <a:ext cx="3290632" cy="313509"/>
            <a:chOff x="0" y="0"/>
            <a:chExt cx="4611856" cy="439386"/>
          </a:xfrm>
        </p:grpSpPr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321D5CBA-97B9-9886-A44F-04A77E1687D2}"/>
                </a:ext>
              </a:extLst>
            </p:cNvPr>
            <p:cNvSpPr/>
            <p:nvPr/>
          </p:nvSpPr>
          <p:spPr>
            <a:xfrm>
              <a:off x="0" y="0"/>
              <a:ext cx="4611856" cy="439386"/>
            </a:xfrm>
            <a:custGeom>
              <a:avLst/>
              <a:gdLst/>
              <a:ahLst/>
              <a:cxnLst/>
              <a:rect l="l" t="t" r="r" b="b"/>
              <a:pathLst>
                <a:path w="4611856" h="439386">
                  <a:moveTo>
                    <a:pt x="0" y="0"/>
                  </a:moveTo>
                  <a:lnTo>
                    <a:pt x="4611856" y="0"/>
                  </a:lnTo>
                  <a:lnTo>
                    <a:pt x="4611856" y="439386"/>
                  </a:lnTo>
                  <a:lnTo>
                    <a:pt x="0" y="439386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0" y="3588316"/>
            <a:ext cx="18288000" cy="558358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1.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Đặc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trưng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</a:p>
          <a:p>
            <a:pPr algn="ctr">
              <a:lnSpc>
                <a:spcPts val="20525"/>
              </a:lnSpc>
            </a:pPr>
            <a:endParaRPr lang="en-US" sz="20321" spc="447" dirty="0">
              <a:solidFill>
                <a:srgbClr val="C71F1A"/>
              </a:solidFill>
              <a:latin typeface="Averta Std Black" panose="00000A00000000000000" pitchFamily="50" charset="0"/>
              <a:ea typeface="Impact"/>
              <a:cs typeface="Impact"/>
              <a:sym typeface="Impact"/>
            </a:endParaRP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52DDE89F-E005-610D-3454-620AA5CF3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135443" y="4711658"/>
            <a:ext cx="4506167" cy="863682"/>
          </a:xfrm>
          <a:prstGeom prst="rect">
            <a:avLst/>
          </a:prstGeom>
        </p:spPr>
      </p:pic>
      <p:sp>
        <p:nvSpPr>
          <p:cNvPr id="15" name="Freeform 7">
            <a:extLst>
              <a:ext uri="{FF2B5EF4-FFF2-40B4-BE49-F238E27FC236}">
                <a16:creationId xmlns:a16="http://schemas.microsoft.com/office/drawing/2014/main" id="{F65D4CDD-4FDE-9051-7C6B-8315B8BE8D4C}"/>
              </a:ext>
            </a:extLst>
          </p:cNvPr>
          <p:cNvSpPr/>
          <p:nvPr/>
        </p:nvSpPr>
        <p:spPr>
          <a:xfrm>
            <a:off x="14401800" y="990267"/>
            <a:ext cx="1531924" cy="1908940"/>
          </a:xfrm>
          <a:custGeom>
            <a:avLst/>
            <a:gdLst/>
            <a:ahLst/>
            <a:cxnLst/>
            <a:rect l="l" t="t" r="r" b="b"/>
            <a:pathLst>
              <a:path w="1531924" h="1908940">
                <a:moveTo>
                  <a:pt x="0" y="0"/>
                </a:moveTo>
                <a:lnTo>
                  <a:pt x="1531924" y="0"/>
                </a:lnTo>
                <a:lnTo>
                  <a:pt x="1531924" y="1908940"/>
                </a:lnTo>
                <a:lnTo>
                  <a:pt x="0" y="1908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1CF5AE70-EEF5-F254-A0A2-41EC7615C46B}"/>
              </a:ext>
            </a:extLst>
          </p:cNvPr>
          <p:cNvSpPr/>
          <p:nvPr/>
        </p:nvSpPr>
        <p:spPr>
          <a:xfrm>
            <a:off x="1905000" y="7431369"/>
            <a:ext cx="1789631" cy="1908940"/>
          </a:xfrm>
          <a:custGeom>
            <a:avLst/>
            <a:gdLst/>
            <a:ahLst/>
            <a:cxnLst/>
            <a:rect l="l" t="t" r="r" b="b"/>
            <a:pathLst>
              <a:path w="1789631" h="1908940">
                <a:moveTo>
                  <a:pt x="0" y="0"/>
                </a:moveTo>
                <a:lnTo>
                  <a:pt x="1789631" y="0"/>
                </a:lnTo>
                <a:lnTo>
                  <a:pt x="1789631" y="1908940"/>
                </a:lnTo>
                <a:lnTo>
                  <a:pt x="0" y="190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7443FCE-4262-8F98-BFBB-E28DD1033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555" y="-9029700"/>
            <a:ext cx="15263445" cy="11518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effectLst/>
              </a:rPr>
              <a:t>DANH SÁCH THÀNH VIÊN NHÓM: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8BB0ECA-BE4D-4099-2E54-FA844C742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723751"/>
              </p:ext>
            </p:extLst>
          </p:nvPr>
        </p:nvGraphicFramePr>
        <p:xfrm>
          <a:off x="842125" y="-7557489"/>
          <a:ext cx="16382999" cy="693193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701302">
                  <a:extLst>
                    <a:ext uri="{9D8B030D-6E8A-4147-A177-3AD203B41FA5}">
                      <a16:colId xmlns:a16="http://schemas.microsoft.com/office/drawing/2014/main" val="377090287"/>
                    </a:ext>
                  </a:extLst>
                </a:gridCol>
                <a:gridCol w="3008110">
                  <a:extLst>
                    <a:ext uri="{9D8B030D-6E8A-4147-A177-3AD203B41FA5}">
                      <a16:colId xmlns:a16="http://schemas.microsoft.com/office/drawing/2014/main" val="2377457477"/>
                    </a:ext>
                  </a:extLst>
                </a:gridCol>
                <a:gridCol w="3812168">
                  <a:extLst>
                    <a:ext uri="{9D8B030D-6E8A-4147-A177-3AD203B41FA5}">
                      <a16:colId xmlns:a16="http://schemas.microsoft.com/office/drawing/2014/main" val="1457287518"/>
                    </a:ext>
                  </a:extLst>
                </a:gridCol>
                <a:gridCol w="3683541">
                  <a:extLst>
                    <a:ext uri="{9D8B030D-6E8A-4147-A177-3AD203B41FA5}">
                      <a16:colId xmlns:a16="http://schemas.microsoft.com/office/drawing/2014/main" val="282113588"/>
                    </a:ext>
                  </a:extLst>
                </a:gridCol>
                <a:gridCol w="4177878">
                  <a:extLst>
                    <a:ext uri="{9D8B030D-6E8A-4147-A177-3AD203B41FA5}">
                      <a16:colId xmlns:a16="http://schemas.microsoft.com/office/drawing/2014/main" val="491861501"/>
                    </a:ext>
                  </a:extLst>
                </a:gridCol>
              </a:tblGrid>
              <a:tr h="5886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STT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MSSV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Họ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Tên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Lớp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Công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việc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99767508"/>
                  </a:ext>
                </a:extLst>
              </a:tr>
              <a:tr h="16303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28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23637641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Đinh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Huỳnh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Quốc</a:t>
                      </a:r>
                      <a:r>
                        <a:rPr lang="en-US" sz="3600" b="1" kern="100" dirty="0">
                          <a:effectLst/>
                        </a:rPr>
                        <a:t> Khánh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DHHTTT19A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Chỉnh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bản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dịch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và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tổng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hợp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nội</a:t>
                      </a:r>
                      <a:r>
                        <a:rPr lang="en-US" sz="3600" b="1" kern="100" dirty="0">
                          <a:effectLst/>
                        </a:rPr>
                        <a:t> dung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3096821894"/>
                  </a:ext>
                </a:extLst>
              </a:tr>
              <a:tr h="11094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30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23631191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Trần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Quốc</a:t>
                      </a:r>
                      <a:r>
                        <a:rPr lang="en-US" sz="3600" b="1" kern="100" dirty="0">
                          <a:effectLst/>
                        </a:rPr>
                        <a:t> Khánh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DHHTTT19A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Dịch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và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tìm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tài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liệu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1377329052"/>
                  </a:ext>
                </a:extLst>
              </a:tr>
              <a:tr h="11094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33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23635951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Nguyễn Tuấn Kiệt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DHHTTT19A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Dịch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và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tìm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tài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liệu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2827559995"/>
                  </a:ext>
                </a:extLst>
              </a:tr>
              <a:tr h="11094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37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23635401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Nguyễn </a:t>
                      </a:r>
                      <a:r>
                        <a:rPr lang="en-US" sz="3600" b="1" kern="100" dirty="0" err="1">
                          <a:effectLst/>
                        </a:rPr>
                        <a:t>Hữu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Lộc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DHHTTT19A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Dịch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và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tìm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tài</a:t>
                      </a:r>
                      <a:r>
                        <a:rPr lang="en-US" sz="3600" b="1" kern="100" dirty="0">
                          <a:effectLst/>
                        </a:rPr>
                        <a:t> </a:t>
                      </a:r>
                      <a:r>
                        <a:rPr lang="en-US" sz="3600" b="1" kern="100" dirty="0" err="1">
                          <a:effectLst/>
                        </a:rPr>
                        <a:t>liệu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3991374856"/>
                  </a:ext>
                </a:extLst>
              </a:tr>
              <a:tr h="11094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41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23637351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Nguyên</a:t>
                      </a:r>
                      <a:r>
                        <a:rPr lang="en-US" sz="3600" b="1" kern="100" dirty="0">
                          <a:effectLst/>
                        </a:rPr>
                        <a:t> Văn Nam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>
                          <a:effectLst/>
                        </a:rPr>
                        <a:t>DHHTTT19A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600" b="1" kern="100" dirty="0" err="1">
                          <a:effectLst/>
                        </a:rPr>
                        <a:t>Làm</a:t>
                      </a:r>
                      <a:r>
                        <a:rPr lang="en-US" sz="3600" b="1" kern="100" dirty="0">
                          <a:effectLst/>
                        </a:rPr>
                        <a:t> PowerPoint</a:t>
                      </a:r>
                      <a:endParaRPr lang="en-US" sz="3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078" marR="148078" marT="0" marB="0"/>
                </a:tc>
                <a:extLst>
                  <a:ext uri="{0D108BD9-81ED-4DB2-BD59-A6C34878D82A}">
                    <a16:rowId xmlns:a16="http://schemas.microsoft.com/office/drawing/2014/main" val="2072744004"/>
                  </a:ext>
                </a:extLst>
              </a:tr>
            </a:tbl>
          </a:graphicData>
        </a:graphic>
      </p:graphicFrame>
      <p:sp>
        <p:nvSpPr>
          <p:cNvPr id="19" name="Freeform 2">
            <a:extLst>
              <a:ext uri="{FF2B5EF4-FFF2-40B4-BE49-F238E27FC236}">
                <a16:creationId xmlns:a16="http://schemas.microsoft.com/office/drawing/2014/main" id="{2B6A5BBA-E353-AD57-7B4D-3E206813F88B}"/>
              </a:ext>
            </a:extLst>
          </p:cNvPr>
          <p:cNvSpPr/>
          <p:nvPr/>
        </p:nvSpPr>
        <p:spPr>
          <a:xfrm>
            <a:off x="0" y="16289824"/>
            <a:ext cx="18288000" cy="4017476"/>
          </a:xfrm>
          <a:custGeom>
            <a:avLst/>
            <a:gdLst/>
            <a:ahLst/>
            <a:cxnLst/>
            <a:rect l="l" t="t" r="r" b="b"/>
            <a:pathLst>
              <a:path w="18288000" h="4017476">
                <a:moveTo>
                  <a:pt x="0" y="0"/>
                </a:moveTo>
                <a:lnTo>
                  <a:pt x="18288000" y="0"/>
                </a:lnTo>
                <a:lnTo>
                  <a:pt x="18288000" y="4017476"/>
                </a:lnTo>
                <a:lnTo>
                  <a:pt x="0" y="40174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7587" r="-11576" b="-11080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3">
            <a:extLst>
              <a:ext uri="{FF2B5EF4-FFF2-40B4-BE49-F238E27FC236}">
                <a16:creationId xmlns:a16="http://schemas.microsoft.com/office/drawing/2014/main" id="{AB0C701A-9A87-A2FF-4BCC-5E7E60418051}"/>
              </a:ext>
            </a:extLst>
          </p:cNvPr>
          <p:cNvGrpSpPr/>
          <p:nvPr/>
        </p:nvGrpSpPr>
        <p:grpSpPr>
          <a:xfrm>
            <a:off x="1028700" y="15493926"/>
            <a:ext cx="9328935" cy="2761103"/>
            <a:chOff x="0" y="0"/>
            <a:chExt cx="4871184" cy="1441734"/>
          </a:xfrm>
        </p:grpSpPr>
        <p:sp>
          <p:nvSpPr>
            <p:cNvPr id="21" name="Freeform 4">
              <a:extLst>
                <a:ext uri="{FF2B5EF4-FFF2-40B4-BE49-F238E27FC236}">
                  <a16:creationId xmlns:a16="http://schemas.microsoft.com/office/drawing/2014/main" id="{2B4991C3-C9AE-E45A-C975-B18645BC1351}"/>
                </a:ext>
              </a:extLst>
            </p:cNvPr>
            <p:cNvSpPr/>
            <p:nvPr/>
          </p:nvSpPr>
          <p:spPr>
            <a:xfrm>
              <a:off x="0" y="0"/>
              <a:ext cx="4871184" cy="1441734"/>
            </a:xfrm>
            <a:custGeom>
              <a:avLst/>
              <a:gdLst/>
              <a:ahLst/>
              <a:cxnLst/>
              <a:rect l="l" t="t" r="r" b="b"/>
              <a:pathLst>
                <a:path w="4871184" h="1441734">
                  <a:moveTo>
                    <a:pt x="0" y="0"/>
                  </a:moveTo>
                  <a:lnTo>
                    <a:pt x="4871184" y="0"/>
                  </a:lnTo>
                  <a:lnTo>
                    <a:pt x="4871184" y="1441734"/>
                  </a:lnTo>
                  <a:lnTo>
                    <a:pt x="0" y="1441734"/>
                  </a:lnTo>
                  <a:close/>
                </a:path>
              </a:pathLst>
            </a:custGeom>
            <a:solidFill>
              <a:srgbClr val="01206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7">
            <a:extLst>
              <a:ext uri="{FF2B5EF4-FFF2-40B4-BE49-F238E27FC236}">
                <a16:creationId xmlns:a16="http://schemas.microsoft.com/office/drawing/2014/main" id="{DB478BB2-1707-E27C-EEAE-A938D1C9D359}"/>
              </a:ext>
            </a:extLst>
          </p:cNvPr>
          <p:cNvSpPr txBox="1"/>
          <p:nvPr/>
        </p:nvSpPr>
        <p:spPr>
          <a:xfrm>
            <a:off x="1525079" y="16150797"/>
            <a:ext cx="8336178" cy="1956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3"/>
              </a:lnSpc>
            </a:pPr>
            <a:r>
              <a:rPr lang="en-US" sz="4408" b="1" spc="44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1. </a:t>
            </a:r>
            <a:r>
              <a:rPr lang="en-US" sz="4408" b="1" spc="44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Đặc</a:t>
            </a:r>
            <a:r>
              <a:rPr lang="en-US" sz="4408" b="1" spc="44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408" b="1" spc="44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trưng</a:t>
            </a:r>
            <a:r>
              <a:rPr lang="en-US" sz="4408" b="1" spc="44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408" b="1" spc="44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4408" b="1" spc="44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408" b="1" spc="44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4408" b="1" spc="44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408" b="1" spc="44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4408" b="1" spc="44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</a:p>
          <a:p>
            <a:pPr algn="ctr">
              <a:lnSpc>
                <a:spcPts val="5113"/>
              </a:lnSpc>
            </a:pPr>
            <a:endParaRPr lang="en-US" sz="4408" b="1" spc="44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E55F47-EA10-AA30-43F7-69D75306ACC0}"/>
              </a:ext>
            </a:extLst>
          </p:cNvPr>
          <p:cNvSpPr/>
          <p:nvPr/>
        </p:nvSpPr>
        <p:spPr>
          <a:xfrm>
            <a:off x="0" y="6269524"/>
            <a:ext cx="18288000" cy="4017476"/>
          </a:xfrm>
          <a:custGeom>
            <a:avLst/>
            <a:gdLst/>
            <a:ahLst/>
            <a:cxnLst/>
            <a:rect l="l" t="t" r="r" b="b"/>
            <a:pathLst>
              <a:path w="18288000" h="4017476">
                <a:moveTo>
                  <a:pt x="0" y="0"/>
                </a:moveTo>
                <a:lnTo>
                  <a:pt x="18288000" y="0"/>
                </a:lnTo>
                <a:lnTo>
                  <a:pt x="18288000" y="4017476"/>
                </a:lnTo>
                <a:lnTo>
                  <a:pt x="0" y="4017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7587" r="-11576" b="-11080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CD8C2E4-BD43-3ACB-627C-3D337F14AF54}"/>
              </a:ext>
            </a:extLst>
          </p:cNvPr>
          <p:cNvGrpSpPr/>
          <p:nvPr/>
        </p:nvGrpSpPr>
        <p:grpSpPr>
          <a:xfrm>
            <a:off x="1028700" y="5473626"/>
            <a:ext cx="9328935" cy="2761103"/>
            <a:chOff x="0" y="0"/>
            <a:chExt cx="4871184" cy="14417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AEA8DB4-D78D-EDAA-62A5-5836933106ED}"/>
                </a:ext>
              </a:extLst>
            </p:cNvPr>
            <p:cNvSpPr/>
            <p:nvPr/>
          </p:nvSpPr>
          <p:spPr>
            <a:xfrm>
              <a:off x="0" y="0"/>
              <a:ext cx="4871184" cy="1441734"/>
            </a:xfrm>
            <a:custGeom>
              <a:avLst/>
              <a:gdLst/>
              <a:ahLst/>
              <a:cxnLst/>
              <a:rect l="l" t="t" r="r" b="b"/>
              <a:pathLst>
                <a:path w="4871184" h="1441734">
                  <a:moveTo>
                    <a:pt x="0" y="0"/>
                  </a:moveTo>
                  <a:lnTo>
                    <a:pt x="4871184" y="0"/>
                  </a:lnTo>
                  <a:lnTo>
                    <a:pt x="4871184" y="1441734"/>
                  </a:lnTo>
                  <a:lnTo>
                    <a:pt x="0" y="1441734"/>
                  </a:lnTo>
                  <a:close/>
                </a:path>
              </a:pathLst>
            </a:custGeom>
            <a:solidFill>
              <a:srgbClr val="01206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">
            <a:extLst>
              <a:ext uri="{FF2B5EF4-FFF2-40B4-BE49-F238E27FC236}">
                <a16:creationId xmlns:a16="http://schemas.microsoft.com/office/drawing/2014/main" id="{09E8ADBF-4399-B617-42A3-6B7A04FACD6E}"/>
              </a:ext>
            </a:extLst>
          </p:cNvPr>
          <p:cNvGrpSpPr/>
          <p:nvPr/>
        </p:nvGrpSpPr>
        <p:grpSpPr>
          <a:xfrm>
            <a:off x="3276600" y="-5643230"/>
            <a:ext cx="3290632" cy="313509"/>
            <a:chOff x="0" y="0"/>
            <a:chExt cx="4611856" cy="439386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38E65B3D-2AD8-F14A-F2C2-6E9C317A69D1}"/>
                </a:ext>
              </a:extLst>
            </p:cNvPr>
            <p:cNvSpPr/>
            <p:nvPr/>
          </p:nvSpPr>
          <p:spPr>
            <a:xfrm>
              <a:off x="0" y="0"/>
              <a:ext cx="4611856" cy="439386"/>
            </a:xfrm>
            <a:custGeom>
              <a:avLst/>
              <a:gdLst/>
              <a:ahLst/>
              <a:cxnLst/>
              <a:rect l="l" t="t" r="r" b="b"/>
              <a:pathLst>
                <a:path w="4611856" h="439386">
                  <a:moveTo>
                    <a:pt x="0" y="0"/>
                  </a:moveTo>
                  <a:lnTo>
                    <a:pt x="4611856" y="0"/>
                  </a:lnTo>
                  <a:lnTo>
                    <a:pt x="4611856" y="439386"/>
                  </a:lnTo>
                  <a:lnTo>
                    <a:pt x="0" y="439386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6C52B95C-0C3B-200A-FB70-29C92244939B}"/>
              </a:ext>
            </a:extLst>
          </p:cNvPr>
          <p:cNvSpPr txBox="1"/>
          <p:nvPr/>
        </p:nvSpPr>
        <p:spPr>
          <a:xfrm>
            <a:off x="0" y="-7924874"/>
            <a:ext cx="18288000" cy="558358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1.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Đặc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trưng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44" dirty="0" err="1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9600" b="1" spc="44" dirty="0">
                <a:solidFill>
                  <a:schemeClr val="accent1">
                    <a:lumMod val="50000"/>
                  </a:schemeClr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</a:p>
          <a:p>
            <a:pPr algn="ctr">
              <a:lnSpc>
                <a:spcPts val="20525"/>
              </a:lnSpc>
            </a:pPr>
            <a:endParaRPr lang="en-US" sz="20321" spc="447" dirty="0">
              <a:solidFill>
                <a:srgbClr val="C71F1A"/>
              </a:solidFill>
              <a:latin typeface="Averta Std Black" panose="00000A00000000000000" pitchFamily="50" charset="0"/>
              <a:ea typeface="Impact"/>
              <a:cs typeface="Impact"/>
              <a:sym typeface="Impact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2CE40733-916E-7281-8253-B90317C1D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135443" y="-5918316"/>
            <a:ext cx="4506167" cy="863682"/>
          </a:xfrm>
          <a:prstGeom prst="rect">
            <a:avLst/>
          </a:prstGeom>
        </p:spPr>
      </p:pic>
      <p:sp>
        <p:nvSpPr>
          <p:cNvPr id="10" name="Freeform 7">
            <a:extLst>
              <a:ext uri="{FF2B5EF4-FFF2-40B4-BE49-F238E27FC236}">
                <a16:creationId xmlns:a16="http://schemas.microsoft.com/office/drawing/2014/main" id="{0A9B1988-ECDF-5576-0E47-4787DBA89336}"/>
              </a:ext>
            </a:extLst>
          </p:cNvPr>
          <p:cNvSpPr/>
          <p:nvPr/>
        </p:nvSpPr>
        <p:spPr>
          <a:xfrm>
            <a:off x="14401800" y="-9639707"/>
            <a:ext cx="1531924" cy="1908940"/>
          </a:xfrm>
          <a:custGeom>
            <a:avLst/>
            <a:gdLst/>
            <a:ahLst/>
            <a:cxnLst/>
            <a:rect l="l" t="t" r="r" b="b"/>
            <a:pathLst>
              <a:path w="1531924" h="1908940">
                <a:moveTo>
                  <a:pt x="0" y="0"/>
                </a:moveTo>
                <a:lnTo>
                  <a:pt x="1531924" y="0"/>
                </a:lnTo>
                <a:lnTo>
                  <a:pt x="1531924" y="1908940"/>
                </a:lnTo>
                <a:lnTo>
                  <a:pt x="0" y="190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D0EC601D-A1BD-1A17-8847-6C5707A8BFB3}"/>
              </a:ext>
            </a:extLst>
          </p:cNvPr>
          <p:cNvSpPr/>
          <p:nvPr/>
        </p:nvSpPr>
        <p:spPr>
          <a:xfrm>
            <a:off x="1905000" y="-3198605"/>
            <a:ext cx="1789631" cy="1908940"/>
          </a:xfrm>
          <a:custGeom>
            <a:avLst/>
            <a:gdLst/>
            <a:ahLst/>
            <a:cxnLst/>
            <a:rect l="l" t="t" r="r" b="b"/>
            <a:pathLst>
              <a:path w="1789631" h="1908940">
                <a:moveTo>
                  <a:pt x="0" y="0"/>
                </a:moveTo>
                <a:lnTo>
                  <a:pt x="1789631" y="0"/>
                </a:lnTo>
                <a:lnTo>
                  <a:pt x="1789631" y="1908940"/>
                </a:lnTo>
                <a:lnTo>
                  <a:pt x="0" y="1908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BA319FB6-52F2-58E0-15A3-D03868D1182C}"/>
              </a:ext>
            </a:extLst>
          </p:cNvPr>
          <p:cNvSpPr txBox="1"/>
          <p:nvPr/>
        </p:nvSpPr>
        <p:spPr>
          <a:xfrm>
            <a:off x="1525079" y="6130496"/>
            <a:ext cx="8228521" cy="1962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13"/>
              </a:lnSpc>
            </a:pP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1.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Đặc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trưng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</a:p>
          <a:p>
            <a:pPr algn="ctr">
              <a:lnSpc>
                <a:spcPts val="5113"/>
              </a:lnSpc>
            </a:pPr>
            <a:endParaRPr lang="en-US" sz="5400" b="1" spc="44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62E34630-1873-98E0-75DA-B9281030D2BD}"/>
              </a:ext>
            </a:extLst>
          </p:cNvPr>
          <p:cNvSpPr txBox="1"/>
          <p:nvPr/>
        </p:nvSpPr>
        <p:spPr>
          <a:xfrm>
            <a:off x="19553862" y="571500"/>
            <a:ext cx="15498138" cy="1808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Có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thể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trong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phạm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vi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rộng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lớn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thì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phù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phép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tin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kiến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từ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nhiều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cùng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lúc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12CABFFF-01B6-85C2-FAC3-6038567B2DAF}"/>
              </a:ext>
            </a:extLst>
          </p:cNvPr>
          <p:cNvSpPr txBox="1"/>
          <p:nvPr/>
        </p:nvSpPr>
        <p:spPr>
          <a:xfrm>
            <a:off x="19553862" y="2558223"/>
            <a:ext cx="14327771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cụ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tin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từ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nhiều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qua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tiêu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chuẩn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7" name="Freeform 10">
            <a:extLst>
              <a:ext uri="{FF2B5EF4-FFF2-40B4-BE49-F238E27FC236}">
                <a16:creationId xmlns:a16="http://schemas.microsoft.com/office/drawing/2014/main" id="{D961DA2A-112F-B74C-909D-5BA5806464AF}"/>
              </a:ext>
            </a:extLst>
          </p:cNvPr>
          <p:cNvSpPr/>
          <p:nvPr/>
        </p:nvSpPr>
        <p:spPr>
          <a:xfrm>
            <a:off x="18821400" y="794432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E826085D-540D-FA39-C295-D54B179A7AA3}"/>
              </a:ext>
            </a:extLst>
          </p:cNvPr>
          <p:cNvSpPr/>
          <p:nvPr/>
        </p:nvSpPr>
        <p:spPr>
          <a:xfrm>
            <a:off x="18821400" y="2720530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D33F5127-EEAC-9221-9AD2-2FC5C30BD980}"/>
              </a:ext>
            </a:extLst>
          </p:cNvPr>
          <p:cNvSpPr txBox="1"/>
          <p:nvPr/>
        </p:nvSpPr>
        <p:spPr>
          <a:xfrm>
            <a:off x="19553862" y="4135471"/>
            <a:ext cx="14327771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phổ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biến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dưới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dạng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điện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như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email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hoặc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trên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Web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để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kiệm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chi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gian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0138022C-7B07-C9E3-8783-A710D28C989F}"/>
              </a:ext>
            </a:extLst>
          </p:cNvPr>
          <p:cNvSpPr/>
          <p:nvPr/>
        </p:nvSpPr>
        <p:spPr>
          <a:xfrm>
            <a:off x="18821400" y="4247958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82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65DB5-3011-152F-77E5-E344D42CA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EAEAE9-0354-1C22-385B-433BAA9F04FB}"/>
              </a:ext>
            </a:extLst>
          </p:cNvPr>
          <p:cNvSpPr/>
          <p:nvPr/>
        </p:nvSpPr>
        <p:spPr>
          <a:xfrm>
            <a:off x="0" y="6269524"/>
            <a:ext cx="18288000" cy="4017476"/>
          </a:xfrm>
          <a:custGeom>
            <a:avLst/>
            <a:gdLst/>
            <a:ahLst/>
            <a:cxnLst/>
            <a:rect l="l" t="t" r="r" b="b"/>
            <a:pathLst>
              <a:path w="18288000" h="4017476">
                <a:moveTo>
                  <a:pt x="0" y="0"/>
                </a:moveTo>
                <a:lnTo>
                  <a:pt x="18288000" y="0"/>
                </a:lnTo>
                <a:lnTo>
                  <a:pt x="18288000" y="4017476"/>
                </a:lnTo>
                <a:lnTo>
                  <a:pt x="0" y="4017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7587" r="-11576" b="-11080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07441CA-47DE-F5D0-E5F6-78A7950E72E4}"/>
              </a:ext>
            </a:extLst>
          </p:cNvPr>
          <p:cNvGrpSpPr/>
          <p:nvPr/>
        </p:nvGrpSpPr>
        <p:grpSpPr>
          <a:xfrm>
            <a:off x="1028700" y="5473626"/>
            <a:ext cx="9328935" cy="2761103"/>
            <a:chOff x="0" y="0"/>
            <a:chExt cx="4871184" cy="14417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3F8DF94-B5DA-1FAC-7ACB-186569385114}"/>
                </a:ext>
              </a:extLst>
            </p:cNvPr>
            <p:cNvSpPr/>
            <p:nvPr/>
          </p:nvSpPr>
          <p:spPr>
            <a:xfrm>
              <a:off x="0" y="0"/>
              <a:ext cx="4871184" cy="1441734"/>
            </a:xfrm>
            <a:custGeom>
              <a:avLst/>
              <a:gdLst/>
              <a:ahLst/>
              <a:cxnLst/>
              <a:rect l="l" t="t" r="r" b="b"/>
              <a:pathLst>
                <a:path w="4871184" h="1441734">
                  <a:moveTo>
                    <a:pt x="0" y="0"/>
                  </a:moveTo>
                  <a:lnTo>
                    <a:pt x="4871184" y="0"/>
                  </a:lnTo>
                  <a:lnTo>
                    <a:pt x="4871184" y="1441734"/>
                  </a:lnTo>
                  <a:lnTo>
                    <a:pt x="0" y="1441734"/>
                  </a:lnTo>
                  <a:close/>
                </a:path>
              </a:pathLst>
            </a:custGeom>
            <a:solidFill>
              <a:srgbClr val="01206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7">
            <a:extLst>
              <a:ext uri="{FF2B5EF4-FFF2-40B4-BE49-F238E27FC236}">
                <a16:creationId xmlns:a16="http://schemas.microsoft.com/office/drawing/2014/main" id="{7355B57B-51BA-E100-0CDC-EA777AD6E1E3}"/>
              </a:ext>
            </a:extLst>
          </p:cNvPr>
          <p:cNvSpPr txBox="1"/>
          <p:nvPr/>
        </p:nvSpPr>
        <p:spPr>
          <a:xfrm>
            <a:off x="1525079" y="6130496"/>
            <a:ext cx="8228521" cy="1962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13"/>
              </a:lnSpc>
            </a:pP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1.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Đặc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trưng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</a:p>
          <a:p>
            <a:pPr algn="ctr">
              <a:lnSpc>
                <a:spcPts val="5113"/>
              </a:lnSpc>
            </a:pPr>
            <a:endParaRPr lang="en-US" sz="5400" b="1" spc="44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19CF0342-AF85-8BF8-BED8-35A07C8D52D7}"/>
              </a:ext>
            </a:extLst>
          </p:cNvPr>
          <p:cNvSpPr txBox="1"/>
          <p:nvPr/>
        </p:nvSpPr>
        <p:spPr>
          <a:xfrm>
            <a:off x="1799262" y="571500"/>
            <a:ext cx="15650538" cy="1808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Có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thể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trong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phạm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vi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rộng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lớn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thì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phù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phép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tin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kiến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từ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nhiều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cùng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lúc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B31BFFA8-3B84-C048-E043-B71A74997F94}"/>
              </a:ext>
            </a:extLst>
          </p:cNvPr>
          <p:cNvSpPr txBox="1"/>
          <p:nvPr/>
        </p:nvSpPr>
        <p:spPr>
          <a:xfrm>
            <a:off x="1799262" y="2558223"/>
            <a:ext cx="14327771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cụ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tin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từ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nhiều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qua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tiêu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chuẩn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6" name="Freeform 10">
            <a:extLst>
              <a:ext uri="{FF2B5EF4-FFF2-40B4-BE49-F238E27FC236}">
                <a16:creationId xmlns:a16="http://schemas.microsoft.com/office/drawing/2014/main" id="{044D4A1E-EA17-5C39-180F-46A0A450B6AE}"/>
              </a:ext>
            </a:extLst>
          </p:cNvPr>
          <p:cNvSpPr/>
          <p:nvPr/>
        </p:nvSpPr>
        <p:spPr>
          <a:xfrm>
            <a:off x="1066800" y="794432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9A58C720-4CC3-5870-9057-6CFA0A356774}"/>
              </a:ext>
            </a:extLst>
          </p:cNvPr>
          <p:cNvSpPr/>
          <p:nvPr/>
        </p:nvSpPr>
        <p:spPr>
          <a:xfrm>
            <a:off x="1066800" y="2720530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F580D712-5EA8-5A09-F323-084A9CD87EC6}"/>
              </a:ext>
            </a:extLst>
          </p:cNvPr>
          <p:cNvSpPr txBox="1"/>
          <p:nvPr/>
        </p:nvSpPr>
        <p:spPr>
          <a:xfrm>
            <a:off x="1799262" y="4135471"/>
            <a:ext cx="14327771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phổ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biến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dưới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dạng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điện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như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email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hoặc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trên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Web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để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kiệm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chi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gian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9" name="Freeform 13">
            <a:extLst>
              <a:ext uri="{FF2B5EF4-FFF2-40B4-BE49-F238E27FC236}">
                <a16:creationId xmlns:a16="http://schemas.microsoft.com/office/drawing/2014/main" id="{72DD3CDB-6B3F-83CC-AD32-7BFED066759B}"/>
              </a:ext>
            </a:extLst>
          </p:cNvPr>
          <p:cNvSpPr/>
          <p:nvPr/>
        </p:nvSpPr>
        <p:spPr>
          <a:xfrm>
            <a:off x="1066800" y="4247958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6B5A13D3-6B84-0631-4863-8E1211F04A70}"/>
              </a:ext>
            </a:extLst>
          </p:cNvPr>
          <p:cNvSpPr txBox="1"/>
          <p:nvPr/>
        </p:nvSpPr>
        <p:spPr>
          <a:xfrm>
            <a:off x="20362903" y="2255709"/>
            <a:ext cx="13546097" cy="1527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tham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có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thể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trả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vào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họ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rãnh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mà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không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phải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sắp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xếp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buổi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gặp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mặt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.</a:t>
            </a:r>
          </a:p>
          <a:p>
            <a:pPr algn="l">
              <a:lnSpc>
                <a:spcPts val="3977"/>
              </a:lnSpc>
            </a:pPr>
            <a:endParaRPr lang="en-US" sz="33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DC4D0620-FD2D-8288-8820-3BDDEDE8C5BE}"/>
              </a:ext>
            </a:extLst>
          </p:cNvPr>
          <p:cNvSpPr txBox="1"/>
          <p:nvPr/>
        </p:nvSpPr>
        <p:spPr>
          <a:xfrm>
            <a:off x="20362903" y="750592"/>
            <a:ext cx="13546097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thường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đóng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vì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tính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rõ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ràng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cụ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thể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.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Điều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này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giúp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hạn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chế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tối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đa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năng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gây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hiểu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nhầm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32" name="Freeform 10">
            <a:extLst>
              <a:ext uri="{FF2B5EF4-FFF2-40B4-BE49-F238E27FC236}">
                <a16:creationId xmlns:a16="http://schemas.microsoft.com/office/drawing/2014/main" id="{65227A52-9D71-EE7D-1ADC-BA19ECCCEA85}"/>
              </a:ext>
            </a:extLst>
          </p:cNvPr>
          <p:cNvSpPr/>
          <p:nvPr/>
        </p:nvSpPr>
        <p:spPr>
          <a:xfrm>
            <a:off x="19655936" y="854267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1">
            <a:extLst>
              <a:ext uri="{FF2B5EF4-FFF2-40B4-BE49-F238E27FC236}">
                <a16:creationId xmlns:a16="http://schemas.microsoft.com/office/drawing/2014/main" id="{0CB10F33-5027-5075-F437-150A41D4DAB1}"/>
              </a:ext>
            </a:extLst>
          </p:cNvPr>
          <p:cNvSpPr/>
          <p:nvPr/>
        </p:nvSpPr>
        <p:spPr>
          <a:xfrm>
            <a:off x="19655936" y="2255709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AE9D6EA9-8C10-7578-5DAF-6546F02DBECF}"/>
              </a:ext>
            </a:extLst>
          </p:cNvPr>
          <p:cNvSpPr txBox="1"/>
          <p:nvPr/>
        </p:nvSpPr>
        <p:spPr>
          <a:xfrm>
            <a:off x="20362903" y="3616071"/>
            <a:ext cx="13546097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Sự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ẩn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danh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thiết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kế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để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bảo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vệ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danh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tính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trả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mục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đích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này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là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nhằm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tham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trả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có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thể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thoải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mái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cung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cấp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kiến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trung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thực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hơn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54C0033F-69F8-088E-1849-753AFF20DBFD}"/>
              </a:ext>
            </a:extLst>
          </p:cNvPr>
          <p:cNvSpPr/>
          <p:nvPr/>
        </p:nvSpPr>
        <p:spPr>
          <a:xfrm>
            <a:off x="19655936" y="3783137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06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484E-FAC1-7EA7-625F-5F9C29F88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76352E-E9CF-7F5B-8C30-868836173E69}"/>
              </a:ext>
            </a:extLst>
          </p:cNvPr>
          <p:cNvSpPr/>
          <p:nvPr/>
        </p:nvSpPr>
        <p:spPr>
          <a:xfrm>
            <a:off x="0" y="6269524"/>
            <a:ext cx="18288000" cy="4017476"/>
          </a:xfrm>
          <a:custGeom>
            <a:avLst/>
            <a:gdLst/>
            <a:ahLst/>
            <a:cxnLst/>
            <a:rect l="l" t="t" r="r" b="b"/>
            <a:pathLst>
              <a:path w="18288000" h="4017476">
                <a:moveTo>
                  <a:pt x="0" y="0"/>
                </a:moveTo>
                <a:lnTo>
                  <a:pt x="18288000" y="0"/>
                </a:lnTo>
                <a:lnTo>
                  <a:pt x="18288000" y="4017476"/>
                </a:lnTo>
                <a:lnTo>
                  <a:pt x="0" y="4017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7587" r="-11576" b="-11080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879CFDC-AC31-6DA4-05AC-94F6B9F66483}"/>
              </a:ext>
            </a:extLst>
          </p:cNvPr>
          <p:cNvGrpSpPr/>
          <p:nvPr/>
        </p:nvGrpSpPr>
        <p:grpSpPr>
          <a:xfrm>
            <a:off x="1028700" y="5473626"/>
            <a:ext cx="9328935" cy="2761103"/>
            <a:chOff x="0" y="0"/>
            <a:chExt cx="4871184" cy="14417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7C3B70A-F983-8F69-AAE5-D4E4F44C8218}"/>
                </a:ext>
              </a:extLst>
            </p:cNvPr>
            <p:cNvSpPr/>
            <p:nvPr/>
          </p:nvSpPr>
          <p:spPr>
            <a:xfrm>
              <a:off x="0" y="0"/>
              <a:ext cx="4871184" cy="1441734"/>
            </a:xfrm>
            <a:custGeom>
              <a:avLst/>
              <a:gdLst/>
              <a:ahLst/>
              <a:cxnLst/>
              <a:rect l="l" t="t" r="r" b="b"/>
              <a:pathLst>
                <a:path w="4871184" h="1441734">
                  <a:moveTo>
                    <a:pt x="0" y="0"/>
                  </a:moveTo>
                  <a:lnTo>
                    <a:pt x="4871184" y="0"/>
                  </a:lnTo>
                  <a:lnTo>
                    <a:pt x="4871184" y="1441734"/>
                  </a:lnTo>
                  <a:lnTo>
                    <a:pt x="0" y="1441734"/>
                  </a:lnTo>
                  <a:close/>
                </a:path>
              </a:pathLst>
            </a:custGeom>
            <a:solidFill>
              <a:srgbClr val="01206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7">
            <a:extLst>
              <a:ext uri="{FF2B5EF4-FFF2-40B4-BE49-F238E27FC236}">
                <a16:creationId xmlns:a16="http://schemas.microsoft.com/office/drawing/2014/main" id="{ED2B9CA2-3C1F-641D-DEED-2F28622866C9}"/>
              </a:ext>
            </a:extLst>
          </p:cNvPr>
          <p:cNvSpPr txBox="1"/>
          <p:nvPr/>
        </p:nvSpPr>
        <p:spPr>
          <a:xfrm>
            <a:off x="1525079" y="6130496"/>
            <a:ext cx="8228521" cy="1962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13"/>
              </a:lnSpc>
            </a:pP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1.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Đặc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trưng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44" dirty="0" err="1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5400" b="1" spc="44" dirty="0">
                <a:solidFill>
                  <a:srgbClr val="FFFFFF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</a:p>
          <a:p>
            <a:pPr algn="ctr">
              <a:lnSpc>
                <a:spcPts val="5113"/>
              </a:lnSpc>
            </a:pPr>
            <a:endParaRPr lang="en-US" sz="5400" b="1" spc="44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ADB74DD9-A0D6-7956-C9B9-E385E71F9D94}"/>
              </a:ext>
            </a:extLst>
          </p:cNvPr>
          <p:cNvSpPr txBox="1"/>
          <p:nvPr/>
        </p:nvSpPr>
        <p:spPr>
          <a:xfrm>
            <a:off x="2831016" y="2255709"/>
            <a:ext cx="13856784" cy="1527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tham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có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thể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trả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vào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họ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rãnh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mà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không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phải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sắp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xếp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buổi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gặp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mặt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.</a:t>
            </a:r>
          </a:p>
          <a:p>
            <a:pPr algn="l">
              <a:lnSpc>
                <a:spcPts val="3977"/>
              </a:lnSpc>
            </a:pPr>
            <a:endParaRPr lang="en-US" sz="33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C3192482-5C55-312E-F69B-517341DEB0A1}"/>
              </a:ext>
            </a:extLst>
          </p:cNvPr>
          <p:cNvSpPr txBox="1"/>
          <p:nvPr/>
        </p:nvSpPr>
        <p:spPr>
          <a:xfrm>
            <a:off x="2831016" y="750592"/>
            <a:ext cx="14161584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thường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đóng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vì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tính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rõ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ràng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cụ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thể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.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Điều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này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giúp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hạn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chế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tối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đa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năng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gây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hiểu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nhầm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4F70568C-8847-53DA-08C0-003EFB1D2604}"/>
              </a:ext>
            </a:extLst>
          </p:cNvPr>
          <p:cNvSpPr/>
          <p:nvPr/>
        </p:nvSpPr>
        <p:spPr>
          <a:xfrm>
            <a:off x="2124049" y="854267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77873261-21D0-1631-F6C0-28A9637FEEAA}"/>
              </a:ext>
            </a:extLst>
          </p:cNvPr>
          <p:cNvSpPr/>
          <p:nvPr/>
        </p:nvSpPr>
        <p:spPr>
          <a:xfrm>
            <a:off x="2124049" y="2255709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8E3A9DF7-C23F-C0AC-98C9-143C1A302BBC}"/>
              </a:ext>
            </a:extLst>
          </p:cNvPr>
          <p:cNvSpPr txBox="1"/>
          <p:nvPr/>
        </p:nvSpPr>
        <p:spPr>
          <a:xfrm>
            <a:off x="2831016" y="3616071"/>
            <a:ext cx="13332935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Sự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ẩn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danh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thiết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kế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để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bảo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vệ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danh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tính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trả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mục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đích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của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này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là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nhằm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tham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trả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lời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có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thể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thoải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mái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cung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cấp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kiến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trung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thực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hơn</a:t>
            </a:r>
            <a:r>
              <a:rPr lang="en-US" sz="33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13F136BB-0C9A-8F76-0CDC-7FBAE210ED92}"/>
              </a:ext>
            </a:extLst>
          </p:cNvPr>
          <p:cNvSpPr/>
          <p:nvPr/>
        </p:nvSpPr>
        <p:spPr>
          <a:xfrm>
            <a:off x="2124049" y="3783137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9">
            <a:extLst>
              <a:ext uri="{FF2B5EF4-FFF2-40B4-BE49-F238E27FC236}">
                <a16:creationId xmlns:a16="http://schemas.microsoft.com/office/drawing/2014/main" id="{2DB032E1-738F-95BA-429C-EF5BAB6CDEA1}"/>
              </a:ext>
            </a:extLst>
          </p:cNvPr>
          <p:cNvSpPr txBox="1"/>
          <p:nvPr/>
        </p:nvSpPr>
        <p:spPr>
          <a:xfrm>
            <a:off x="-15879138" y="571500"/>
            <a:ext cx="15498138" cy="1808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Có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thể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trong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phạm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vi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rộng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lớn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thì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phù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phép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tin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kiến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từ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nhiều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cùng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lúc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34" name="TextBox 8">
            <a:extLst>
              <a:ext uri="{FF2B5EF4-FFF2-40B4-BE49-F238E27FC236}">
                <a16:creationId xmlns:a16="http://schemas.microsoft.com/office/drawing/2014/main" id="{BD315E34-70BE-D3A2-A3D2-91647EE67F36}"/>
              </a:ext>
            </a:extLst>
          </p:cNvPr>
          <p:cNvSpPr txBox="1"/>
          <p:nvPr/>
        </p:nvSpPr>
        <p:spPr>
          <a:xfrm>
            <a:off x="-15879138" y="2558223"/>
            <a:ext cx="14327771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cụ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tin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từ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nhiều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qua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tiêu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chuẩn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E5FA59DD-D90F-024E-F4DF-F2CE6C544937}"/>
              </a:ext>
            </a:extLst>
          </p:cNvPr>
          <p:cNvSpPr/>
          <p:nvPr/>
        </p:nvSpPr>
        <p:spPr>
          <a:xfrm>
            <a:off x="-16611600" y="794432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11">
            <a:extLst>
              <a:ext uri="{FF2B5EF4-FFF2-40B4-BE49-F238E27FC236}">
                <a16:creationId xmlns:a16="http://schemas.microsoft.com/office/drawing/2014/main" id="{F19EDA26-EA5B-5CBA-A5E1-A0B5DBD89B60}"/>
              </a:ext>
            </a:extLst>
          </p:cNvPr>
          <p:cNvSpPr/>
          <p:nvPr/>
        </p:nvSpPr>
        <p:spPr>
          <a:xfrm>
            <a:off x="-16611600" y="2720530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8EE51A31-1AE9-BBEC-2A1A-0F830378BCAF}"/>
              </a:ext>
            </a:extLst>
          </p:cNvPr>
          <p:cNvSpPr txBox="1"/>
          <p:nvPr/>
        </p:nvSpPr>
        <p:spPr>
          <a:xfrm>
            <a:off x="-15879138" y="4135471"/>
            <a:ext cx="14327771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phổ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biến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dưới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dạng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điện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như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email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hoặc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trên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Web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để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kiệm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chi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gian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3D4C4212-711D-E744-E04B-4605867DC85A}"/>
              </a:ext>
            </a:extLst>
          </p:cNvPr>
          <p:cNvSpPr/>
          <p:nvPr/>
        </p:nvSpPr>
        <p:spPr>
          <a:xfrm>
            <a:off x="-16611600" y="4247958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19" y="0"/>
                </a:lnTo>
                <a:lnTo>
                  <a:pt x="338019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34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10" r="-10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742467" y="2365565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873" y="7195600"/>
            <a:ext cx="2540255" cy="571558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8853683" y="2443722"/>
            <a:ext cx="580635" cy="575480"/>
            <a:chOff x="0" y="0"/>
            <a:chExt cx="774180" cy="767307"/>
          </a:xfrm>
        </p:grpSpPr>
        <p:sp>
          <p:nvSpPr>
            <p:cNvPr id="8" name="Freeform 8"/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29985" y="3993439"/>
            <a:ext cx="13431096" cy="230608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Kỹ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thuật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Questionnaires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được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dùng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hợp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nào</a:t>
            </a:r>
            <a:endParaRPr lang="en-US" sz="7200" kern="100" dirty="0">
              <a:solidFill>
                <a:schemeClr val="bg1"/>
              </a:solidFill>
              <a:effectLst/>
              <a:latin typeface="Averta Std Black" panose="00000A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Freeform 2">
            <a:extLst>
              <a:ext uri="{FF2B5EF4-FFF2-40B4-BE49-F238E27FC236}">
                <a16:creationId xmlns:a16="http://schemas.microsoft.com/office/drawing/2014/main" id="{E2802185-2115-D7DE-5835-8F14D60DD42E}"/>
              </a:ext>
            </a:extLst>
          </p:cNvPr>
          <p:cNvSpPr/>
          <p:nvPr/>
        </p:nvSpPr>
        <p:spPr>
          <a:xfrm>
            <a:off x="11343370" y="10287000"/>
            <a:ext cx="6944630" cy="10287000"/>
          </a:xfrm>
          <a:custGeom>
            <a:avLst/>
            <a:gdLst/>
            <a:ahLst/>
            <a:cxnLst/>
            <a:rect l="l" t="t" r="r" b="b"/>
            <a:pathLst>
              <a:path w="6944630" h="10287000">
                <a:moveTo>
                  <a:pt x="0" y="0"/>
                </a:moveTo>
                <a:lnTo>
                  <a:pt x="6944630" y="0"/>
                </a:lnTo>
                <a:lnTo>
                  <a:pt x="69446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748" t="-12976" r="-5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24D9EEA6-743F-75DC-DE44-F4B50033FB11}"/>
              </a:ext>
            </a:extLst>
          </p:cNvPr>
          <p:cNvSpPr txBox="1"/>
          <p:nvPr/>
        </p:nvSpPr>
        <p:spPr>
          <a:xfrm>
            <a:off x="972409" y="11489166"/>
            <a:ext cx="9924191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2.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dùng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trường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nào</a:t>
            </a:r>
            <a:endParaRPr lang="en-US" sz="5400" b="1" spc="54" dirty="0">
              <a:solidFill>
                <a:srgbClr val="000000"/>
              </a:solidFill>
              <a:latin typeface="Averta Std Black" panose="00000A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6264"/>
              </a:lnSpc>
            </a:pPr>
            <a:endParaRPr lang="en-US" sz="54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CD627F3D-FAC5-053C-9A62-7347886097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1536907" y="12204218"/>
            <a:ext cx="4506167" cy="8636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94DC88-74FA-03C0-C15B-C08F59B7A08A}"/>
              </a:ext>
            </a:extLst>
          </p:cNvPr>
          <p:cNvSpPr/>
          <p:nvPr/>
        </p:nvSpPr>
        <p:spPr>
          <a:xfrm>
            <a:off x="11343370" y="0"/>
            <a:ext cx="6944630" cy="10287000"/>
          </a:xfrm>
          <a:custGeom>
            <a:avLst/>
            <a:gdLst/>
            <a:ahLst/>
            <a:cxnLst/>
            <a:rect l="l" t="t" r="r" b="b"/>
            <a:pathLst>
              <a:path w="6944630" h="10287000">
                <a:moveTo>
                  <a:pt x="0" y="0"/>
                </a:moveTo>
                <a:lnTo>
                  <a:pt x="6944630" y="0"/>
                </a:lnTo>
                <a:lnTo>
                  <a:pt x="69446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48" t="-12976" r="-5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42FB1F2-4025-FEB1-12AC-D7E4247C8173}"/>
              </a:ext>
            </a:extLst>
          </p:cNvPr>
          <p:cNvSpPr txBox="1"/>
          <p:nvPr/>
        </p:nvSpPr>
        <p:spPr>
          <a:xfrm>
            <a:off x="972409" y="800100"/>
            <a:ext cx="10152791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60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2. </a:t>
            </a:r>
            <a:r>
              <a:rPr lang="en-US" sz="60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60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60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60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  <a:r>
              <a:rPr lang="en-US" sz="60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60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60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dùng</a:t>
            </a:r>
            <a:r>
              <a:rPr lang="en-US" sz="60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60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60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60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trường</a:t>
            </a:r>
            <a:r>
              <a:rPr lang="en-US" sz="60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60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60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60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nào</a:t>
            </a:r>
            <a:endParaRPr lang="en-US" sz="6000" b="1" spc="54" dirty="0">
              <a:solidFill>
                <a:srgbClr val="000000"/>
              </a:solidFill>
              <a:latin typeface="Averta Std Black" panose="00000A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6264"/>
              </a:lnSpc>
            </a:pPr>
            <a:endParaRPr lang="en-US" sz="54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6B6E84A-EB6C-75FA-41D8-883953A19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536907" y="1917218"/>
            <a:ext cx="4506167" cy="863682"/>
          </a:xfrm>
          <a:prstGeom prst="rect">
            <a:avLst/>
          </a:prstGeom>
        </p:spPr>
      </p:pic>
      <p:sp>
        <p:nvSpPr>
          <p:cNvPr id="5" name="Freeform 2">
            <a:extLst>
              <a:ext uri="{FF2B5EF4-FFF2-40B4-BE49-F238E27FC236}">
                <a16:creationId xmlns:a16="http://schemas.microsoft.com/office/drawing/2014/main" id="{16D21212-CD3A-CE91-57D7-9E5F5B95BD0D}"/>
              </a:ext>
            </a:extLst>
          </p:cNvPr>
          <p:cNvSpPr/>
          <p:nvPr/>
        </p:nvSpPr>
        <p:spPr>
          <a:xfrm>
            <a:off x="-13447" y="-1031842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10" r="-10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E2C4F25-CFD1-9384-1745-FC62610C3F91}"/>
              </a:ext>
            </a:extLst>
          </p:cNvPr>
          <p:cNvSpPr/>
          <p:nvPr/>
        </p:nvSpPr>
        <p:spPr>
          <a:xfrm>
            <a:off x="8729020" y="-7952857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A9C4120-A425-0641-9225-981191C83B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0426" y="-3122822"/>
            <a:ext cx="2540255" cy="57155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49B1043-F72D-39E0-8BF6-94D3A8F0A314}"/>
              </a:ext>
            </a:extLst>
          </p:cNvPr>
          <p:cNvGrpSpPr/>
          <p:nvPr/>
        </p:nvGrpSpPr>
        <p:grpSpPr>
          <a:xfrm>
            <a:off x="8840236" y="-7874700"/>
            <a:ext cx="580635" cy="575480"/>
            <a:chOff x="0" y="0"/>
            <a:chExt cx="774180" cy="767307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7CAF3BB-AD58-8D17-1EFD-A4C4093A3460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B4835D8-3479-2338-03B4-BE695EC9C7F1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734D381-7118-7C10-31C1-4726C1C0EC3A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C20B550-A384-9D55-7E97-6BC178F512AD}"/>
              </a:ext>
            </a:extLst>
          </p:cNvPr>
          <p:cNvSpPr txBox="1"/>
          <p:nvPr/>
        </p:nvSpPr>
        <p:spPr>
          <a:xfrm>
            <a:off x="2816538" y="-6324983"/>
            <a:ext cx="13431096" cy="2306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Kỹ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thuật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Questionnaires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được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dùng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hợp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nào</a:t>
            </a:r>
            <a:endParaRPr lang="en-US" sz="7200" kern="100" dirty="0">
              <a:solidFill>
                <a:schemeClr val="bg1"/>
              </a:solidFill>
              <a:effectLst/>
              <a:latin typeface="Averta Std Black" panose="00000A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AEC7F988-949D-3431-CB76-11D345DF06A1}"/>
              </a:ext>
            </a:extLst>
          </p:cNvPr>
          <p:cNvSpPr txBox="1"/>
          <p:nvPr/>
        </p:nvSpPr>
        <p:spPr>
          <a:xfrm>
            <a:off x="26973400" y="912704"/>
            <a:ext cx="10136000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2.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dùng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trường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nào</a:t>
            </a:r>
            <a:endParaRPr lang="en-US" sz="54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6264"/>
              </a:lnSpc>
            </a:pPr>
            <a:endParaRPr lang="en-US" sz="54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4ED7E2CE-AADC-6024-D8B3-CB3E82E7E5CC}"/>
              </a:ext>
            </a:extLst>
          </p:cNvPr>
          <p:cNvSpPr txBox="1"/>
          <p:nvPr/>
        </p:nvSpPr>
        <p:spPr>
          <a:xfrm>
            <a:off x="27768046" y="6342713"/>
            <a:ext cx="8782972" cy="251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Trong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dự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án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có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ngân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sách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hoặc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thời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hạn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chế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phỏng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vấn</a:t>
            </a:r>
            <a:endParaRPr lang="en-US" sz="41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913"/>
              </a:lnSpc>
            </a:pPr>
            <a:endParaRPr lang="en-US" sz="41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632A79FF-73A4-9F29-58A1-A8A6F9788C25}"/>
              </a:ext>
            </a:extLst>
          </p:cNvPr>
          <p:cNvSpPr txBox="1"/>
          <p:nvPr/>
        </p:nvSpPr>
        <p:spPr>
          <a:xfrm>
            <a:off x="27916931" y="3421376"/>
            <a:ext cx="8782972" cy="240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Khi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lớn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để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đánh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giá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kiến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hoặc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nhu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cầu</a:t>
            </a:r>
            <a:endParaRPr lang="en-US" sz="4200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3977"/>
              </a:lnSpc>
            </a:pPr>
            <a:endParaRPr lang="en-US" sz="4200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489C73E5-8A85-306C-DECB-4A1AFE60F92E}"/>
              </a:ext>
            </a:extLst>
          </p:cNvPr>
          <p:cNvSpPr/>
          <p:nvPr/>
        </p:nvSpPr>
        <p:spPr>
          <a:xfrm>
            <a:off x="27013607" y="3582273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C400CB2C-D0D8-4394-FAC8-2C5BAA65443E}"/>
              </a:ext>
            </a:extLst>
          </p:cNvPr>
          <p:cNvSpPr/>
          <p:nvPr/>
        </p:nvSpPr>
        <p:spPr>
          <a:xfrm>
            <a:off x="27013607" y="6542582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E9C7D642-0C36-7022-11DE-91E0AAC21869}"/>
              </a:ext>
            </a:extLst>
          </p:cNvPr>
          <p:cNvSpPr txBox="1"/>
          <p:nvPr/>
        </p:nvSpPr>
        <p:spPr>
          <a:xfrm>
            <a:off x="-9014627" y="4229100"/>
            <a:ext cx="7917371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tin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về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khối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lượng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báo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cáo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đã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nhận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khối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lượng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giao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dịch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xử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lý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nhiệm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vụ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khó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khăn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gặp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phải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góp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về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cải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thiện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tốt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hiệu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quả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hơn</a:t>
            </a:r>
            <a:endParaRPr lang="en-US" sz="4000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04428C5E-BCE3-B35D-3047-B4CEFB8E5D2E}"/>
              </a:ext>
            </a:extLst>
          </p:cNvPr>
          <p:cNvSpPr/>
          <p:nvPr/>
        </p:nvSpPr>
        <p:spPr>
          <a:xfrm>
            <a:off x="-9753600" y="4344273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55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766C3-EB45-FE55-3DB3-E0415E09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A25C37-B9D8-DF4A-3CA5-E8D640C39E22}"/>
              </a:ext>
            </a:extLst>
          </p:cNvPr>
          <p:cNvSpPr/>
          <p:nvPr/>
        </p:nvSpPr>
        <p:spPr>
          <a:xfrm>
            <a:off x="11343370" y="0"/>
            <a:ext cx="6944630" cy="10287000"/>
          </a:xfrm>
          <a:custGeom>
            <a:avLst/>
            <a:gdLst/>
            <a:ahLst/>
            <a:cxnLst/>
            <a:rect l="l" t="t" r="r" b="b"/>
            <a:pathLst>
              <a:path w="6944630" h="10287000">
                <a:moveTo>
                  <a:pt x="0" y="0"/>
                </a:moveTo>
                <a:lnTo>
                  <a:pt x="6944630" y="0"/>
                </a:lnTo>
                <a:lnTo>
                  <a:pt x="69446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48" t="-12976" r="-5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36DCF5A-F28F-3B20-0FC8-B403C5E50BAD}"/>
              </a:ext>
            </a:extLst>
          </p:cNvPr>
          <p:cNvSpPr txBox="1"/>
          <p:nvPr/>
        </p:nvSpPr>
        <p:spPr>
          <a:xfrm>
            <a:off x="972409" y="692646"/>
            <a:ext cx="9847991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5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2. </a:t>
            </a:r>
            <a:r>
              <a:rPr lang="en-US" sz="55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55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5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55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  <a:r>
              <a:rPr lang="en-US" sz="55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55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5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dùng</a:t>
            </a:r>
            <a:r>
              <a:rPr lang="en-US" sz="55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5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55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5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trường</a:t>
            </a:r>
            <a:r>
              <a:rPr lang="en-US" sz="55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5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55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5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nào</a:t>
            </a:r>
            <a:endParaRPr lang="en-US" sz="5500" b="1" spc="54" dirty="0">
              <a:solidFill>
                <a:srgbClr val="000000"/>
              </a:solidFill>
              <a:latin typeface="Averta Std Black" panose="00000A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6264"/>
              </a:lnSpc>
            </a:pPr>
            <a:endParaRPr lang="en-US" sz="54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B1CED32-7FD6-C048-EA5A-1D66A1D43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834690" y="1960377"/>
            <a:ext cx="4506167" cy="863682"/>
          </a:xfrm>
          <a:prstGeom prst="rect">
            <a:avLst/>
          </a:prstGeom>
        </p:spPr>
      </p:pic>
      <p:sp>
        <p:nvSpPr>
          <p:cNvPr id="22" name="TextBox 6">
            <a:extLst>
              <a:ext uri="{FF2B5EF4-FFF2-40B4-BE49-F238E27FC236}">
                <a16:creationId xmlns:a16="http://schemas.microsoft.com/office/drawing/2014/main" id="{19D18B6C-39E2-D354-AC67-EA2432AC864C}"/>
              </a:ext>
            </a:extLst>
          </p:cNvPr>
          <p:cNvSpPr txBox="1"/>
          <p:nvPr/>
        </p:nvSpPr>
        <p:spPr>
          <a:xfrm>
            <a:off x="1912429" y="4229100"/>
            <a:ext cx="7917371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tin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về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khối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lượng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báo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cáo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đã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nhận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khối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lượng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giao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dịch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xử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lý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nhiệm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vụ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khó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khăn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gặp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phải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góp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về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cải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thiện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tốt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hiệu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quả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hơn</a:t>
            </a:r>
            <a:endParaRPr lang="en-US" sz="4000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A871920E-2D9B-A54E-396D-5ACC9025539A}"/>
              </a:ext>
            </a:extLst>
          </p:cNvPr>
          <p:cNvSpPr/>
          <p:nvPr/>
        </p:nvSpPr>
        <p:spPr>
          <a:xfrm>
            <a:off x="1173456" y="4344273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85F7951D-F412-E256-33AB-1FF33DA6C414}"/>
              </a:ext>
            </a:extLst>
          </p:cNvPr>
          <p:cNvSpPr txBox="1"/>
          <p:nvPr/>
        </p:nvSpPr>
        <p:spPr>
          <a:xfrm>
            <a:off x="26973400" y="912704"/>
            <a:ext cx="10136000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2.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dùng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trường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5400" b="1" spc="54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nào</a:t>
            </a:r>
            <a:endParaRPr lang="en-US" sz="54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6264"/>
              </a:lnSpc>
            </a:pPr>
            <a:endParaRPr lang="en-US" sz="54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C244E981-E617-DEEB-3ED3-DB9B82F9FF28}"/>
              </a:ext>
            </a:extLst>
          </p:cNvPr>
          <p:cNvSpPr txBox="1"/>
          <p:nvPr/>
        </p:nvSpPr>
        <p:spPr>
          <a:xfrm>
            <a:off x="27768046" y="6342713"/>
            <a:ext cx="8782972" cy="251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Trong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dự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án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có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ngân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sách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hoặc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thời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hạn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chế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phỏng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vấn</a:t>
            </a:r>
            <a:endParaRPr lang="en-US" sz="41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913"/>
              </a:lnSpc>
            </a:pPr>
            <a:endParaRPr lang="en-US" sz="41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3E375AED-640A-BFD5-E868-6465590FC18D}"/>
              </a:ext>
            </a:extLst>
          </p:cNvPr>
          <p:cNvSpPr txBox="1"/>
          <p:nvPr/>
        </p:nvSpPr>
        <p:spPr>
          <a:xfrm>
            <a:off x="27916931" y="3421376"/>
            <a:ext cx="8782972" cy="240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Khi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lớn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để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đánh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giá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kiến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hoặc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nhu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cầu</a:t>
            </a:r>
            <a:endParaRPr lang="en-US" sz="4200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3977"/>
              </a:lnSpc>
            </a:pPr>
            <a:endParaRPr lang="en-US" sz="4200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746DF588-10D8-A76C-624D-F18E7715A56D}"/>
              </a:ext>
            </a:extLst>
          </p:cNvPr>
          <p:cNvSpPr/>
          <p:nvPr/>
        </p:nvSpPr>
        <p:spPr>
          <a:xfrm>
            <a:off x="27013607" y="3582273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44D15790-77D8-72FA-3FA8-BB0E33466357}"/>
              </a:ext>
            </a:extLst>
          </p:cNvPr>
          <p:cNvSpPr/>
          <p:nvPr/>
        </p:nvSpPr>
        <p:spPr>
          <a:xfrm>
            <a:off x="27013607" y="6542582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82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44630" cy="10287000"/>
          </a:xfrm>
          <a:custGeom>
            <a:avLst/>
            <a:gdLst/>
            <a:ahLst/>
            <a:cxnLst/>
            <a:rect l="l" t="t" r="r" b="b"/>
            <a:pathLst>
              <a:path w="6944630" h="10287000">
                <a:moveTo>
                  <a:pt x="0" y="0"/>
                </a:moveTo>
                <a:lnTo>
                  <a:pt x="6944630" y="0"/>
                </a:lnTo>
                <a:lnTo>
                  <a:pt x="69446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48" t="-12976" r="-5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681682" y="912704"/>
            <a:ext cx="10136000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400" b="1" spc="54" dirty="0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2. </a:t>
            </a:r>
            <a:r>
              <a:rPr lang="en-US" sz="5400" b="1" spc="54" dirty="0" err="1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Kỹ</a:t>
            </a:r>
            <a:r>
              <a:rPr lang="en-US" sz="5400" b="1" spc="54" dirty="0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thuật</a:t>
            </a:r>
            <a:r>
              <a:rPr lang="en-US" sz="5400" b="1" spc="54" dirty="0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 Questionnaires </a:t>
            </a:r>
            <a:r>
              <a:rPr lang="en-US" sz="5400" b="1" spc="54" dirty="0" err="1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được</a:t>
            </a:r>
            <a:r>
              <a:rPr lang="en-US" sz="5400" b="1" spc="54" dirty="0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dùng</a:t>
            </a:r>
            <a:r>
              <a:rPr lang="en-US" sz="5400" b="1" spc="54" dirty="0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cho</a:t>
            </a:r>
            <a:r>
              <a:rPr lang="en-US" sz="5400" b="1" spc="54" dirty="0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trường</a:t>
            </a:r>
            <a:r>
              <a:rPr lang="en-US" sz="5400" b="1" spc="54" dirty="0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hợp</a:t>
            </a:r>
            <a:r>
              <a:rPr lang="en-US" sz="5400" b="1" spc="54" dirty="0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nào</a:t>
            </a:r>
            <a:endParaRPr lang="en-US" sz="5400" b="1" spc="54" dirty="0">
              <a:solidFill>
                <a:srgbClr val="000000"/>
              </a:solidFill>
              <a:latin typeface="+mj-lt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6264"/>
              </a:lnSpc>
            </a:pPr>
            <a:endParaRPr lang="en-US" sz="54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5508272" y="1661391"/>
            <a:ext cx="4506167" cy="863682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476328" y="6342713"/>
            <a:ext cx="8782972" cy="251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Trong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dự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án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có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ngân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sách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hoặc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thời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hạn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chế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phỏng</a:t>
            </a:r>
            <a:r>
              <a:rPr lang="en-US" sz="41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vấn</a:t>
            </a:r>
            <a:endParaRPr lang="en-US" sz="41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913"/>
              </a:lnSpc>
            </a:pPr>
            <a:endParaRPr lang="en-US" sz="41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625213" y="3421376"/>
            <a:ext cx="8782972" cy="240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Khi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lớn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để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đánh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giá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kiến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hoặc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nhu</a:t>
            </a:r>
            <a:r>
              <a:rPr lang="en-US" sz="42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cầu</a:t>
            </a:r>
            <a:endParaRPr lang="en-US" sz="4200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3977"/>
              </a:lnSpc>
            </a:pPr>
            <a:endParaRPr lang="en-US" sz="4200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7721889" y="3582273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721889" y="6542582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F7EFBF61-782C-B225-C710-E4A5AB8DC025}"/>
              </a:ext>
            </a:extLst>
          </p:cNvPr>
          <p:cNvSpPr txBox="1"/>
          <p:nvPr/>
        </p:nvSpPr>
        <p:spPr>
          <a:xfrm>
            <a:off x="-11129943" y="1202166"/>
            <a:ext cx="9910743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2.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Kỹ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Questionnaires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dùng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trường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5400" b="1" spc="54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5400" b="1" spc="54" dirty="0" err="1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nào</a:t>
            </a:r>
            <a:endParaRPr lang="en-US" sz="5400" b="1" spc="54" dirty="0">
              <a:solidFill>
                <a:srgbClr val="000000"/>
              </a:solidFill>
              <a:latin typeface="Averta Std Black" panose="00000A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6264"/>
              </a:lnSpc>
            </a:pPr>
            <a:endParaRPr lang="en-US" sz="5400" b="1" spc="54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D5745FBD-A7D6-71D7-6428-4E0722DCBC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13937042" y="1960377"/>
            <a:ext cx="4506167" cy="863682"/>
          </a:xfrm>
          <a:prstGeom prst="rect">
            <a:avLst/>
          </a:prstGeom>
        </p:spPr>
      </p:pic>
      <p:sp>
        <p:nvSpPr>
          <p:cNvPr id="17" name="TextBox 6">
            <a:extLst>
              <a:ext uri="{FF2B5EF4-FFF2-40B4-BE49-F238E27FC236}">
                <a16:creationId xmlns:a16="http://schemas.microsoft.com/office/drawing/2014/main" id="{FA61A44C-1089-B1A6-4DC8-870A39A27C06}"/>
              </a:ext>
            </a:extLst>
          </p:cNvPr>
          <p:cNvSpPr txBox="1"/>
          <p:nvPr/>
        </p:nvSpPr>
        <p:spPr>
          <a:xfrm>
            <a:off x="-10691027" y="4229100"/>
            <a:ext cx="7917371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tin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về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khối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lượng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báo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cáo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đã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nhận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khối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lượng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giao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dịch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xử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lý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nhiệm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vụ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khó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khăn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gặp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phải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góp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về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cải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thiện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tốt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hiệu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quả</a:t>
            </a:r>
            <a:r>
              <a:rPr lang="en-US" sz="4000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hơn</a:t>
            </a:r>
            <a:endParaRPr lang="en-US" sz="4000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1C58EF94-B1CB-1398-6E63-68FA8B144F54}"/>
              </a:ext>
            </a:extLst>
          </p:cNvPr>
          <p:cNvSpPr/>
          <p:nvPr/>
        </p:nvSpPr>
        <p:spPr>
          <a:xfrm>
            <a:off x="-11430000" y="4344273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7">
            <a:extLst>
              <a:ext uri="{FF2B5EF4-FFF2-40B4-BE49-F238E27FC236}">
                <a16:creationId xmlns:a16="http://schemas.microsoft.com/office/drawing/2014/main" id="{E8BA0331-4DC5-0A42-1026-5E0B3552B57F}"/>
              </a:ext>
            </a:extLst>
          </p:cNvPr>
          <p:cNvSpPr/>
          <p:nvPr/>
        </p:nvSpPr>
        <p:spPr>
          <a:xfrm>
            <a:off x="7721889" y="3582273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705B59CB-FD87-4CAF-4247-C8FB2EE6BE87}"/>
              </a:ext>
            </a:extLst>
          </p:cNvPr>
          <p:cNvSpPr/>
          <p:nvPr/>
        </p:nvSpPr>
        <p:spPr>
          <a:xfrm>
            <a:off x="7721889" y="6542582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id="{59835334-ACBC-6A03-37C2-193F42E7A2E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810" r="-10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9C381E54-29C6-FEBF-EDCF-920A6E29113D}"/>
              </a:ext>
            </a:extLst>
          </p:cNvPr>
          <p:cNvSpPr/>
          <p:nvPr/>
        </p:nvSpPr>
        <p:spPr>
          <a:xfrm>
            <a:off x="8742467" y="2365565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6" name="Picture 4">
            <a:extLst>
              <a:ext uri="{FF2B5EF4-FFF2-40B4-BE49-F238E27FC236}">
                <a16:creationId xmlns:a16="http://schemas.microsoft.com/office/drawing/2014/main" id="{A5EFAA39-BF6B-A401-17BD-999A4585B4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873" y="7195600"/>
            <a:ext cx="2540255" cy="571558"/>
          </a:xfrm>
          <a:prstGeom prst="rect">
            <a:avLst/>
          </a:prstGeom>
        </p:spPr>
      </p:pic>
      <p:grpSp>
        <p:nvGrpSpPr>
          <p:cNvPr id="27" name="Group 7">
            <a:extLst>
              <a:ext uri="{FF2B5EF4-FFF2-40B4-BE49-F238E27FC236}">
                <a16:creationId xmlns:a16="http://schemas.microsoft.com/office/drawing/2014/main" id="{6EF84648-35DA-0423-E2EA-40A857D07680}"/>
              </a:ext>
            </a:extLst>
          </p:cNvPr>
          <p:cNvGrpSpPr/>
          <p:nvPr/>
        </p:nvGrpSpPr>
        <p:grpSpPr>
          <a:xfrm>
            <a:off x="8853683" y="2443722"/>
            <a:ext cx="580635" cy="575480"/>
            <a:chOff x="0" y="0"/>
            <a:chExt cx="774180" cy="767307"/>
          </a:xfrm>
        </p:grpSpPr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A95BA54-C70B-22AA-A2DC-5014C8E35A34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9EFFBFB0-72C5-0554-767B-AA5F9EA3F981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0BF8B5E4-85A7-B750-B5F2-A00CCFFAE637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11">
            <a:extLst>
              <a:ext uri="{FF2B5EF4-FFF2-40B4-BE49-F238E27FC236}">
                <a16:creationId xmlns:a16="http://schemas.microsoft.com/office/drawing/2014/main" id="{9903FBB1-0924-F29C-586C-EB59CAB9001D}"/>
              </a:ext>
            </a:extLst>
          </p:cNvPr>
          <p:cNvSpPr txBox="1"/>
          <p:nvPr/>
        </p:nvSpPr>
        <p:spPr>
          <a:xfrm>
            <a:off x="2829985" y="3993439"/>
            <a:ext cx="13431096" cy="149399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96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3.Cách </a:t>
            </a:r>
            <a:r>
              <a:rPr lang="en-US" sz="96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tiến</a:t>
            </a:r>
            <a:r>
              <a:rPr lang="en-US" sz="96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96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hành</a:t>
            </a:r>
            <a:endParaRPr lang="en-US" sz="9600" kern="100" dirty="0">
              <a:solidFill>
                <a:schemeClr val="bg1"/>
              </a:solidFill>
              <a:effectLst/>
              <a:latin typeface="Averta Std Black" panose="00000A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0" name="Group 2">
            <a:extLst>
              <a:ext uri="{FF2B5EF4-FFF2-40B4-BE49-F238E27FC236}">
                <a16:creationId xmlns:a16="http://schemas.microsoft.com/office/drawing/2014/main" id="{D86C466B-FEB9-0481-1D0D-215B94710A8E}"/>
              </a:ext>
            </a:extLst>
          </p:cNvPr>
          <p:cNvGrpSpPr/>
          <p:nvPr/>
        </p:nvGrpSpPr>
        <p:grpSpPr>
          <a:xfrm>
            <a:off x="571500" y="13697063"/>
            <a:ext cx="3568194" cy="804482"/>
            <a:chOff x="0" y="0"/>
            <a:chExt cx="1466655" cy="330671"/>
          </a:xfrm>
        </p:grpSpPr>
        <p:sp>
          <p:nvSpPr>
            <p:cNvPr id="51" name="Freeform 3">
              <a:extLst>
                <a:ext uri="{FF2B5EF4-FFF2-40B4-BE49-F238E27FC236}">
                  <a16:creationId xmlns:a16="http://schemas.microsoft.com/office/drawing/2014/main" id="{A21ADB60-648B-ECA5-3035-564622A985D6}"/>
                </a:ext>
              </a:extLst>
            </p:cNvPr>
            <p:cNvSpPr/>
            <p:nvPr/>
          </p:nvSpPr>
          <p:spPr>
            <a:xfrm>
              <a:off x="0" y="0"/>
              <a:ext cx="1466655" cy="330671"/>
            </a:xfrm>
            <a:custGeom>
              <a:avLst/>
              <a:gdLst/>
              <a:ahLst/>
              <a:cxnLst/>
              <a:rect l="l" t="t" r="r" b="b"/>
              <a:pathLst>
                <a:path w="1466655" h="330671">
                  <a:moveTo>
                    <a:pt x="0" y="0"/>
                  </a:moveTo>
                  <a:lnTo>
                    <a:pt x="1466655" y="0"/>
                  </a:lnTo>
                  <a:lnTo>
                    <a:pt x="1466655" y="330671"/>
                  </a:lnTo>
                  <a:lnTo>
                    <a:pt x="0" y="330671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" name="TextBox 4">
            <a:extLst>
              <a:ext uri="{FF2B5EF4-FFF2-40B4-BE49-F238E27FC236}">
                <a16:creationId xmlns:a16="http://schemas.microsoft.com/office/drawing/2014/main" id="{B56C6C0F-93C6-240D-8571-72C7AC5CBF17}"/>
              </a:ext>
            </a:extLst>
          </p:cNvPr>
          <p:cNvSpPr txBox="1"/>
          <p:nvPr/>
        </p:nvSpPr>
        <p:spPr>
          <a:xfrm>
            <a:off x="810525" y="13296900"/>
            <a:ext cx="91092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3. CÁCH TIẾN HÀNH </a:t>
            </a: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53" name="AutoShape 7">
            <a:extLst>
              <a:ext uri="{FF2B5EF4-FFF2-40B4-BE49-F238E27FC236}">
                <a16:creationId xmlns:a16="http://schemas.microsoft.com/office/drawing/2014/main" id="{89B44E22-9833-FABE-A1D4-02830C2143B8}"/>
              </a:ext>
            </a:extLst>
          </p:cNvPr>
          <p:cNvSpPr/>
          <p:nvPr/>
        </p:nvSpPr>
        <p:spPr>
          <a:xfrm>
            <a:off x="2667000" y="16178692"/>
            <a:ext cx="0" cy="2883373"/>
          </a:xfrm>
          <a:prstGeom prst="line">
            <a:avLst/>
          </a:prstGeom>
          <a:ln w="38100" cap="flat">
            <a:solidFill>
              <a:srgbClr val="01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4" name="Group 8">
            <a:extLst>
              <a:ext uri="{FF2B5EF4-FFF2-40B4-BE49-F238E27FC236}">
                <a16:creationId xmlns:a16="http://schemas.microsoft.com/office/drawing/2014/main" id="{0F8F01DC-1523-8802-E996-189D34EE3DFB}"/>
              </a:ext>
            </a:extLst>
          </p:cNvPr>
          <p:cNvGrpSpPr/>
          <p:nvPr/>
        </p:nvGrpSpPr>
        <p:grpSpPr>
          <a:xfrm>
            <a:off x="2499765" y="16011457"/>
            <a:ext cx="334470" cy="334470"/>
            <a:chOff x="0" y="0"/>
            <a:chExt cx="6350000" cy="6350000"/>
          </a:xfrm>
        </p:grpSpPr>
        <p:sp>
          <p:nvSpPr>
            <p:cNvPr id="55" name="Freeform 9">
              <a:extLst>
                <a:ext uri="{FF2B5EF4-FFF2-40B4-BE49-F238E27FC236}">
                  <a16:creationId xmlns:a16="http://schemas.microsoft.com/office/drawing/2014/main" id="{0C3986AA-55D0-E7C3-410D-A80EA07F9585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10">
            <a:extLst>
              <a:ext uri="{FF2B5EF4-FFF2-40B4-BE49-F238E27FC236}">
                <a16:creationId xmlns:a16="http://schemas.microsoft.com/office/drawing/2014/main" id="{73C2AA98-BB09-031E-0F31-C8962B84EB98}"/>
              </a:ext>
            </a:extLst>
          </p:cNvPr>
          <p:cNvGrpSpPr/>
          <p:nvPr/>
        </p:nvGrpSpPr>
        <p:grpSpPr>
          <a:xfrm>
            <a:off x="2499765" y="18813882"/>
            <a:ext cx="334470" cy="334470"/>
            <a:chOff x="0" y="0"/>
            <a:chExt cx="6350000" cy="6350000"/>
          </a:xfrm>
        </p:grpSpPr>
        <p:sp>
          <p:nvSpPr>
            <p:cNvPr id="57" name="Freeform 11">
              <a:extLst>
                <a:ext uri="{FF2B5EF4-FFF2-40B4-BE49-F238E27FC236}">
                  <a16:creationId xmlns:a16="http://schemas.microsoft.com/office/drawing/2014/main" id="{8BF2DBD0-26B7-6558-E3DE-947567118268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DA36323-DE01-A47A-2D6A-3038D2D7A0AF}"/>
              </a:ext>
            </a:extLst>
          </p:cNvPr>
          <p:cNvGrpSpPr/>
          <p:nvPr/>
        </p:nvGrpSpPr>
        <p:grpSpPr>
          <a:xfrm>
            <a:off x="571500" y="1220184"/>
            <a:ext cx="3568194" cy="804482"/>
            <a:chOff x="0" y="0"/>
            <a:chExt cx="1466655" cy="3306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4556C1F-35B4-20BD-F25B-2E92B84A5846}"/>
                </a:ext>
              </a:extLst>
            </p:cNvPr>
            <p:cNvSpPr/>
            <p:nvPr/>
          </p:nvSpPr>
          <p:spPr>
            <a:xfrm>
              <a:off x="0" y="0"/>
              <a:ext cx="1466655" cy="330671"/>
            </a:xfrm>
            <a:custGeom>
              <a:avLst/>
              <a:gdLst/>
              <a:ahLst/>
              <a:cxnLst/>
              <a:rect l="l" t="t" r="r" b="b"/>
              <a:pathLst>
                <a:path w="1466655" h="330671">
                  <a:moveTo>
                    <a:pt x="0" y="0"/>
                  </a:moveTo>
                  <a:lnTo>
                    <a:pt x="1466655" y="0"/>
                  </a:lnTo>
                  <a:lnTo>
                    <a:pt x="1466655" y="330671"/>
                  </a:lnTo>
                  <a:lnTo>
                    <a:pt x="0" y="330671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32A82768-AA1D-1A4E-E54B-32110EEDB8C7}"/>
              </a:ext>
            </a:extLst>
          </p:cNvPr>
          <p:cNvSpPr txBox="1"/>
          <p:nvPr/>
        </p:nvSpPr>
        <p:spPr>
          <a:xfrm>
            <a:off x="810525" y="820021"/>
            <a:ext cx="91092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3. CÁCH TIẾN HÀNH </a:t>
            </a: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0B93EA6-6E1D-B770-2185-6AC1B3471DC5}"/>
              </a:ext>
            </a:extLst>
          </p:cNvPr>
          <p:cNvSpPr/>
          <p:nvPr/>
        </p:nvSpPr>
        <p:spPr>
          <a:xfrm>
            <a:off x="2667000" y="3701813"/>
            <a:ext cx="0" cy="2883373"/>
          </a:xfrm>
          <a:prstGeom prst="line">
            <a:avLst/>
          </a:prstGeom>
          <a:ln w="38100" cap="flat">
            <a:solidFill>
              <a:srgbClr val="01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C7D4644-8DAB-7923-50F6-6BAF494B9F68}"/>
              </a:ext>
            </a:extLst>
          </p:cNvPr>
          <p:cNvGrpSpPr/>
          <p:nvPr/>
        </p:nvGrpSpPr>
        <p:grpSpPr>
          <a:xfrm>
            <a:off x="2499765" y="3534578"/>
            <a:ext cx="334470" cy="334470"/>
            <a:chOff x="0" y="0"/>
            <a:chExt cx="6350000" cy="63500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0504960-8AC0-0F90-7402-5DD3B2CCF97E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1FF0887-BB50-DCA2-B025-1F8B68A85E50}"/>
              </a:ext>
            </a:extLst>
          </p:cNvPr>
          <p:cNvGrpSpPr/>
          <p:nvPr/>
        </p:nvGrpSpPr>
        <p:grpSpPr>
          <a:xfrm>
            <a:off x="2499765" y="6337003"/>
            <a:ext cx="334470" cy="334470"/>
            <a:chOff x="0" y="0"/>
            <a:chExt cx="6350000" cy="63500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AC2F91A-CF3D-10F2-0F78-24B318CCE29D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7">
            <a:extLst>
              <a:ext uri="{FF2B5EF4-FFF2-40B4-BE49-F238E27FC236}">
                <a16:creationId xmlns:a16="http://schemas.microsoft.com/office/drawing/2014/main" id="{EA4413F0-3FA9-036F-FFD0-E641097B8A6D}"/>
              </a:ext>
            </a:extLst>
          </p:cNvPr>
          <p:cNvSpPr/>
          <p:nvPr/>
        </p:nvSpPr>
        <p:spPr>
          <a:xfrm>
            <a:off x="7721889" y="-6742827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A02A542F-3AA9-C900-48B1-28145072C642}"/>
              </a:ext>
            </a:extLst>
          </p:cNvPr>
          <p:cNvSpPr/>
          <p:nvPr/>
        </p:nvSpPr>
        <p:spPr>
          <a:xfrm>
            <a:off x="7721889" y="-3782518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EFCACB9B-13B4-DE94-9662-2F6C932FFF4D}"/>
              </a:ext>
            </a:extLst>
          </p:cNvPr>
          <p:cNvSpPr/>
          <p:nvPr/>
        </p:nvSpPr>
        <p:spPr>
          <a:xfrm>
            <a:off x="0" y="-10325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10" r="-10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3B76CE2B-6F36-1B51-342E-AD98559D5E9C}"/>
              </a:ext>
            </a:extLst>
          </p:cNvPr>
          <p:cNvSpPr/>
          <p:nvPr/>
        </p:nvSpPr>
        <p:spPr>
          <a:xfrm>
            <a:off x="8742467" y="-7959535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05A85FE4-45E1-3FCB-3520-64A67D30C8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3873" y="-3129500"/>
            <a:ext cx="2540255" cy="571558"/>
          </a:xfrm>
          <a:prstGeom prst="rect">
            <a:avLst/>
          </a:prstGeom>
        </p:spPr>
      </p:pic>
      <p:grpSp>
        <p:nvGrpSpPr>
          <p:cNvPr id="25" name="Group 7">
            <a:extLst>
              <a:ext uri="{FF2B5EF4-FFF2-40B4-BE49-F238E27FC236}">
                <a16:creationId xmlns:a16="http://schemas.microsoft.com/office/drawing/2014/main" id="{561F77FF-5C90-A338-59EB-319E2AEFD266}"/>
              </a:ext>
            </a:extLst>
          </p:cNvPr>
          <p:cNvGrpSpPr/>
          <p:nvPr/>
        </p:nvGrpSpPr>
        <p:grpSpPr>
          <a:xfrm>
            <a:off x="8853683" y="-7881378"/>
            <a:ext cx="580635" cy="575480"/>
            <a:chOff x="0" y="0"/>
            <a:chExt cx="774180" cy="767307"/>
          </a:xfrm>
        </p:grpSpPr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5BC2CAB2-C2EE-418C-952E-346AE18F9290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2B0BC132-E344-0D87-82F1-7E671CDECEDA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B4CFCADB-629E-4932-0549-1C457CEA828E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:a16="http://schemas.microsoft.com/office/drawing/2014/main" id="{5668D65B-404A-F4EF-5EEB-0141CF4D2BA2}"/>
              </a:ext>
            </a:extLst>
          </p:cNvPr>
          <p:cNvSpPr txBox="1"/>
          <p:nvPr/>
        </p:nvSpPr>
        <p:spPr>
          <a:xfrm>
            <a:off x="2829985" y="-6331661"/>
            <a:ext cx="13431096" cy="149399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96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3.Cách </a:t>
            </a:r>
            <a:r>
              <a:rPr lang="en-US" sz="96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tiến</a:t>
            </a:r>
            <a:r>
              <a:rPr lang="en-US" sz="96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96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hành</a:t>
            </a:r>
            <a:endParaRPr lang="en-US" sz="9600" kern="100" dirty="0">
              <a:solidFill>
                <a:schemeClr val="bg1"/>
              </a:solidFill>
              <a:effectLst/>
              <a:latin typeface="Averta Std Black" panose="00000A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5">
            <a:extLst>
              <a:ext uri="{FF2B5EF4-FFF2-40B4-BE49-F238E27FC236}">
                <a16:creationId xmlns:a16="http://schemas.microsoft.com/office/drawing/2014/main" id="{0F9BB473-A115-468E-E130-0F6412C4EEA1}"/>
              </a:ext>
            </a:extLst>
          </p:cNvPr>
          <p:cNvGrpSpPr/>
          <p:nvPr/>
        </p:nvGrpSpPr>
        <p:grpSpPr>
          <a:xfrm>
            <a:off x="3351031" y="13003274"/>
            <a:ext cx="11585938" cy="2726246"/>
            <a:chOff x="0" y="0"/>
            <a:chExt cx="3628090" cy="853713"/>
          </a:xfrm>
        </p:grpSpPr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4C762B0E-1D7A-6744-AB25-F9769CA727FD}"/>
                </a:ext>
              </a:extLst>
            </p:cNvPr>
            <p:cNvSpPr/>
            <p:nvPr/>
          </p:nvSpPr>
          <p:spPr>
            <a:xfrm>
              <a:off x="0" y="0"/>
              <a:ext cx="3628090" cy="853713"/>
            </a:xfrm>
            <a:custGeom>
              <a:avLst/>
              <a:gdLst/>
              <a:ahLst/>
              <a:cxnLst/>
              <a:rect l="l" t="t" r="r" b="b"/>
              <a:pathLst>
                <a:path w="3628090" h="853713">
                  <a:moveTo>
                    <a:pt x="0" y="0"/>
                  </a:moveTo>
                  <a:lnTo>
                    <a:pt x="3628090" y="0"/>
                  </a:lnTo>
                  <a:lnTo>
                    <a:pt x="3628090" y="853713"/>
                  </a:lnTo>
                  <a:lnTo>
                    <a:pt x="0" y="853713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Freeform 12">
            <a:extLst>
              <a:ext uri="{FF2B5EF4-FFF2-40B4-BE49-F238E27FC236}">
                <a16:creationId xmlns:a16="http://schemas.microsoft.com/office/drawing/2014/main" id="{827F13A4-2734-34DB-F123-B3817770418A}"/>
              </a:ext>
            </a:extLst>
          </p:cNvPr>
          <p:cNvSpPr/>
          <p:nvPr/>
        </p:nvSpPr>
        <p:spPr>
          <a:xfrm>
            <a:off x="3813317" y="13778159"/>
            <a:ext cx="1172064" cy="1176476"/>
          </a:xfrm>
          <a:custGeom>
            <a:avLst/>
            <a:gdLst/>
            <a:ahLst/>
            <a:cxnLst/>
            <a:rect l="l" t="t" r="r" b="b"/>
            <a:pathLst>
              <a:path w="1172064" h="1176476">
                <a:moveTo>
                  <a:pt x="0" y="0"/>
                </a:moveTo>
                <a:lnTo>
                  <a:pt x="1172064" y="0"/>
                </a:lnTo>
                <a:lnTo>
                  <a:pt x="1172064" y="1176476"/>
                </a:lnTo>
                <a:lnTo>
                  <a:pt x="0" y="1176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17">
            <a:extLst>
              <a:ext uri="{FF2B5EF4-FFF2-40B4-BE49-F238E27FC236}">
                <a16:creationId xmlns:a16="http://schemas.microsoft.com/office/drawing/2014/main" id="{7EAC2436-F4A0-0AC6-5572-6A30D3878E56}"/>
              </a:ext>
            </a:extLst>
          </p:cNvPr>
          <p:cNvSpPr/>
          <p:nvPr/>
        </p:nvSpPr>
        <p:spPr>
          <a:xfrm>
            <a:off x="4096946" y="14031881"/>
            <a:ext cx="888436" cy="668548"/>
          </a:xfrm>
          <a:custGeom>
            <a:avLst/>
            <a:gdLst/>
            <a:ahLst/>
            <a:cxnLst/>
            <a:rect l="l" t="t" r="r" b="b"/>
            <a:pathLst>
              <a:path w="888436" h="668548">
                <a:moveTo>
                  <a:pt x="0" y="0"/>
                </a:moveTo>
                <a:lnTo>
                  <a:pt x="888435" y="0"/>
                </a:lnTo>
                <a:lnTo>
                  <a:pt x="888435" y="668548"/>
                </a:lnTo>
                <a:lnTo>
                  <a:pt x="0" y="6685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7C163EA2-392C-D2BA-50B2-7843B338965E}"/>
              </a:ext>
            </a:extLst>
          </p:cNvPr>
          <p:cNvSpPr txBox="1"/>
          <p:nvPr/>
        </p:nvSpPr>
        <p:spPr>
          <a:xfrm>
            <a:off x="5407546" y="13443585"/>
            <a:ext cx="9110016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kế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đảm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rõ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ràng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logic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tránh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gây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khó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hiểu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40" name="Group 13">
            <a:extLst>
              <a:ext uri="{FF2B5EF4-FFF2-40B4-BE49-F238E27FC236}">
                <a16:creationId xmlns:a16="http://schemas.microsoft.com/office/drawing/2014/main" id="{EF25309F-8E4B-05B7-5AB9-64CDC43B709A}"/>
              </a:ext>
            </a:extLst>
          </p:cNvPr>
          <p:cNvGrpSpPr/>
          <p:nvPr/>
        </p:nvGrpSpPr>
        <p:grpSpPr>
          <a:xfrm>
            <a:off x="19351262" y="2628900"/>
            <a:ext cx="11585938" cy="2726246"/>
            <a:chOff x="0" y="0"/>
            <a:chExt cx="3628090" cy="853713"/>
          </a:xfrm>
        </p:grpSpPr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E222D150-89EE-424E-4EA4-13CDF16FAFE9}"/>
                </a:ext>
              </a:extLst>
            </p:cNvPr>
            <p:cNvSpPr/>
            <p:nvPr/>
          </p:nvSpPr>
          <p:spPr>
            <a:xfrm>
              <a:off x="0" y="0"/>
              <a:ext cx="3628090" cy="853713"/>
            </a:xfrm>
            <a:custGeom>
              <a:avLst/>
              <a:gdLst/>
              <a:ahLst/>
              <a:cxnLst/>
              <a:rect l="l" t="t" r="r" b="b"/>
              <a:pathLst>
                <a:path w="3628090" h="853713">
                  <a:moveTo>
                    <a:pt x="0" y="0"/>
                  </a:moveTo>
                  <a:lnTo>
                    <a:pt x="3628090" y="0"/>
                  </a:lnTo>
                  <a:lnTo>
                    <a:pt x="3628090" y="853713"/>
                  </a:lnTo>
                  <a:lnTo>
                    <a:pt x="0" y="853713"/>
                  </a:lnTo>
                  <a:close/>
                </a:path>
              </a:pathLst>
            </a:custGeom>
            <a:solidFill>
              <a:srgbClr val="01206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Freeform 15">
            <a:extLst>
              <a:ext uri="{FF2B5EF4-FFF2-40B4-BE49-F238E27FC236}">
                <a16:creationId xmlns:a16="http://schemas.microsoft.com/office/drawing/2014/main" id="{AEB478D6-7005-268B-B97D-F2B89BA4518C}"/>
              </a:ext>
            </a:extLst>
          </p:cNvPr>
          <p:cNvSpPr/>
          <p:nvPr/>
        </p:nvSpPr>
        <p:spPr>
          <a:xfrm>
            <a:off x="19813548" y="3403542"/>
            <a:ext cx="1172064" cy="1176476"/>
          </a:xfrm>
          <a:custGeom>
            <a:avLst/>
            <a:gdLst/>
            <a:ahLst/>
            <a:cxnLst/>
            <a:rect l="l" t="t" r="r" b="b"/>
            <a:pathLst>
              <a:path w="1172064" h="1176476">
                <a:moveTo>
                  <a:pt x="0" y="0"/>
                </a:moveTo>
                <a:lnTo>
                  <a:pt x="1172064" y="0"/>
                </a:lnTo>
                <a:lnTo>
                  <a:pt x="1172064" y="1176476"/>
                </a:lnTo>
                <a:lnTo>
                  <a:pt x="0" y="11764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16">
            <a:extLst>
              <a:ext uri="{FF2B5EF4-FFF2-40B4-BE49-F238E27FC236}">
                <a16:creationId xmlns:a16="http://schemas.microsoft.com/office/drawing/2014/main" id="{13FFCF8E-2AEA-7DFB-2A75-94CB13AB2537}"/>
              </a:ext>
            </a:extLst>
          </p:cNvPr>
          <p:cNvSpPr/>
          <p:nvPr/>
        </p:nvSpPr>
        <p:spPr>
          <a:xfrm>
            <a:off x="20097177" y="3657506"/>
            <a:ext cx="888436" cy="668548"/>
          </a:xfrm>
          <a:custGeom>
            <a:avLst/>
            <a:gdLst/>
            <a:ahLst/>
            <a:cxnLst/>
            <a:rect l="l" t="t" r="r" b="b"/>
            <a:pathLst>
              <a:path w="888436" h="668548">
                <a:moveTo>
                  <a:pt x="0" y="0"/>
                </a:moveTo>
                <a:lnTo>
                  <a:pt x="888435" y="0"/>
                </a:lnTo>
                <a:lnTo>
                  <a:pt x="888435" y="668548"/>
                </a:lnTo>
                <a:lnTo>
                  <a:pt x="0" y="6685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18">
            <a:extLst>
              <a:ext uri="{FF2B5EF4-FFF2-40B4-BE49-F238E27FC236}">
                <a16:creationId xmlns:a16="http://schemas.microsoft.com/office/drawing/2014/main" id="{40462946-F576-B836-9113-96CA378DEA6F}"/>
              </a:ext>
            </a:extLst>
          </p:cNvPr>
          <p:cNvSpPr txBox="1"/>
          <p:nvPr/>
        </p:nvSpPr>
        <p:spPr>
          <a:xfrm>
            <a:off x="21407777" y="3146859"/>
            <a:ext cx="9110016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Chọn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đối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tượng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lựa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chọn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mẫu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đại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diện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không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phải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toàn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bộ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endParaRPr lang="en-US" sz="3999" b="1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</p:spTree>
    <p:extLst>
      <p:ext uri="{BB962C8B-B14F-4D97-AF65-F5344CB8AC3E}">
        <p14:creationId xmlns:p14="http://schemas.microsoft.com/office/powerpoint/2010/main" val="3529127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4CCD-DCD8-BB36-D330-26CEF5EF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8E3E616-7D32-F48B-A68B-FF63BD5C757F}"/>
              </a:ext>
            </a:extLst>
          </p:cNvPr>
          <p:cNvGrpSpPr/>
          <p:nvPr/>
        </p:nvGrpSpPr>
        <p:grpSpPr>
          <a:xfrm>
            <a:off x="571500" y="1220184"/>
            <a:ext cx="3568194" cy="804482"/>
            <a:chOff x="0" y="0"/>
            <a:chExt cx="1466655" cy="3306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A78F51-8B1D-DD57-C4D2-73DFA78C48AF}"/>
                </a:ext>
              </a:extLst>
            </p:cNvPr>
            <p:cNvSpPr/>
            <p:nvPr/>
          </p:nvSpPr>
          <p:spPr>
            <a:xfrm>
              <a:off x="0" y="0"/>
              <a:ext cx="1466655" cy="330671"/>
            </a:xfrm>
            <a:custGeom>
              <a:avLst/>
              <a:gdLst/>
              <a:ahLst/>
              <a:cxnLst/>
              <a:rect l="l" t="t" r="r" b="b"/>
              <a:pathLst>
                <a:path w="1466655" h="330671">
                  <a:moveTo>
                    <a:pt x="0" y="0"/>
                  </a:moveTo>
                  <a:lnTo>
                    <a:pt x="1466655" y="0"/>
                  </a:lnTo>
                  <a:lnTo>
                    <a:pt x="1466655" y="330671"/>
                  </a:lnTo>
                  <a:lnTo>
                    <a:pt x="0" y="330671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418F174C-BDDF-0235-C917-469F8ED75FBD}"/>
              </a:ext>
            </a:extLst>
          </p:cNvPr>
          <p:cNvSpPr txBox="1"/>
          <p:nvPr/>
        </p:nvSpPr>
        <p:spPr>
          <a:xfrm>
            <a:off x="810525" y="820021"/>
            <a:ext cx="91092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3. CÁCH TIẾN HÀNH </a:t>
            </a: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0EC7F94-7B97-0A95-9CF7-06197CB51724}"/>
              </a:ext>
            </a:extLst>
          </p:cNvPr>
          <p:cNvSpPr/>
          <p:nvPr/>
        </p:nvSpPr>
        <p:spPr>
          <a:xfrm>
            <a:off x="2667000" y="3701813"/>
            <a:ext cx="0" cy="2883373"/>
          </a:xfrm>
          <a:prstGeom prst="line">
            <a:avLst/>
          </a:prstGeom>
          <a:ln w="38100" cap="flat">
            <a:solidFill>
              <a:srgbClr val="01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E27BC10D-3978-9F0F-E06D-6F4815ECB407}"/>
              </a:ext>
            </a:extLst>
          </p:cNvPr>
          <p:cNvGrpSpPr/>
          <p:nvPr/>
        </p:nvGrpSpPr>
        <p:grpSpPr>
          <a:xfrm>
            <a:off x="2499765" y="3534578"/>
            <a:ext cx="334470" cy="334470"/>
            <a:chOff x="0" y="0"/>
            <a:chExt cx="6350000" cy="63500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83B7F42-9778-1226-81C3-55251978D078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E0AF86-8060-DFF4-D690-8C951D236A9E}"/>
              </a:ext>
            </a:extLst>
          </p:cNvPr>
          <p:cNvGrpSpPr/>
          <p:nvPr/>
        </p:nvGrpSpPr>
        <p:grpSpPr>
          <a:xfrm>
            <a:off x="2499765" y="6337003"/>
            <a:ext cx="334470" cy="334470"/>
            <a:chOff x="0" y="0"/>
            <a:chExt cx="6350000" cy="63500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B28B5A6-E142-40F1-B1DC-BD04DF634850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9800ED0-ABEA-7F8F-67AD-8792CF9A286B}"/>
              </a:ext>
            </a:extLst>
          </p:cNvPr>
          <p:cNvGrpSpPr/>
          <p:nvPr/>
        </p:nvGrpSpPr>
        <p:grpSpPr>
          <a:xfrm>
            <a:off x="3351031" y="2628900"/>
            <a:ext cx="11585938" cy="2726246"/>
            <a:chOff x="0" y="0"/>
            <a:chExt cx="3628090" cy="85371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3865D0E-55D6-83EB-2769-3592AD9676A8}"/>
                </a:ext>
              </a:extLst>
            </p:cNvPr>
            <p:cNvSpPr/>
            <p:nvPr/>
          </p:nvSpPr>
          <p:spPr>
            <a:xfrm>
              <a:off x="0" y="0"/>
              <a:ext cx="3628090" cy="853713"/>
            </a:xfrm>
            <a:custGeom>
              <a:avLst/>
              <a:gdLst/>
              <a:ahLst/>
              <a:cxnLst/>
              <a:rect l="l" t="t" r="r" b="b"/>
              <a:pathLst>
                <a:path w="3628090" h="853713">
                  <a:moveTo>
                    <a:pt x="0" y="0"/>
                  </a:moveTo>
                  <a:lnTo>
                    <a:pt x="3628090" y="0"/>
                  </a:lnTo>
                  <a:lnTo>
                    <a:pt x="3628090" y="853713"/>
                  </a:lnTo>
                  <a:lnTo>
                    <a:pt x="0" y="853713"/>
                  </a:lnTo>
                  <a:close/>
                </a:path>
              </a:pathLst>
            </a:custGeom>
            <a:solidFill>
              <a:srgbClr val="01206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0992DC59-8EE2-FDB3-B939-A29943950DAB}"/>
              </a:ext>
            </a:extLst>
          </p:cNvPr>
          <p:cNvSpPr/>
          <p:nvPr/>
        </p:nvSpPr>
        <p:spPr>
          <a:xfrm>
            <a:off x="3813317" y="3403542"/>
            <a:ext cx="1172064" cy="1176476"/>
          </a:xfrm>
          <a:custGeom>
            <a:avLst/>
            <a:gdLst/>
            <a:ahLst/>
            <a:cxnLst/>
            <a:rect l="l" t="t" r="r" b="b"/>
            <a:pathLst>
              <a:path w="1172064" h="1176476">
                <a:moveTo>
                  <a:pt x="0" y="0"/>
                </a:moveTo>
                <a:lnTo>
                  <a:pt x="1172064" y="0"/>
                </a:lnTo>
                <a:lnTo>
                  <a:pt x="1172064" y="1176476"/>
                </a:lnTo>
                <a:lnTo>
                  <a:pt x="0" y="117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DE3A8911-6E32-C72B-3CBC-1B6CC32D3388}"/>
              </a:ext>
            </a:extLst>
          </p:cNvPr>
          <p:cNvSpPr/>
          <p:nvPr/>
        </p:nvSpPr>
        <p:spPr>
          <a:xfrm>
            <a:off x="4096946" y="3657506"/>
            <a:ext cx="888436" cy="668548"/>
          </a:xfrm>
          <a:custGeom>
            <a:avLst/>
            <a:gdLst/>
            <a:ahLst/>
            <a:cxnLst/>
            <a:rect l="l" t="t" r="r" b="b"/>
            <a:pathLst>
              <a:path w="888436" h="668548">
                <a:moveTo>
                  <a:pt x="0" y="0"/>
                </a:moveTo>
                <a:lnTo>
                  <a:pt x="888435" y="0"/>
                </a:lnTo>
                <a:lnTo>
                  <a:pt x="888435" y="668548"/>
                </a:lnTo>
                <a:lnTo>
                  <a:pt x="0" y="668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B42AF91-5849-010A-EAC6-5390329A361F}"/>
              </a:ext>
            </a:extLst>
          </p:cNvPr>
          <p:cNvSpPr txBox="1"/>
          <p:nvPr/>
        </p:nvSpPr>
        <p:spPr>
          <a:xfrm>
            <a:off x="5407546" y="3146859"/>
            <a:ext cx="9110016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Chọn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đối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tượng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lựa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chọn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mẫu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đại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diện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không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phải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toàn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bộ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endParaRPr lang="en-US" sz="3999" b="1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20" name="Group 5">
            <a:extLst>
              <a:ext uri="{FF2B5EF4-FFF2-40B4-BE49-F238E27FC236}">
                <a16:creationId xmlns:a16="http://schemas.microsoft.com/office/drawing/2014/main" id="{CB1D04B7-EE32-3151-1D9E-DA5AF53667ED}"/>
              </a:ext>
            </a:extLst>
          </p:cNvPr>
          <p:cNvGrpSpPr/>
          <p:nvPr/>
        </p:nvGrpSpPr>
        <p:grpSpPr>
          <a:xfrm>
            <a:off x="3351031" y="13003274"/>
            <a:ext cx="11585938" cy="2726246"/>
            <a:chOff x="0" y="0"/>
            <a:chExt cx="3628090" cy="853713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8FCCA6B-2B9D-EA2E-A385-5EF69AAFF18C}"/>
                </a:ext>
              </a:extLst>
            </p:cNvPr>
            <p:cNvSpPr/>
            <p:nvPr/>
          </p:nvSpPr>
          <p:spPr>
            <a:xfrm>
              <a:off x="0" y="0"/>
              <a:ext cx="3628090" cy="853713"/>
            </a:xfrm>
            <a:custGeom>
              <a:avLst/>
              <a:gdLst/>
              <a:ahLst/>
              <a:cxnLst/>
              <a:rect l="l" t="t" r="r" b="b"/>
              <a:pathLst>
                <a:path w="3628090" h="853713">
                  <a:moveTo>
                    <a:pt x="0" y="0"/>
                  </a:moveTo>
                  <a:lnTo>
                    <a:pt x="3628090" y="0"/>
                  </a:lnTo>
                  <a:lnTo>
                    <a:pt x="3628090" y="853713"/>
                  </a:lnTo>
                  <a:lnTo>
                    <a:pt x="0" y="853713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12">
            <a:extLst>
              <a:ext uri="{FF2B5EF4-FFF2-40B4-BE49-F238E27FC236}">
                <a16:creationId xmlns:a16="http://schemas.microsoft.com/office/drawing/2014/main" id="{E2173CB4-14CB-DD2F-DC65-8B7AAAB1C8AC}"/>
              </a:ext>
            </a:extLst>
          </p:cNvPr>
          <p:cNvSpPr/>
          <p:nvPr/>
        </p:nvSpPr>
        <p:spPr>
          <a:xfrm>
            <a:off x="3813317" y="13778159"/>
            <a:ext cx="1172064" cy="1176476"/>
          </a:xfrm>
          <a:custGeom>
            <a:avLst/>
            <a:gdLst/>
            <a:ahLst/>
            <a:cxnLst/>
            <a:rect l="l" t="t" r="r" b="b"/>
            <a:pathLst>
              <a:path w="1172064" h="1176476">
                <a:moveTo>
                  <a:pt x="0" y="0"/>
                </a:moveTo>
                <a:lnTo>
                  <a:pt x="1172064" y="0"/>
                </a:lnTo>
                <a:lnTo>
                  <a:pt x="1172064" y="1176476"/>
                </a:lnTo>
                <a:lnTo>
                  <a:pt x="0" y="1176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1D374C68-0AD3-692B-9B5A-67878402A1C1}"/>
              </a:ext>
            </a:extLst>
          </p:cNvPr>
          <p:cNvSpPr/>
          <p:nvPr/>
        </p:nvSpPr>
        <p:spPr>
          <a:xfrm>
            <a:off x="4096946" y="14031881"/>
            <a:ext cx="888436" cy="668548"/>
          </a:xfrm>
          <a:custGeom>
            <a:avLst/>
            <a:gdLst/>
            <a:ahLst/>
            <a:cxnLst/>
            <a:rect l="l" t="t" r="r" b="b"/>
            <a:pathLst>
              <a:path w="888436" h="668548">
                <a:moveTo>
                  <a:pt x="0" y="0"/>
                </a:moveTo>
                <a:lnTo>
                  <a:pt x="888435" y="0"/>
                </a:lnTo>
                <a:lnTo>
                  <a:pt x="888435" y="668548"/>
                </a:lnTo>
                <a:lnTo>
                  <a:pt x="0" y="668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CF892028-3729-6794-771B-527E064676DA}"/>
              </a:ext>
            </a:extLst>
          </p:cNvPr>
          <p:cNvSpPr txBox="1"/>
          <p:nvPr/>
        </p:nvSpPr>
        <p:spPr>
          <a:xfrm>
            <a:off x="5407546" y="13443585"/>
            <a:ext cx="9110016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kế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đảm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rõ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ràng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logic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tránh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gây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khó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hiểu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</p:spTree>
    <p:extLst>
      <p:ext uri="{BB962C8B-B14F-4D97-AF65-F5344CB8AC3E}">
        <p14:creationId xmlns:p14="http://schemas.microsoft.com/office/powerpoint/2010/main" val="1217600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F0D6C-A7B2-D01C-B4AC-C6D1E5FC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A5B4EEA-B46A-0FAC-1517-502AF44D9AAA}"/>
              </a:ext>
            </a:extLst>
          </p:cNvPr>
          <p:cNvGrpSpPr/>
          <p:nvPr/>
        </p:nvGrpSpPr>
        <p:grpSpPr>
          <a:xfrm>
            <a:off x="571500" y="1220184"/>
            <a:ext cx="3568194" cy="804482"/>
            <a:chOff x="0" y="0"/>
            <a:chExt cx="1466655" cy="3306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6DA628-D3EC-5F91-26FB-7EF13BA83EB3}"/>
                </a:ext>
              </a:extLst>
            </p:cNvPr>
            <p:cNvSpPr/>
            <p:nvPr/>
          </p:nvSpPr>
          <p:spPr>
            <a:xfrm>
              <a:off x="0" y="0"/>
              <a:ext cx="1466655" cy="330671"/>
            </a:xfrm>
            <a:custGeom>
              <a:avLst/>
              <a:gdLst/>
              <a:ahLst/>
              <a:cxnLst/>
              <a:rect l="l" t="t" r="r" b="b"/>
              <a:pathLst>
                <a:path w="1466655" h="330671">
                  <a:moveTo>
                    <a:pt x="0" y="0"/>
                  </a:moveTo>
                  <a:lnTo>
                    <a:pt x="1466655" y="0"/>
                  </a:lnTo>
                  <a:lnTo>
                    <a:pt x="1466655" y="330671"/>
                  </a:lnTo>
                  <a:lnTo>
                    <a:pt x="0" y="330671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4096BE96-1E88-E43A-863D-95F6818B9B51}"/>
              </a:ext>
            </a:extLst>
          </p:cNvPr>
          <p:cNvSpPr txBox="1"/>
          <p:nvPr/>
        </p:nvSpPr>
        <p:spPr>
          <a:xfrm>
            <a:off x="810525" y="820021"/>
            <a:ext cx="91092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3. CÁCH TIẾN HÀNH </a:t>
            </a: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51588C9-1B9C-3145-4607-8EF0B699E817}"/>
              </a:ext>
            </a:extLst>
          </p:cNvPr>
          <p:cNvGrpSpPr/>
          <p:nvPr/>
        </p:nvGrpSpPr>
        <p:grpSpPr>
          <a:xfrm>
            <a:off x="3351031" y="5964017"/>
            <a:ext cx="11585938" cy="2726246"/>
            <a:chOff x="0" y="0"/>
            <a:chExt cx="3628090" cy="85371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6F55DB8-365F-5DBD-910B-E78A43E281EB}"/>
                </a:ext>
              </a:extLst>
            </p:cNvPr>
            <p:cNvSpPr/>
            <p:nvPr/>
          </p:nvSpPr>
          <p:spPr>
            <a:xfrm>
              <a:off x="0" y="0"/>
              <a:ext cx="3628090" cy="853713"/>
            </a:xfrm>
            <a:custGeom>
              <a:avLst/>
              <a:gdLst/>
              <a:ahLst/>
              <a:cxnLst/>
              <a:rect l="l" t="t" r="r" b="b"/>
              <a:pathLst>
                <a:path w="3628090" h="853713">
                  <a:moveTo>
                    <a:pt x="0" y="0"/>
                  </a:moveTo>
                  <a:lnTo>
                    <a:pt x="3628090" y="0"/>
                  </a:lnTo>
                  <a:lnTo>
                    <a:pt x="3628090" y="853713"/>
                  </a:lnTo>
                  <a:lnTo>
                    <a:pt x="0" y="853713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55E5479-DAF5-EE5F-8684-B380DD10720F}"/>
              </a:ext>
            </a:extLst>
          </p:cNvPr>
          <p:cNvSpPr/>
          <p:nvPr/>
        </p:nvSpPr>
        <p:spPr>
          <a:xfrm>
            <a:off x="3813317" y="6738902"/>
            <a:ext cx="1172064" cy="1176476"/>
          </a:xfrm>
          <a:custGeom>
            <a:avLst/>
            <a:gdLst/>
            <a:ahLst/>
            <a:cxnLst/>
            <a:rect l="l" t="t" r="r" b="b"/>
            <a:pathLst>
              <a:path w="1172064" h="1176476">
                <a:moveTo>
                  <a:pt x="0" y="0"/>
                </a:moveTo>
                <a:lnTo>
                  <a:pt x="1172064" y="0"/>
                </a:lnTo>
                <a:lnTo>
                  <a:pt x="1172064" y="1176476"/>
                </a:lnTo>
                <a:lnTo>
                  <a:pt x="0" y="117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469FCF7-BC5B-52C6-2BEF-65F18B398813}"/>
              </a:ext>
            </a:extLst>
          </p:cNvPr>
          <p:cNvGrpSpPr/>
          <p:nvPr/>
        </p:nvGrpSpPr>
        <p:grpSpPr>
          <a:xfrm>
            <a:off x="3351031" y="2699304"/>
            <a:ext cx="11585938" cy="2726246"/>
            <a:chOff x="0" y="0"/>
            <a:chExt cx="3628090" cy="853713"/>
          </a:xfrm>
          <a:solidFill>
            <a:srgbClr val="012060"/>
          </a:solidFill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04C47E8-E95A-5BE5-4863-3F18ADD7FAF1}"/>
                </a:ext>
              </a:extLst>
            </p:cNvPr>
            <p:cNvSpPr/>
            <p:nvPr/>
          </p:nvSpPr>
          <p:spPr>
            <a:xfrm>
              <a:off x="0" y="0"/>
              <a:ext cx="3628090" cy="853713"/>
            </a:xfrm>
            <a:custGeom>
              <a:avLst/>
              <a:gdLst/>
              <a:ahLst/>
              <a:cxnLst/>
              <a:rect l="l" t="t" r="r" b="b"/>
              <a:pathLst>
                <a:path w="3628090" h="853713">
                  <a:moveTo>
                    <a:pt x="0" y="0"/>
                  </a:moveTo>
                  <a:lnTo>
                    <a:pt x="3628090" y="0"/>
                  </a:lnTo>
                  <a:lnTo>
                    <a:pt x="3628090" y="853713"/>
                  </a:lnTo>
                  <a:lnTo>
                    <a:pt x="0" y="85371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>
            <a:extLst>
              <a:ext uri="{FF2B5EF4-FFF2-40B4-BE49-F238E27FC236}">
                <a16:creationId xmlns:a16="http://schemas.microsoft.com/office/drawing/2014/main" id="{9593A960-E59D-2D83-968B-A2A16646AA32}"/>
              </a:ext>
            </a:extLst>
          </p:cNvPr>
          <p:cNvSpPr/>
          <p:nvPr/>
        </p:nvSpPr>
        <p:spPr>
          <a:xfrm>
            <a:off x="4096946" y="6992624"/>
            <a:ext cx="888436" cy="668548"/>
          </a:xfrm>
          <a:custGeom>
            <a:avLst/>
            <a:gdLst/>
            <a:ahLst/>
            <a:cxnLst/>
            <a:rect l="l" t="t" r="r" b="b"/>
            <a:pathLst>
              <a:path w="888436" h="668548">
                <a:moveTo>
                  <a:pt x="0" y="0"/>
                </a:moveTo>
                <a:lnTo>
                  <a:pt x="888435" y="0"/>
                </a:lnTo>
                <a:lnTo>
                  <a:pt x="888435" y="668548"/>
                </a:lnTo>
                <a:lnTo>
                  <a:pt x="0" y="668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2BB6070-69EA-95F2-DB6A-289F0D1D109F}"/>
              </a:ext>
            </a:extLst>
          </p:cNvPr>
          <p:cNvSpPr txBox="1"/>
          <p:nvPr/>
        </p:nvSpPr>
        <p:spPr>
          <a:xfrm>
            <a:off x="5407546" y="3217263"/>
            <a:ext cx="9110016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Chọn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đối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tượng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lựa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chọn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mẫu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đại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diện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không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phải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toàn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bộ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endParaRPr lang="en-US" sz="3999" b="1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A3B3484-7131-8814-ACA9-A4F1163E2C86}"/>
              </a:ext>
            </a:extLst>
          </p:cNvPr>
          <p:cNvSpPr txBox="1"/>
          <p:nvPr/>
        </p:nvSpPr>
        <p:spPr>
          <a:xfrm>
            <a:off x="5407546" y="6404328"/>
            <a:ext cx="9110016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kế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đảm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rõ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ràng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logic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tránh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gây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khó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hiểu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id="{C09B24D8-4456-8488-2E85-C65539B423E2}"/>
              </a:ext>
            </a:extLst>
          </p:cNvPr>
          <p:cNvSpPr/>
          <p:nvPr/>
        </p:nvSpPr>
        <p:spPr>
          <a:xfrm>
            <a:off x="2667000" y="3701813"/>
            <a:ext cx="0" cy="2883373"/>
          </a:xfrm>
          <a:prstGeom prst="line">
            <a:avLst/>
          </a:prstGeom>
          <a:ln w="38100" cap="flat">
            <a:solidFill>
              <a:srgbClr val="01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8">
            <a:extLst>
              <a:ext uri="{FF2B5EF4-FFF2-40B4-BE49-F238E27FC236}">
                <a16:creationId xmlns:a16="http://schemas.microsoft.com/office/drawing/2014/main" id="{6DB57C6E-D3EB-F44C-049D-1A7689338483}"/>
              </a:ext>
            </a:extLst>
          </p:cNvPr>
          <p:cNvGrpSpPr/>
          <p:nvPr/>
        </p:nvGrpSpPr>
        <p:grpSpPr>
          <a:xfrm>
            <a:off x="2499765" y="3534578"/>
            <a:ext cx="334470" cy="334470"/>
            <a:chOff x="0" y="0"/>
            <a:chExt cx="6350000" cy="6350000"/>
          </a:xfrm>
        </p:grpSpPr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0B7258AF-2C8F-C736-AB43-3207BB2726C8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10">
            <a:extLst>
              <a:ext uri="{FF2B5EF4-FFF2-40B4-BE49-F238E27FC236}">
                <a16:creationId xmlns:a16="http://schemas.microsoft.com/office/drawing/2014/main" id="{59CF72E5-AFA5-EC87-A450-BF6A039F59B7}"/>
              </a:ext>
            </a:extLst>
          </p:cNvPr>
          <p:cNvGrpSpPr/>
          <p:nvPr/>
        </p:nvGrpSpPr>
        <p:grpSpPr>
          <a:xfrm>
            <a:off x="2499765" y="6337003"/>
            <a:ext cx="334470" cy="334470"/>
            <a:chOff x="0" y="0"/>
            <a:chExt cx="6350000" cy="6350000"/>
          </a:xfrm>
        </p:grpSpPr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43DA5FC-4A0C-F1D8-D8E3-32EB50C0841F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15">
            <a:extLst>
              <a:ext uri="{FF2B5EF4-FFF2-40B4-BE49-F238E27FC236}">
                <a16:creationId xmlns:a16="http://schemas.microsoft.com/office/drawing/2014/main" id="{236C008D-272D-B385-4F3E-B3A372627704}"/>
              </a:ext>
            </a:extLst>
          </p:cNvPr>
          <p:cNvSpPr/>
          <p:nvPr/>
        </p:nvSpPr>
        <p:spPr>
          <a:xfrm>
            <a:off x="3813317" y="3403542"/>
            <a:ext cx="1172064" cy="1176476"/>
          </a:xfrm>
          <a:custGeom>
            <a:avLst/>
            <a:gdLst/>
            <a:ahLst/>
            <a:cxnLst/>
            <a:rect l="l" t="t" r="r" b="b"/>
            <a:pathLst>
              <a:path w="1172064" h="1176476">
                <a:moveTo>
                  <a:pt x="0" y="0"/>
                </a:moveTo>
                <a:lnTo>
                  <a:pt x="1172064" y="0"/>
                </a:lnTo>
                <a:lnTo>
                  <a:pt x="1172064" y="1176476"/>
                </a:lnTo>
                <a:lnTo>
                  <a:pt x="0" y="1176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84708825-E1C7-3E38-82F3-6906746FD020}"/>
              </a:ext>
            </a:extLst>
          </p:cNvPr>
          <p:cNvSpPr/>
          <p:nvPr/>
        </p:nvSpPr>
        <p:spPr>
          <a:xfrm>
            <a:off x="4096946" y="3657506"/>
            <a:ext cx="888436" cy="668548"/>
          </a:xfrm>
          <a:custGeom>
            <a:avLst/>
            <a:gdLst/>
            <a:ahLst/>
            <a:cxnLst/>
            <a:rect l="l" t="t" r="r" b="b"/>
            <a:pathLst>
              <a:path w="888436" h="668548">
                <a:moveTo>
                  <a:pt x="0" y="0"/>
                </a:moveTo>
                <a:lnTo>
                  <a:pt x="888435" y="0"/>
                </a:lnTo>
                <a:lnTo>
                  <a:pt x="888435" y="668548"/>
                </a:lnTo>
                <a:lnTo>
                  <a:pt x="0" y="668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AutoShape 2">
            <a:extLst>
              <a:ext uri="{FF2B5EF4-FFF2-40B4-BE49-F238E27FC236}">
                <a16:creationId xmlns:a16="http://schemas.microsoft.com/office/drawing/2014/main" id="{4FF9FCFA-FB26-2AA7-67B6-18D7AD19F237}"/>
              </a:ext>
            </a:extLst>
          </p:cNvPr>
          <p:cNvSpPr/>
          <p:nvPr/>
        </p:nvSpPr>
        <p:spPr>
          <a:xfrm>
            <a:off x="431241" y="11010900"/>
            <a:ext cx="5760275" cy="7534612"/>
          </a:xfrm>
          <a:prstGeom prst="rect">
            <a:avLst/>
          </a:prstGeom>
          <a:solidFill>
            <a:srgbClr val="012060"/>
          </a:solidFill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1" name="TextBox 3">
            <a:extLst>
              <a:ext uri="{FF2B5EF4-FFF2-40B4-BE49-F238E27FC236}">
                <a16:creationId xmlns:a16="http://schemas.microsoft.com/office/drawing/2014/main" id="{19503E54-C8A3-3EBC-5159-1EFF43ECE7D0}"/>
              </a:ext>
            </a:extLst>
          </p:cNvPr>
          <p:cNvSpPr txBox="1"/>
          <p:nvPr/>
        </p:nvSpPr>
        <p:spPr>
          <a:xfrm>
            <a:off x="805115" y="14033437"/>
            <a:ext cx="4758152" cy="391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94"/>
              </a:lnSpc>
            </a:pP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kiểm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tra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bảng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trên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nhóm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nhỏ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trước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triển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khai</a:t>
            </a:r>
            <a:endParaRPr lang="en-US" sz="5400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8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2" name="TextBox 4">
            <a:extLst>
              <a:ext uri="{FF2B5EF4-FFF2-40B4-BE49-F238E27FC236}">
                <a16:creationId xmlns:a16="http://schemas.microsoft.com/office/drawing/2014/main" id="{F48BA0F9-EFAD-12A0-49B6-552296E05843}"/>
              </a:ext>
            </a:extLst>
          </p:cNvPr>
          <p:cNvSpPr txBox="1"/>
          <p:nvPr/>
        </p:nvSpPr>
        <p:spPr>
          <a:xfrm>
            <a:off x="1456243" y="12605388"/>
            <a:ext cx="3710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Thử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nghiệm</a:t>
            </a:r>
            <a:endParaRPr lang="en-US" sz="4352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53" name="Freeform 3">
            <a:extLst>
              <a:ext uri="{FF2B5EF4-FFF2-40B4-BE49-F238E27FC236}">
                <a16:creationId xmlns:a16="http://schemas.microsoft.com/office/drawing/2014/main" id="{F5435CCC-453A-D3DB-E0A0-811288503395}"/>
              </a:ext>
            </a:extLst>
          </p:cNvPr>
          <p:cNvSpPr/>
          <p:nvPr/>
        </p:nvSpPr>
        <p:spPr>
          <a:xfrm>
            <a:off x="2884987" y="11502453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54" name="Group 7">
            <a:extLst>
              <a:ext uri="{FF2B5EF4-FFF2-40B4-BE49-F238E27FC236}">
                <a16:creationId xmlns:a16="http://schemas.microsoft.com/office/drawing/2014/main" id="{C61346F9-50B7-D791-F1FD-CEB93EEAA64E}"/>
              </a:ext>
            </a:extLst>
          </p:cNvPr>
          <p:cNvGrpSpPr/>
          <p:nvPr/>
        </p:nvGrpSpPr>
        <p:grpSpPr>
          <a:xfrm>
            <a:off x="2996203" y="11580610"/>
            <a:ext cx="580635" cy="575480"/>
            <a:chOff x="0" y="0"/>
            <a:chExt cx="774180" cy="767307"/>
          </a:xfrm>
        </p:grpSpPr>
        <p:sp>
          <p:nvSpPr>
            <p:cNvPr id="55" name="Freeform 8">
              <a:extLst>
                <a:ext uri="{FF2B5EF4-FFF2-40B4-BE49-F238E27FC236}">
                  <a16:creationId xmlns:a16="http://schemas.microsoft.com/office/drawing/2014/main" id="{05FDB036-2979-E7F7-8463-66D97E9EAAA6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9">
              <a:extLst>
                <a:ext uri="{FF2B5EF4-FFF2-40B4-BE49-F238E27FC236}">
                  <a16:creationId xmlns:a16="http://schemas.microsoft.com/office/drawing/2014/main" id="{DC6D9F76-AECE-7973-3343-F221461FDC3C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0">
              <a:extLst>
                <a:ext uri="{FF2B5EF4-FFF2-40B4-BE49-F238E27FC236}">
                  <a16:creationId xmlns:a16="http://schemas.microsoft.com/office/drawing/2014/main" id="{E05566E5-6B03-47CC-59A6-D1936508E37A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967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58950" y="772038"/>
            <a:ext cx="3568194" cy="804482"/>
            <a:chOff x="0" y="0"/>
            <a:chExt cx="1466655" cy="3306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6655" cy="330671"/>
            </a:xfrm>
            <a:custGeom>
              <a:avLst/>
              <a:gdLst/>
              <a:ahLst/>
              <a:cxnLst/>
              <a:rect l="l" t="t" r="r" b="b"/>
              <a:pathLst>
                <a:path w="1466655" h="330671">
                  <a:moveTo>
                    <a:pt x="0" y="0"/>
                  </a:moveTo>
                  <a:lnTo>
                    <a:pt x="1466655" y="0"/>
                  </a:lnTo>
                  <a:lnTo>
                    <a:pt x="1466655" y="330671"/>
                  </a:lnTo>
                  <a:lnTo>
                    <a:pt x="0" y="330671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32824" y="431330"/>
            <a:ext cx="91092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3. CÁCH TIẾN HÀNH </a:t>
            </a: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88" name="Group 5">
            <a:extLst>
              <a:ext uri="{FF2B5EF4-FFF2-40B4-BE49-F238E27FC236}">
                <a16:creationId xmlns:a16="http://schemas.microsoft.com/office/drawing/2014/main" id="{0B2447D7-57BB-065F-6E2D-995802A67C3E}"/>
              </a:ext>
            </a:extLst>
          </p:cNvPr>
          <p:cNvGrpSpPr/>
          <p:nvPr/>
        </p:nvGrpSpPr>
        <p:grpSpPr>
          <a:xfrm>
            <a:off x="20189462" y="5964017"/>
            <a:ext cx="11585938" cy="2726246"/>
            <a:chOff x="0" y="0"/>
            <a:chExt cx="3628090" cy="853713"/>
          </a:xfrm>
        </p:grpSpPr>
        <p:sp>
          <p:nvSpPr>
            <p:cNvPr id="89" name="Freeform 6">
              <a:extLst>
                <a:ext uri="{FF2B5EF4-FFF2-40B4-BE49-F238E27FC236}">
                  <a16:creationId xmlns:a16="http://schemas.microsoft.com/office/drawing/2014/main" id="{B9C2F893-2713-40D4-8DFA-AAA3852A5808}"/>
                </a:ext>
              </a:extLst>
            </p:cNvPr>
            <p:cNvSpPr/>
            <p:nvPr/>
          </p:nvSpPr>
          <p:spPr>
            <a:xfrm>
              <a:off x="0" y="0"/>
              <a:ext cx="3628090" cy="853713"/>
            </a:xfrm>
            <a:custGeom>
              <a:avLst/>
              <a:gdLst/>
              <a:ahLst/>
              <a:cxnLst/>
              <a:rect l="l" t="t" r="r" b="b"/>
              <a:pathLst>
                <a:path w="3628090" h="853713">
                  <a:moveTo>
                    <a:pt x="0" y="0"/>
                  </a:moveTo>
                  <a:lnTo>
                    <a:pt x="3628090" y="0"/>
                  </a:lnTo>
                  <a:lnTo>
                    <a:pt x="3628090" y="853713"/>
                  </a:lnTo>
                  <a:lnTo>
                    <a:pt x="0" y="853713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Freeform 12">
            <a:extLst>
              <a:ext uri="{FF2B5EF4-FFF2-40B4-BE49-F238E27FC236}">
                <a16:creationId xmlns:a16="http://schemas.microsoft.com/office/drawing/2014/main" id="{77A8C364-2BA7-8CA7-7250-1C560116C788}"/>
              </a:ext>
            </a:extLst>
          </p:cNvPr>
          <p:cNvSpPr/>
          <p:nvPr/>
        </p:nvSpPr>
        <p:spPr>
          <a:xfrm>
            <a:off x="20651748" y="6738902"/>
            <a:ext cx="1172064" cy="1176476"/>
          </a:xfrm>
          <a:custGeom>
            <a:avLst/>
            <a:gdLst/>
            <a:ahLst/>
            <a:cxnLst/>
            <a:rect l="l" t="t" r="r" b="b"/>
            <a:pathLst>
              <a:path w="1172064" h="1176476">
                <a:moveTo>
                  <a:pt x="0" y="0"/>
                </a:moveTo>
                <a:lnTo>
                  <a:pt x="1172064" y="0"/>
                </a:lnTo>
                <a:lnTo>
                  <a:pt x="1172064" y="1176476"/>
                </a:lnTo>
                <a:lnTo>
                  <a:pt x="0" y="11764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1" name="Group 13">
            <a:extLst>
              <a:ext uri="{FF2B5EF4-FFF2-40B4-BE49-F238E27FC236}">
                <a16:creationId xmlns:a16="http://schemas.microsoft.com/office/drawing/2014/main" id="{1ADD4E51-852C-7C47-6DAE-B706D309090D}"/>
              </a:ext>
            </a:extLst>
          </p:cNvPr>
          <p:cNvGrpSpPr/>
          <p:nvPr/>
        </p:nvGrpSpPr>
        <p:grpSpPr>
          <a:xfrm>
            <a:off x="20189462" y="2699304"/>
            <a:ext cx="11585938" cy="2726246"/>
            <a:chOff x="0" y="0"/>
            <a:chExt cx="3628090" cy="853713"/>
          </a:xfrm>
          <a:solidFill>
            <a:srgbClr val="012060"/>
          </a:solidFill>
        </p:grpSpPr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8CCB6E99-6B5A-71D6-BAB3-1E29DA077A01}"/>
                </a:ext>
              </a:extLst>
            </p:cNvPr>
            <p:cNvSpPr/>
            <p:nvPr/>
          </p:nvSpPr>
          <p:spPr>
            <a:xfrm>
              <a:off x="0" y="0"/>
              <a:ext cx="3628090" cy="853713"/>
            </a:xfrm>
            <a:custGeom>
              <a:avLst/>
              <a:gdLst/>
              <a:ahLst/>
              <a:cxnLst/>
              <a:rect l="l" t="t" r="r" b="b"/>
              <a:pathLst>
                <a:path w="3628090" h="853713">
                  <a:moveTo>
                    <a:pt x="0" y="0"/>
                  </a:moveTo>
                  <a:lnTo>
                    <a:pt x="3628090" y="0"/>
                  </a:lnTo>
                  <a:lnTo>
                    <a:pt x="3628090" y="853713"/>
                  </a:lnTo>
                  <a:lnTo>
                    <a:pt x="0" y="85371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" name="Freeform 17">
            <a:extLst>
              <a:ext uri="{FF2B5EF4-FFF2-40B4-BE49-F238E27FC236}">
                <a16:creationId xmlns:a16="http://schemas.microsoft.com/office/drawing/2014/main" id="{5F971A74-A16A-931C-7C1F-0C62A4CA8F71}"/>
              </a:ext>
            </a:extLst>
          </p:cNvPr>
          <p:cNvSpPr/>
          <p:nvPr/>
        </p:nvSpPr>
        <p:spPr>
          <a:xfrm>
            <a:off x="20935377" y="6992624"/>
            <a:ext cx="888436" cy="668548"/>
          </a:xfrm>
          <a:custGeom>
            <a:avLst/>
            <a:gdLst/>
            <a:ahLst/>
            <a:cxnLst/>
            <a:rect l="l" t="t" r="r" b="b"/>
            <a:pathLst>
              <a:path w="888436" h="668548">
                <a:moveTo>
                  <a:pt x="0" y="0"/>
                </a:moveTo>
                <a:lnTo>
                  <a:pt x="888435" y="0"/>
                </a:lnTo>
                <a:lnTo>
                  <a:pt x="888435" y="668548"/>
                </a:lnTo>
                <a:lnTo>
                  <a:pt x="0" y="6685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4" name="TextBox 18">
            <a:extLst>
              <a:ext uri="{FF2B5EF4-FFF2-40B4-BE49-F238E27FC236}">
                <a16:creationId xmlns:a16="http://schemas.microsoft.com/office/drawing/2014/main" id="{92E17290-1F7D-F511-DFE8-AF5BBD68BC61}"/>
              </a:ext>
            </a:extLst>
          </p:cNvPr>
          <p:cNvSpPr txBox="1"/>
          <p:nvPr/>
        </p:nvSpPr>
        <p:spPr>
          <a:xfrm>
            <a:off x="22245977" y="3217263"/>
            <a:ext cx="9110016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Chọn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đối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tượng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lựa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chọn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mẫu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đại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diện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không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phải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toàn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bộ</a:t>
            </a:r>
            <a:r>
              <a:rPr lang="en-US" sz="3999" b="1" dirty="0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endParaRPr lang="en-US" sz="3999" b="1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FFFFFF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95" name="TextBox 19">
            <a:extLst>
              <a:ext uri="{FF2B5EF4-FFF2-40B4-BE49-F238E27FC236}">
                <a16:creationId xmlns:a16="http://schemas.microsoft.com/office/drawing/2014/main" id="{9D1520FC-2457-FC26-AB28-E615F2613741}"/>
              </a:ext>
            </a:extLst>
          </p:cNvPr>
          <p:cNvSpPr txBox="1"/>
          <p:nvPr/>
        </p:nvSpPr>
        <p:spPr>
          <a:xfrm>
            <a:off x="22245977" y="6404328"/>
            <a:ext cx="9110016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kế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đảm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rõ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ràng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nhóm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logic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tránh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gây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khó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hiểu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96" name="AutoShape 7">
            <a:extLst>
              <a:ext uri="{FF2B5EF4-FFF2-40B4-BE49-F238E27FC236}">
                <a16:creationId xmlns:a16="http://schemas.microsoft.com/office/drawing/2014/main" id="{75BCC163-9810-BAFC-C6E9-07650974BF23}"/>
              </a:ext>
            </a:extLst>
          </p:cNvPr>
          <p:cNvSpPr/>
          <p:nvPr/>
        </p:nvSpPr>
        <p:spPr>
          <a:xfrm>
            <a:off x="19505431" y="3701813"/>
            <a:ext cx="0" cy="2883373"/>
          </a:xfrm>
          <a:prstGeom prst="line">
            <a:avLst/>
          </a:prstGeom>
          <a:ln w="38100" cap="flat">
            <a:solidFill>
              <a:srgbClr val="01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7" name="Group 8">
            <a:extLst>
              <a:ext uri="{FF2B5EF4-FFF2-40B4-BE49-F238E27FC236}">
                <a16:creationId xmlns:a16="http://schemas.microsoft.com/office/drawing/2014/main" id="{8061795C-AE0E-3388-C540-721762F24ECC}"/>
              </a:ext>
            </a:extLst>
          </p:cNvPr>
          <p:cNvGrpSpPr/>
          <p:nvPr/>
        </p:nvGrpSpPr>
        <p:grpSpPr>
          <a:xfrm>
            <a:off x="19338196" y="3534578"/>
            <a:ext cx="334470" cy="334470"/>
            <a:chOff x="0" y="0"/>
            <a:chExt cx="6350000" cy="6350000"/>
          </a:xfrm>
        </p:grpSpPr>
        <p:sp>
          <p:nvSpPr>
            <p:cNvPr id="98" name="Freeform 9">
              <a:extLst>
                <a:ext uri="{FF2B5EF4-FFF2-40B4-BE49-F238E27FC236}">
                  <a16:creationId xmlns:a16="http://schemas.microsoft.com/office/drawing/2014/main" id="{0C0CFEEF-D84C-82C0-E717-CA61EF79D82B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" name="Group 10">
            <a:extLst>
              <a:ext uri="{FF2B5EF4-FFF2-40B4-BE49-F238E27FC236}">
                <a16:creationId xmlns:a16="http://schemas.microsoft.com/office/drawing/2014/main" id="{A185AA04-FCC1-7827-21BC-6579DDD85C03}"/>
              </a:ext>
            </a:extLst>
          </p:cNvPr>
          <p:cNvGrpSpPr/>
          <p:nvPr/>
        </p:nvGrpSpPr>
        <p:grpSpPr>
          <a:xfrm>
            <a:off x="19338196" y="6337003"/>
            <a:ext cx="334470" cy="334470"/>
            <a:chOff x="0" y="0"/>
            <a:chExt cx="6350000" cy="6350000"/>
          </a:xfrm>
        </p:grpSpPr>
        <p:sp>
          <p:nvSpPr>
            <p:cNvPr id="100" name="Freeform 11">
              <a:extLst>
                <a:ext uri="{FF2B5EF4-FFF2-40B4-BE49-F238E27FC236}">
                  <a16:creationId xmlns:a16="http://schemas.microsoft.com/office/drawing/2014/main" id="{405158BF-ED7A-1919-BF63-6710C6AA70DA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Freeform 15">
            <a:extLst>
              <a:ext uri="{FF2B5EF4-FFF2-40B4-BE49-F238E27FC236}">
                <a16:creationId xmlns:a16="http://schemas.microsoft.com/office/drawing/2014/main" id="{2ADD46E9-C232-8D0F-1D57-8469401A3A01}"/>
              </a:ext>
            </a:extLst>
          </p:cNvPr>
          <p:cNvSpPr/>
          <p:nvPr/>
        </p:nvSpPr>
        <p:spPr>
          <a:xfrm>
            <a:off x="20651748" y="3403542"/>
            <a:ext cx="1172064" cy="1176476"/>
          </a:xfrm>
          <a:custGeom>
            <a:avLst/>
            <a:gdLst/>
            <a:ahLst/>
            <a:cxnLst/>
            <a:rect l="l" t="t" r="r" b="b"/>
            <a:pathLst>
              <a:path w="1172064" h="1176476">
                <a:moveTo>
                  <a:pt x="0" y="0"/>
                </a:moveTo>
                <a:lnTo>
                  <a:pt x="1172064" y="0"/>
                </a:lnTo>
                <a:lnTo>
                  <a:pt x="1172064" y="1176476"/>
                </a:lnTo>
                <a:lnTo>
                  <a:pt x="0" y="11764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2" name="Freeform 16">
            <a:extLst>
              <a:ext uri="{FF2B5EF4-FFF2-40B4-BE49-F238E27FC236}">
                <a16:creationId xmlns:a16="http://schemas.microsoft.com/office/drawing/2014/main" id="{18134C39-A229-5A4C-9332-E61487CE78B1}"/>
              </a:ext>
            </a:extLst>
          </p:cNvPr>
          <p:cNvSpPr/>
          <p:nvPr/>
        </p:nvSpPr>
        <p:spPr>
          <a:xfrm>
            <a:off x="20935377" y="3657506"/>
            <a:ext cx="888436" cy="668548"/>
          </a:xfrm>
          <a:custGeom>
            <a:avLst/>
            <a:gdLst/>
            <a:ahLst/>
            <a:cxnLst/>
            <a:rect l="l" t="t" r="r" b="b"/>
            <a:pathLst>
              <a:path w="888436" h="668548">
                <a:moveTo>
                  <a:pt x="0" y="0"/>
                </a:moveTo>
                <a:lnTo>
                  <a:pt x="888435" y="0"/>
                </a:lnTo>
                <a:lnTo>
                  <a:pt x="888435" y="668548"/>
                </a:lnTo>
                <a:lnTo>
                  <a:pt x="0" y="6685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6" name="AutoShape 9">
            <a:extLst>
              <a:ext uri="{FF2B5EF4-FFF2-40B4-BE49-F238E27FC236}">
                <a16:creationId xmlns:a16="http://schemas.microsoft.com/office/drawing/2014/main" id="{1D24B135-60B4-8EF5-7E47-94535FB105FF}"/>
              </a:ext>
            </a:extLst>
          </p:cNvPr>
          <p:cNvSpPr/>
          <p:nvPr/>
        </p:nvSpPr>
        <p:spPr>
          <a:xfrm>
            <a:off x="6191516" y="10639088"/>
            <a:ext cx="5849550" cy="7534612"/>
          </a:xfrm>
          <a:prstGeom prst="rect">
            <a:avLst/>
          </a:prstGeom>
          <a:solidFill>
            <a:srgbClr val="FFD8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7" name="TextBox 10">
            <a:extLst>
              <a:ext uri="{FF2B5EF4-FFF2-40B4-BE49-F238E27FC236}">
                <a16:creationId xmlns:a16="http://schemas.microsoft.com/office/drawing/2014/main" id="{083EE948-CF24-EE8D-3A7C-062BD055632B}"/>
              </a:ext>
            </a:extLst>
          </p:cNvPr>
          <p:cNvSpPr txBox="1"/>
          <p:nvPr/>
        </p:nvSpPr>
        <p:spPr>
          <a:xfrm>
            <a:off x="6388230" y="13680675"/>
            <a:ext cx="5456122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sử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dụng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các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kỹ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thuật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khuyến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khích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để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tăng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tỉ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lệ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phản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hồi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,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ví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dụ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như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cung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cấp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phần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thưởng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lời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hoặc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thông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báo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tóm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tắt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quả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lời</a:t>
            </a:r>
            <a:endParaRPr lang="en-US" sz="4000" b="1" dirty="0"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9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18" name="TextBox 11">
            <a:extLst>
              <a:ext uri="{FF2B5EF4-FFF2-40B4-BE49-F238E27FC236}">
                <a16:creationId xmlns:a16="http://schemas.microsoft.com/office/drawing/2014/main" id="{4084DFA2-3114-C911-3196-62DE31693768}"/>
              </a:ext>
            </a:extLst>
          </p:cNvPr>
          <p:cNvSpPr txBox="1"/>
          <p:nvPr/>
        </p:nvSpPr>
        <p:spPr>
          <a:xfrm>
            <a:off x="6748160" y="12233576"/>
            <a:ext cx="4453239" cy="1219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Phân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phối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và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thu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thập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dữ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liệu</a:t>
            </a:r>
            <a:endParaRPr lang="en-US" sz="4041" b="1" dirty="0"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119" name="Freeform 3">
            <a:extLst>
              <a:ext uri="{FF2B5EF4-FFF2-40B4-BE49-F238E27FC236}">
                <a16:creationId xmlns:a16="http://schemas.microsoft.com/office/drawing/2014/main" id="{C68AF978-501D-2B86-88BE-ABD66B931B47}"/>
              </a:ext>
            </a:extLst>
          </p:cNvPr>
          <p:cNvSpPr/>
          <p:nvPr/>
        </p:nvSpPr>
        <p:spPr>
          <a:xfrm>
            <a:off x="8665671" y="11052484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20" name="Group 7">
            <a:extLst>
              <a:ext uri="{FF2B5EF4-FFF2-40B4-BE49-F238E27FC236}">
                <a16:creationId xmlns:a16="http://schemas.microsoft.com/office/drawing/2014/main" id="{2279D941-F175-082A-BD22-45C0A1FBE65E}"/>
              </a:ext>
            </a:extLst>
          </p:cNvPr>
          <p:cNvGrpSpPr/>
          <p:nvPr/>
        </p:nvGrpSpPr>
        <p:grpSpPr>
          <a:xfrm>
            <a:off x="8776887" y="11130641"/>
            <a:ext cx="580635" cy="575480"/>
            <a:chOff x="0" y="0"/>
            <a:chExt cx="774180" cy="767307"/>
          </a:xfrm>
        </p:grpSpPr>
        <p:sp>
          <p:nvSpPr>
            <p:cNvPr id="121" name="Freeform 8">
              <a:extLst>
                <a:ext uri="{FF2B5EF4-FFF2-40B4-BE49-F238E27FC236}">
                  <a16:creationId xmlns:a16="http://schemas.microsoft.com/office/drawing/2014/main" id="{E9488620-4F5C-5811-A377-4596B4603B57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9">
              <a:extLst>
                <a:ext uri="{FF2B5EF4-FFF2-40B4-BE49-F238E27FC236}">
                  <a16:creationId xmlns:a16="http://schemas.microsoft.com/office/drawing/2014/main" id="{2814E23F-B1E8-6BF6-1B7A-A59BBC22A224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0">
              <a:extLst>
                <a:ext uri="{FF2B5EF4-FFF2-40B4-BE49-F238E27FC236}">
                  <a16:creationId xmlns:a16="http://schemas.microsoft.com/office/drawing/2014/main" id="{7F673700-22A2-997C-3BE3-A6924AB5DCB4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4" name="AutoShape 2">
            <a:extLst>
              <a:ext uri="{FF2B5EF4-FFF2-40B4-BE49-F238E27FC236}">
                <a16:creationId xmlns:a16="http://schemas.microsoft.com/office/drawing/2014/main" id="{BDCF299D-F5F5-A60B-3173-736F7BA34B97}"/>
              </a:ext>
            </a:extLst>
          </p:cNvPr>
          <p:cNvSpPr/>
          <p:nvPr/>
        </p:nvSpPr>
        <p:spPr>
          <a:xfrm>
            <a:off x="431241" y="2012480"/>
            <a:ext cx="5760275" cy="7534612"/>
          </a:xfrm>
          <a:prstGeom prst="rect">
            <a:avLst/>
          </a:prstGeom>
          <a:solidFill>
            <a:srgbClr val="012060"/>
          </a:solidFill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5" name="TextBox 3">
            <a:extLst>
              <a:ext uri="{FF2B5EF4-FFF2-40B4-BE49-F238E27FC236}">
                <a16:creationId xmlns:a16="http://schemas.microsoft.com/office/drawing/2014/main" id="{2A635D14-77EE-FCFC-9576-557763EE3332}"/>
              </a:ext>
            </a:extLst>
          </p:cNvPr>
          <p:cNvSpPr txBox="1"/>
          <p:nvPr/>
        </p:nvSpPr>
        <p:spPr>
          <a:xfrm>
            <a:off x="805115" y="5035017"/>
            <a:ext cx="4758152" cy="391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94"/>
              </a:lnSpc>
            </a:pP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kiểm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tra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bảng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trên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nhóm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nhỏ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trước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triển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khai</a:t>
            </a:r>
            <a:endParaRPr lang="en-US" sz="5400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9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6" name="TextBox 4">
            <a:extLst>
              <a:ext uri="{FF2B5EF4-FFF2-40B4-BE49-F238E27FC236}">
                <a16:creationId xmlns:a16="http://schemas.microsoft.com/office/drawing/2014/main" id="{D00A84DB-7549-23F5-055B-66144707BCEE}"/>
              </a:ext>
            </a:extLst>
          </p:cNvPr>
          <p:cNvSpPr txBox="1"/>
          <p:nvPr/>
        </p:nvSpPr>
        <p:spPr>
          <a:xfrm>
            <a:off x="1456243" y="3606968"/>
            <a:ext cx="3710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Thử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nghiệm</a:t>
            </a:r>
            <a:endParaRPr lang="en-US" sz="4352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127" name="Freeform 3">
            <a:extLst>
              <a:ext uri="{FF2B5EF4-FFF2-40B4-BE49-F238E27FC236}">
                <a16:creationId xmlns:a16="http://schemas.microsoft.com/office/drawing/2014/main" id="{60629D07-3E41-FFFD-DCA9-10F685CFD9B1}"/>
              </a:ext>
            </a:extLst>
          </p:cNvPr>
          <p:cNvSpPr/>
          <p:nvPr/>
        </p:nvSpPr>
        <p:spPr>
          <a:xfrm>
            <a:off x="2884987" y="2504033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28" name="Group 7">
            <a:extLst>
              <a:ext uri="{FF2B5EF4-FFF2-40B4-BE49-F238E27FC236}">
                <a16:creationId xmlns:a16="http://schemas.microsoft.com/office/drawing/2014/main" id="{073BCDB8-C97A-6A1D-5FED-303D7D35CC10}"/>
              </a:ext>
            </a:extLst>
          </p:cNvPr>
          <p:cNvGrpSpPr/>
          <p:nvPr/>
        </p:nvGrpSpPr>
        <p:grpSpPr>
          <a:xfrm>
            <a:off x="2996203" y="2582190"/>
            <a:ext cx="580635" cy="575480"/>
            <a:chOff x="0" y="0"/>
            <a:chExt cx="774180" cy="767307"/>
          </a:xfrm>
        </p:grpSpPr>
        <p:sp>
          <p:nvSpPr>
            <p:cNvPr id="129" name="Freeform 8">
              <a:extLst>
                <a:ext uri="{FF2B5EF4-FFF2-40B4-BE49-F238E27FC236}">
                  <a16:creationId xmlns:a16="http://schemas.microsoft.com/office/drawing/2014/main" id="{8CFA224B-6BBC-2B02-0EE9-A2C372868E2B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9">
              <a:extLst>
                <a:ext uri="{FF2B5EF4-FFF2-40B4-BE49-F238E27FC236}">
                  <a16:creationId xmlns:a16="http://schemas.microsoft.com/office/drawing/2014/main" id="{1156E4E5-99FE-BFE2-F40B-A093027A60A0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0">
              <a:extLst>
                <a:ext uri="{FF2B5EF4-FFF2-40B4-BE49-F238E27FC236}">
                  <a16:creationId xmlns:a16="http://schemas.microsoft.com/office/drawing/2014/main" id="{6A1563A4-57BD-C2C6-2F77-B7C0468BD5F7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77021-F69C-02E1-CCDB-285E78886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1576F720-A046-2635-A2B6-58DFFC4F5AFB}"/>
              </a:ext>
            </a:extLst>
          </p:cNvPr>
          <p:cNvGrpSpPr/>
          <p:nvPr/>
        </p:nvGrpSpPr>
        <p:grpSpPr>
          <a:xfrm>
            <a:off x="458950" y="772038"/>
            <a:ext cx="3568194" cy="804482"/>
            <a:chOff x="0" y="0"/>
            <a:chExt cx="1466655" cy="33067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3BB7B17-1D11-7667-BBB2-CA7467A0CCD0}"/>
                </a:ext>
              </a:extLst>
            </p:cNvPr>
            <p:cNvSpPr/>
            <p:nvPr/>
          </p:nvSpPr>
          <p:spPr>
            <a:xfrm>
              <a:off x="0" y="0"/>
              <a:ext cx="1466655" cy="330671"/>
            </a:xfrm>
            <a:custGeom>
              <a:avLst/>
              <a:gdLst/>
              <a:ahLst/>
              <a:cxnLst/>
              <a:rect l="l" t="t" r="r" b="b"/>
              <a:pathLst>
                <a:path w="1466655" h="330671">
                  <a:moveTo>
                    <a:pt x="0" y="0"/>
                  </a:moveTo>
                  <a:lnTo>
                    <a:pt x="1466655" y="0"/>
                  </a:lnTo>
                  <a:lnTo>
                    <a:pt x="1466655" y="330671"/>
                  </a:lnTo>
                  <a:lnTo>
                    <a:pt x="0" y="330671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CFC2AFE-BBD2-361D-8DBD-3EA4E5FF2513}"/>
              </a:ext>
            </a:extLst>
          </p:cNvPr>
          <p:cNvSpPr txBox="1"/>
          <p:nvPr/>
        </p:nvSpPr>
        <p:spPr>
          <a:xfrm>
            <a:off x="832824" y="431330"/>
            <a:ext cx="91092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3. CÁCH TIẾN HÀNH </a:t>
            </a: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AC04AC1A-B39E-A0A9-FD79-2D9922D1CB1C}"/>
              </a:ext>
            </a:extLst>
          </p:cNvPr>
          <p:cNvSpPr/>
          <p:nvPr/>
        </p:nvSpPr>
        <p:spPr>
          <a:xfrm>
            <a:off x="6191516" y="2012480"/>
            <a:ext cx="5849550" cy="7534612"/>
          </a:xfrm>
          <a:prstGeom prst="rect">
            <a:avLst/>
          </a:prstGeom>
          <a:solidFill>
            <a:srgbClr val="FFD8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A197B1B-ED8B-874B-A750-021F2FCE20D8}"/>
              </a:ext>
            </a:extLst>
          </p:cNvPr>
          <p:cNvSpPr txBox="1"/>
          <p:nvPr/>
        </p:nvSpPr>
        <p:spPr>
          <a:xfrm>
            <a:off x="6388230" y="5054067"/>
            <a:ext cx="5456122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sử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dụng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các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kỹ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thuật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khuyến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khích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để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tăng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tỉ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lệ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phản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hồi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,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ví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dụ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như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cung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cấp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phần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thưởng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lời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hoặc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thông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báo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tóm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tắt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quả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lời</a:t>
            </a:r>
            <a:endParaRPr lang="en-US" sz="4000" b="1" dirty="0"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2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CC84E06-5003-8CDD-5FF3-AF12B678BF00}"/>
              </a:ext>
            </a:extLst>
          </p:cNvPr>
          <p:cNvSpPr txBox="1"/>
          <p:nvPr/>
        </p:nvSpPr>
        <p:spPr>
          <a:xfrm>
            <a:off x="6748160" y="3606968"/>
            <a:ext cx="4453239" cy="1219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Phân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phối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và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thu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thập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dữ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liệu</a:t>
            </a:r>
            <a:endParaRPr lang="en-US" sz="4041" b="1" dirty="0"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id="{5D894FE6-16FA-A944-0CC6-3FC28646F5EB}"/>
              </a:ext>
            </a:extLst>
          </p:cNvPr>
          <p:cNvSpPr/>
          <p:nvPr/>
        </p:nvSpPr>
        <p:spPr>
          <a:xfrm>
            <a:off x="8665671" y="2425876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4" name="Group 7">
            <a:extLst>
              <a:ext uri="{FF2B5EF4-FFF2-40B4-BE49-F238E27FC236}">
                <a16:creationId xmlns:a16="http://schemas.microsoft.com/office/drawing/2014/main" id="{2B7675C2-7DDA-241E-5DB1-7EF6F5B00636}"/>
              </a:ext>
            </a:extLst>
          </p:cNvPr>
          <p:cNvGrpSpPr/>
          <p:nvPr/>
        </p:nvGrpSpPr>
        <p:grpSpPr>
          <a:xfrm>
            <a:off x="8776887" y="2504033"/>
            <a:ext cx="580635" cy="575480"/>
            <a:chOff x="0" y="0"/>
            <a:chExt cx="774180" cy="767307"/>
          </a:xfrm>
        </p:grpSpPr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A45700E2-6892-5200-5FF2-2269DA10BB3B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751C6F5A-2399-102D-2D85-3561A88AC4AF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D71C0CFD-B029-F252-7969-589754940C9D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TextBox 13">
            <a:extLst>
              <a:ext uri="{FF2B5EF4-FFF2-40B4-BE49-F238E27FC236}">
                <a16:creationId xmlns:a16="http://schemas.microsoft.com/office/drawing/2014/main" id="{28607AD6-D2D5-AC77-DEF5-8390EFADC031}"/>
              </a:ext>
            </a:extLst>
          </p:cNvPr>
          <p:cNvSpPr txBox="1"/>
          <p:nvPr/>
        </p:nvSpPr>
        <p:spPr>
          <a:xfrm>
            <a:off x="12852480" y="12690776"/>
            <a:ext cx="4226722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041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Thử</a:t>
            </a:r>
            <a:r>
              <a:rPr lang="en-US" sz="4041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nghiệm</a:t>
            </a:r>
            <a:endParaRPr lang="en-US" sz="4041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49" name="AutoShape 14">
            <a:extLst>
              <a:ext uri="{FF2B5EF4-FFF2-40B4-BE49-F238E27FC236}">
                <a16:creationId xmlns:a16="http://schemas.microsoft.com/office/drawing/2014/main" id="{E309266F-1F38-E5B4-9063-C7C95F3CD74C}"/>
              </a:ext>
            </a:extLst>
          </p:cNvPr>
          <p:cNvSpPr/>
          <p:nvPr/>
        </p:nvSpPr>
        <p:spPr>
          <a:xfrm>
            <a:off x="12041066" y="11096288"/>
            <a:ext cx="5760275" cy="7534612"/>
          </a:xfrm>
          <a:prstGeom prst="rect">
            <a:avLst/>
          </a:prstGeom>
          <a:solidFill>
            <a:srgbClr val="012060"/>
          </a:solidFill>
        </p:spPr>
        <p:txBody>
          <a:bodyPr/>
          <a:lstStyle/>
          <a:p>
            <a:endParaRPr lang="en-US"/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A353CF73-2888-A731-F118-C3E051884695}"/>
              </a:ext>
            </a:extLst>
          </p:cNvPr>
          <p:cNvSpPr txBox="1"/>
          <p:nvPr/>
        </p:nvSpPr>
        <p:spPr>
          <a:xfrm>
            <a:off x="12402706" y="14128350"/>
            <a:ext cx="5036995" cy="415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94"/>
              </a:lnSpc>
            </a:pP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phân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tích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kết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quả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ngay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sau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kết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thúc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để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đảm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bảo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tiến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độ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và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cung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cấp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thông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tin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kịp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thời</a:t>
            </a:r>
            <a:endParaRPr lang="en-US" sz="4800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2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B3056E7F-F2DE-A999-AE12-0AC2BA7F79F8}"/>
              </a:ext>
            </a:extLst>
          </p:cNvPr>
          <p:cNvSpPr txBox="1"/>
          <p:nvPr/>
        </p:nvSpPr>
        <p:spPr>
          <a:xfrm>
            <a:off x="12936955" y="12690776"/>
            <a:ext cx="3968497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Xử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lý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và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phân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tích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dữ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liệu</a:t>
            </a:r>
            <a:endParaRPr lang="en-US" sz="4352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52" name="Freeform 3">
            <a:extLst>
              <a:ext uri="{FF2B5EF4-FFF2-40B4-BE49-F238E27FC236}">
                <a16:creationId xmlns:a16="http://schemas.microsoft.com/office/drawing/2014/main" id="{563CAEDF-66D6-41FA-AD28-AB7F5D162D61}"/>
              </a:ext>
            </a:extLst>
          </p:cNvPr>
          <p:cNvSpPr/>
          <p:nvPr/>
        </p:nvSpPr>
        <p:spPr>
          <a:xfrm>
            <a:off x="14554200" y="11606734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53" name="Group 7">
            <a:extLst>
              <a:ext uri="{FF2B5EF4-FFF2-40B4-BE49-F238E27FC236}">
                <a16:creationId xmlns:a16="http://schemas.microsoft.com/office/drawing/2014/main" id="{8886F0E0-27BF-8042-C821-9A2B74585EA4}"/>
              </a:ext>
            </a:extLst>
          </p:cNvPr>
          <p:cNvGrpSpPr/>
          <p:nvPr/>
        </p:nvGrpSpPr>
        <p:grpSpPr>
          <a:xfrm>
            <a:off x="14665416" y="11684891"/>
            <a:ext cx="580635" cy="575480"/>
            <a:chOff x="0" y="0"/>
            <a:chExt cx="774180" cy="767307"/>
          </a:xfrm>
        </p:grpSpPr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E6022E2F-0BF5-8E9C-4D36-4AEDA46C4908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9">
              <a:extLst>
                <a:ext uri="{FF2B5EF4-FFF2-40B4-BE49-F238E27FC236}">
                  <a16:creationId xmlns:a16="http://schemas.microsoft.com/office/drawing/2014/main" id="{48290EE3-3F9B-374E-EABB-BC9D1CFB47B4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0">
              <a:extLst>
                <a:ext uri="{FF2B5EF4-FFF2-40B4-BE49-F238E27FC236}">
                  <a16:creationId xmlns:a16="http://schemas.microsoft.com/office/drawing/2014/main" id="{167426A0-E495-02C7-A5E1-0D4D33A181A7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AutoShape 2">
            <a:extLst>
              <a:ext uri="{FF2B5EF4-FFF2-40B4-BE49-F238E27FC236}">
                <a16:creationId xmlns:a16="http://schemas.microsoft.com/office/drawing/2014/main" id="{3B6CFD12-850B-1E25-42FE-D848C3753C7B}"/>
              </a:ext>
            </a:extLst>
          </p:cNvPr>
          <p:cNvSpPr/>
          <p:nvPr/>
        </p:nvSpPr>
        <p:spPr>
          <a:xfrm>
            <a:off x="431241" y="2012480"/>
            <a:ext cx="5760275" cy="7534612"/>
          </a:xfrm>
          <a:prstGeom prst="rect">
            <a:avLst/>
          </a:prstGeom>
          <a:solidFill>
            <a:srgbClr val="012060"/>
          </a:solidFill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" name="TextBox 3">
            <a:extLst>
              <a:ext uri="{FF2B5EF4-FFF2-40B4-BE49-F238E27FC236}">
                <a16:creationId xmlns:a16="http://schemas.microsoft.com/office/drawing/2014/main" id="{9C8E3E21-8CA4-F2A0-E894-15526BFA8652}"/>
              </a:ext>
            </a:extLst>
          </p:cNvPr>
          <p:cNvSpPr txBox="1"/>
          <p:nvPr/>
        </p:nvSpPr>
        <p:spPr>
          <a:xfrm>
            <a:off x="805115" y="5035017"/>
            <a:ext cx="4758152" cy="391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94"/>
              </a:lnSpc>
            </a:pP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kiểm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tra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bảng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trên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nhóm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nhỏ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trước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triển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khai</a:t>
            </a:r>
            <a:endParaRPr lang="en-US" sz="5400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2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9" name="TextBox 4">
            <a:extLst>
              <a:ext uri="{FF2B5EF4-FFF2-40B4-BE49-F238E27FC236}">
                <a16:creationId xmlns:a16="http://schemas.microsoft.com/office/drawing/2014/main" id="{B2AD5949-7FE5-B2D8-9712-398267123766}"/>
              </a:ext>
            </a:extLst>
          </p:cNvPr>
          <p:cNvSpPr txBox="1"/>
          <p:nvPr/>
        </p:nvSpPr>
        <p:spPr>
          <a:xfrm>
            <a:off x="1456243" y="3606968"/>
            <a:ext cx="3710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Thử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nghiệm</a:t>
            </a:r>
            <a:endParaRPr lang="en-US" sz="4352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60" name="Freeform 3">
            <a:extLst>
              <a:ext uri="{FF2B5EF4-FFF2-40B4-BE49-F238E27FC236}">
                <a16:creationId xmlns:a16="http://schemas.microsoft.com/office/drawing/2014/main" id="{4FB605C8-2FA0-1692-D2C8-AF840DEF76C7}"/>
              </a:ext>
            </a:extLst>
          </p:cNvPr>
          <p:cNvSpPr/>
          <p:nvPr/>
        </p:nvSpPr>
        <p:spPr>
          <a:xfrm>
            <a:off x="2884987" y="2504033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1" name="Group 7">
            <a:extLst>
              <a:ext uri="{FF2B5EF4-FFF2-40B4-BE49-F238E27FC236}">
                <a16:creationId xmlns:a16="http://schemas.microsoft.com/office/drawing/2014/main" id="{029335D5-07FE-72D5-2174-C262CDC81C49}"/>
              </a:ext>
            </a:extLst>
          </p:cNvPr>
          <p:cNvGrpSpPr/>
          <p:nvPr/>
        </p:nvGrpSpPr>
        <p:grpSpPr>
          <a:xfrm>
            <a:off x="2996203" y="2582190"/>
            <a:ext cx="580635" cy="575480"/>
            <a:chOff x="0" y="0"/>
            <a:chExt cx="774180" cy="767307"/>
          </a:xfrm>
        </p:grpSpPr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A3BB9FB4-3C98-3683-5CB0-48CBAED2E4FA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4878D781-DFA9-B8E3-5C99-A45923B1006B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0A988F5C-1BEC-7D49-4762-848D981BF3DE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23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DA23-6691-4072-EBCC-64564817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86ECCA00-AD17-1CD0-75D8-45EE85C2803F}"/>
              </a:ext>
            </a:extLst>
          </p:cNvPr>
          <p:cNvGrpSpPr/>
          <p:nvPr/>
        </p:nvGrpSpPr>
        <p:grpSpPr>
          <a:xfrm>
            <a:off x="458950" y="772038"/>
            <a:ext cx="3568194" cy="804482"/>
            <a:chOff x="0" y="0"/>
            <a:chExt cx="1466655" cy="33067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4D010CA-7FFF-22BE-08B7-AA5D033A975D}"/>
                </a:ext>
              </a:extLst>
            </p:cNvPr>
            <p:cNvSpPr/>
            <p:nvPr/>
          </p:nvSpPr>
          <p:spPr>
            <a:xfrm>
              <a:off x="0" y="0"/>
              <a:ext cx="1466655" cy="330671"/>
            </a:xfrm>
            <a:custGeom>
              <a:avLst/>
              <a:gdLst/>
              <a:ahLst/>
              <a:cxnLst/>
              <a:rect l="l" t="t" r="r" b="b"/>
              <a:pathLst>
                <a:path w="1466655" h="330671">
                  <a:moveTo>
                    <a:pt x="0" y="0"/>
                  </a:moveTo>
                  <a:lnTo>
                    <a:pt x="1466655" y="0"/>
                  </a:lnTo>
                  <a:lnTo>
                    <a:pt x="1466655" y="330671"/>
                  </a:lnTo>
                  <a:lnTo>
                    <a:pt x="0" y="330671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F1FE9A5-8F0E-7A78-7F9B-BC94730194F0}"/>
              </a:ext>
            </a:extLst>
          </p:cNvPr>
          <p:cNvSpPr txBox="1"/>
          <p:nvPr/>
        </p:nvSpPr>
        <p:spPr>
          <a:xfrm>
            <a:off x="832824" y="431330"/>
            <a:ext cx="91092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000000"/>
                </a:solidFill>
                <a:latin typeface="+mj-lt"/>
                <a:ea typeface="Roboto Bold"/>
                <a:cs typeface="Roboto Bold"/>
                <a:sym typeface="Roboto Bold"/>
              </a:rPr>
              <a:t>3. CÁCH TIẾN HÀNH </a:t>
            </a: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1F4FE9A-7FEA-B167-5D7C-6C989787BF0E}"/>
              </a:ext>
            </a:extLst>
          </p:cNvPr>
          <p:cNvSpPr txBox="1"/>
          <p:nvPr/>
        </p:nvSpPr>
        <p:spPr>
          <a:xfrm>
            <a:off x="12852480" y="3606968"/>
            <a:ext cx="4226722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041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Thử</a:t>
            </a:r>
            <a:r>
              <a:rPr lang="en-US" sz="4041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nghiệm</a:t>
            </a:r>
            <a:endParaRPr lang="en-US" sz="4041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A3E1150C-F15F-C6DD-91C1-42E02340E91D}"/>
              </a:ext>
            </a:extLst>
          </p:cNvPr>
          <p:cNvSpPr/>
          <p:nvPr/>
        </p:nvSpPr>
        <p:spPr>
          <a:xfrm>
            <a:off x="12041066" y="2012480"/>
            <a:ext cx="5760275" cy="7534612"/>
          </a:xfrm>
          <a:prstGeom prst="rect">
            <a:avLst/>
          </a:prstGeom>
          <a:solidFill>
            <a:srgbClr val="012060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ED46662-FE89-FBCF-E445-74730060D078}"/>
              </a:ext>
            </a:extLst>
          </p:cNvPr>
          <p:cNvSpPr txBox="1"/>
          <p:nvPr/>
        </p:nvSpPr>
        <p:spPr>
          <a:xfrm>
            <a:off x="12402706" y="5044542"/>
            <a:ext cx="5036995" cy="415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94"/>
              </a:lnSpc>
            </a:pP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phân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tích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kết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quả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ngay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sau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kết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thúc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để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đảm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bảo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tiến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độ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và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cung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cấp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thông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tin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kịp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thời</a:t>
            </a:r>
            <a:endParaRPr lang="en-US" sz="4800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2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1D8391F-91AB-567E-F732-CED1F272690E}"/>
              </a:ext>
            </a:extLst>
          </p:cNvPr>
          <p:cNvSpPr txBox="1"/>
          <p:nvPr/>
        </p:nvSpPr>
        <p:spPr>
          <a:xfrm>
            <a:off x="12936955" y="3606968"/>
            <a:ext cx="3968497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Xử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lý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và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phân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tích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dữ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liệu</a:t>
            </a:r>
            <a:endParaRPr lang="en-US" sz="4352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5408ABA3-BD15-2E0E-F377-3EE6A84215F4}"/>
              </a:ext>
            </a:extLst>
          </p:cNvPr>
          <p:cNvSpPr/>
          <p:nvPr/>
        </p:nvSpPr>
        <p:spPr>
          <a:xfrm>
            <a:off x="14478000" y="2522926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2" name="Group 7">
            <a:extLst>
              <a:ext uri="{FF2B5EF4-FFF2-40B4-BE49-F238E27FC236}">
                <a16:creationId xmlns:a16="http://schemas.microsoft.com/office/drawing/2014/main" id="{0A5BB4F9-5A28-B8FA-527C-19484BA407DD}"/>
              </a:ext>
            </a:extLst>
          </p:cNvPr>
          <p:cNvGrpSpPr/>
          <p:nvPr/>
        </p:nvGrpSpPr>
        <p:grpSpPr>
          <a:xfrm>
            <a:off x="14589216" y="2601083"/>
            <a:ext cx="580635" cy="575480"/>
            <a:chOff x="0" y="0"/>
            <a:chExt cx="774180" cy="767307"/>
          </a:xfrm>
        </p:grpSpPr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CB14E158-4D82-C5A1-E7BC-B741E2CC9102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73C78902-795C-B230-0141-FCEDD8E3DB07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B198758A-99B6-C0E2-D142-ED3F18B81C12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AutoShape 2">
            <a:extLst>
              <a:ext uri="{FF2B5EF4-FFF2-40B4-BE49-F238E27FC236}">
                <a16:creationId xmlns:a16="http://schemas.microsoft.com/office/drawing/2014/main" id="{4CC24077-D324-FD6C-369B-79E377786BD7}"/>
              </a:ext>
            </a:extLst>
          </p:cNvPr>
          <p:cNvSpPr/>
          <p:nvPr/>
        </p:nvSpPr>
        <p:spPr>
          <a:xfrm>
            <a:off x="431241" y="2012480"/>
            <a:ext cx="5760275" cy="7534612"/>
          </a:xfrm>
          <a:prstGeom prst="rect">
            <a:avLst/>
          </a:prstGeom>
          <a:solidFill>
            <a:srgbClr val="012060"/>
          </a:solidFill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7C94D3AF-8352-C132-EBD9-93EF45051355}"/>
              </a:ext>
            </a:extLst>
          </p:cNvPr>
          <p:cNvSpPr txBox="1"/>
          <p:nvPr/>
        </p:nvSpPr>
        <p:spPr>
          <a:xfrm>
            <a:off x="805115" y="5035017"/>
            <a:ext cx="4758152" cy="391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94"/>
              </a:lnSpc>
            </a:pP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kiểm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tra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bảng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trên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nhóm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nhỏ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trước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triển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khai</a:t>
            </a:r>
            <a:endParaRPr lang="en-US" sz="5400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2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8" name="TextBox 4">
            <a:extLst>
              <a:ext uri="{FF2B5EF4-FFF2-40B4-BE49-F238E27FC236}">
                <a16:creationId xmlns:a16="http://schemas.microsoft.com/office/drawing/2014/main" id="{96722AE9-7F07-721D-73D7-CA1418CFACF9}"/>
              </a:ext>
            </a:extLst>
          </p:cNvPr>
          <p:cNvSpPr txBox="1"/>
          <p:nvPr/>
        </p:nvSpPr>
        <p:spPr>
          <a:xfrm>
            <a:off x="1456243" y="3606968"/>
            <a:ext cx="3710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Thử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nghiệm</a:t>
            </a:r>
            <a:endParaRPr lang="en-US" sz="4352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39" name="AutoShape 9">
            <a:extLst>
              <a:ext uri="{FF2B5EF4-FFF2-40B4-BE49-F238E27FC236}">
                <a16:creationId xmlns:a16="http://schemas.microsoft.com/office/drawing/2014/main" id="{3983388B-421A-84F3-BA13-21FDCCBBDEC0}"/>
              </a:ext>
            </a:extLst>
          </p:cNvPr>
          <p:cNvSpPr/>
          <p:nvPr/>
        </p:nvSpPr>
        <p:spPr>
          <a:xfrm>
            <a:off x="6191516" y="2012480"/>
            <a:ext cx="5849550" cy="7534612"/>
          </a:xfrm>
          <a:prstGeom prst="rect">
            <a:avLst/>
          </a:prstGeom>
          <a:solidFill>
            <a:srgbClr val="FFD8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E5ADC0CF-FAA7-BD7B-07FC-25D086702132}"/>
              </a:ext>
            </a:extLst>
          </p:cNvPr>
          <p:cNvSpPr txBox="1"/>
          <p:nvPr/>
        </p:nvSpPr>
        <p:spPr>
          <a:xfrm>
            <a:off x="6388230" y="5054067"/>
            <a:ext cx="5456122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sử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dụng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các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kỹ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thuật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khuyến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khích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để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tăng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tỉ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lệ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phản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hồi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,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ví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dụ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như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cung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cấp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phần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thưởng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lời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hoặc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thông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báo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tóm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tắt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quả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lời</a:t>
            </a:r>
            <a:endParaRPr lang="en-US" sz="4000" b="1" dirty="0"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2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03A01FCD-748B-55B6-B6C6-17B55A55703C}"/>
              </a:ext>
            </a:extLst>
          </p:cNvPr>
          <p:cNvSpPr txBox="1"/>
          <p:nvPr/>
        </p:nvSpPr>
        <p:spPr>
          <a:xfrm>
            <a:off x="6748160" y="3606968"/>
            <a:ext cx="4453239" cy="1219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Phân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phối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và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thu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thập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dữ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liệu</a:t>
            </a:r>
            <a:endParaRPr lang="en-US" sz="4041" b="1" dirty="0"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42" name="Freeform 3">
            <a:extLst>
              <a:ext uri="{FF2B5EF4-FFF2-40B4-BE49-F238E27FC236}">
                <a16:creationId xmlns:a16="http://schemas.microsoft.com/office/drawing/2014/main" id="{BA2F18A1-ABA2-0013-380D-DE73BD5D42A8}"/>
              </a:ext>
            </a:extLst>
          </p:cNvPr>
          <p:cNvSpPr/>
          <p:nvPr/>
        </p:nvSpPr>
        <p:spPr>
          <a:xfrm>
            <a:off x="2884987" y="2504033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3" name="Group 7">
            <a:extLst>
              <a:ext uri="{FF2B5EF4-FFF2-40B4-BE49-F238E27FC236}">
                <a16:creationId xmlns:a16="http://schemas.microsoft.com/office/drawing/2014/main" id="{304A627B-C8FB-6926-305A-E332EE17113A}"/>
              </a:ext>
            </a:extLst>
          </p:cNvPr>
          <p:cNvGrpSpPr/>
          <p:nvPr/>
        </p:nvGrpSpPr>
        <p:grpSpPr>
          <a:xfrm>
            <a:off x="2996203" y="2582190"/>
            <a:ext cx="580635" cy="575480"/>
            <a:chOff x="0" y="0"/>
            <a:chExt cx="774180" cy="767307"/>
          </a:xfrm>
        </p:grpSpPr>
        <p:sp>
          <p:nvSpPr>
            <p:cNvPr id="44" name="Freeform 8">
              <a:extLst>
                <a:ext uri="{FF2B5EF4-FFF2-40B4-BE49-F238E27FC236}">
                  <a16:creationId xmlns:a16="http://schemas.microsoft.com/office/drawing/2014/main" id="{2E2DECC1-6C82-D39D-4A7E-6ECC012717BF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F9D3983E-2E5D-70EA-741B-D37A47D67B8A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9789F2B1-0AE5-A2F5-0A07-F6F08ED082EF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Freeform 3">
            <a:extLst>
              <a:ext uri="{FF2B5EF4-FFF2-40B4-BE49-F238E27FC236}">
                <a16:creationId xmlns:a16="http://schemas.microsoft.com/office/drawing/2014/main" id="{7E400FC5-5ADC-DCCC-77FA-62A4745A8ABE}"/>
              </a:ext>
            </a:extLst>
          </p:cNvPr>
          <p:cNvSpPr/>
          <p:nvPr/>
        </p:nvSpPr>
        <p:spPr>
          <a:xfrm>
            <a:off x="8665671" y="2425876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8" name="Group 7">
            <a:extLst>
              <a:ext uri="{FF2B5EF4-FFF2-40B4-BE49-F238E27FC236}">
                <a16:creationId xmlns:a16="http://schemas.microsoft.com/office/drawing/2014/main" id="{3A86AF76-E1A9-96F1-E1B1-873DAB4AAB6B}"/>
              </a:ext>
            </a:extLst>
          </p:cNvPr>
          <p:cNvGrpSpPr/>
          <p:nvPr/>
        </p:nvGrpSpPr>
        <p:grpSpPr>
          <a:xfrm>
            <a:off x="8776887" y="2504033"/>
            <a:ext cx="580635" cy="575480"/>
            <a:chOff x="0" y="0"/>
            <a:chExt cx="774180" cy="767307"/>
          </a:xfrm>
        </p:grpSpPr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A130FB9C-9579-2908-EB3C-315C53336AF9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747CDA1E-B171-34D8-DCA7-359B55CC7A59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BFE0FAE3-73E1-A888-628A-7F4FF8B9949E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7667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51FD-47E9-BB57-1733-FC5A2D48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BED912D4-500B-7AB4-8F80-CD3497F30DAC}"/>
              </a:ext>
            </a:extLst>
          </p:cNvPr>
          <p:cNvGrpSpPr/>
          <p:nvPr/>
        </p:nvGrpSpPr>
        <p:grpSpPr>
          <a:xfrm>
            <a:off x="2857738" y="2589837"/>
            <a:ext cx="12718123" cy="1487184"/>
            <a:chOff x="0" y="0"/>
            <a:chExt cx="3349629" cy="39168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63411B5-E4B8-AE00-6B6A-1A0BC0A3630C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AFDB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23AF3C2-CF5F-A050-C711-77597CDF329B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92C660B-AF74-86BC-2EC2-79706F395ABB}"/>
              </a:ext>
            </a:extLst>
          </p:cNvPr>
          <p:cNvSpPr txBox="1"/>
          <p:nvPr/>
        </p:nvSpPr>
        <p:spPr>
          <a:xfrm>
            <a:off x="3020364" y="2747331"/>
            <a:ext cx="12555497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dữ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liệu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đúng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dạng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hữu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ích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yêu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cầu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172EA92-7CAE-1595-A24D-AC550C61FA4A}"/>
              </a:ext>
            </a:extLst>
          </p:cNvPr>
          <p:cNvGrpSpPr/>
          <p:nvPr/>
        </p:nvGrpSpPr>
        <p:grpSpPr>
          <a:xfrm>
            <a:off x="2857738" y="4524696"/>
            <a:ext cx="12718123" cy="1487184"/>
            <a:chOff x="0" y="0"/>
            <a:chExt cx="3349629" cy="39168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1FC57A5-145C-1F36-ADC1-D5A32968393C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B6E0C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DDD67B0-D0B0-C3EF-34CA-0C46F7B66C75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534D42BA-1A73-EB96-5395-7E74F61D0E44}"/>
              </a:ext>
            </a:extLst>
          </p:cNvPr>
          <p:cNvSpPr txBox="1"/>
          <p:nvPr/>
        </p:nvSpPr>
        <p:spPr>
          <a:xfrm>
            <a:off x="3155212" y="4681157"/>
            <a:ext cx="12555497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kế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ngắn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gọn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thân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thiện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dùng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A7D50B2-6D32-EADA-19A5-ACEE9CE463D2}"/>
              </a:ext>
            </a:extLst>
          </p:cNvPr>
          <p:cNvGrpSpPr/>
          <p:nvPr/>
        </p:nvGrpSpPr>
        <p:grpSpPr>
          <a:xfrm>
            <a:off x="2857738" y="6458522"/>
            <a:ext cx="12718123" cy="1487184"/>
            <a:chOff x="0" y="0"/>
            <a:chExt cx="3349629" cy="39168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FA534B2-9A3C-BCC3-D6A4-7F2E89522B03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F5E2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A7578F3-26FB-6785-88C1-B9C412A8ED38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7CBDDBF7-B518-191B-F519-F34311E73E19}"/>
              </a:ext>
            </a:extLst>
          </p:cNvPr>
          <p:cNvSpPr txBox="1"/>
          <p:nvPr/>
        </p:nvSpPr>
        <p:spPr>
          <a:xfrm>
            <a:off x="3020364" y="6468047"/>
            <a:ext cx="12555497" cy="1808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Đưa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ra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hướng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dẫn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rõ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ràng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đảm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thực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hiện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trả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AF7FBB5D-5F6E-DECC-21D7-856CBA0810F3}"/>
              </a:ext>
            </a:extLst>
          </p:cNvPr>
          <p:cNvGrpSpPr/>
          <p:nvPr/>
        </p:nvGrpSpPr>
        <p:grpSpPr>
          <a:xfrm>
            <a:off x="2857738" y="8245412"/>
            <a:ext cx="12718123" cy="1487184"/>
            <a:chOff x="0" y="0"/>
            <a:chExt cx="3349629" cy="391686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3183430-2DE4-09CA-A4BA-51C6E0E95921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FEEDA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19FE2301-B5FB-ECCA-DE74-9463F342D3FC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E14B74C-CFAE-ADA2-51F5-A21699C16175}"/>
              </a:ext>
            </a:extLst>
          </p:cNvPr>
          <p:cNvSpPr txBox="1"/>
          <p:nvPr/>
        </p:nvSpPr>
        <p:spPr>
          <a:xfrm>
            <a:off x="2939051" y="8397812"/>
            <a:ext cx="12555497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Sắp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xếp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lý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từ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đơn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giản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đến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phức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tạp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4F48FEBF-F35C-52F1-080D-A149BE81FF00}"/>
              </a:ext>
            </a:extLst>
          </p:cNvPr>
          <p:cNvGrpSpPr/>
          <p:nvPr/>
        </p:nvGrpSpPr>
        <p:grpSpPr>
          <a:xfrm>
            <a:off x="571500" y="797866"/>
            <a:ext cx="3568194" cy="804482"/>
            <a:chOff x="0" y="0"/>
            <a:chExt cx="1466655" cy="330671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BB1B03E0-EB59-A4C0-CADA-BBCD3AA04307}"/>
                </a:ext>
              </a:extLst>
            </p:cNvPr>
            <p:cNvSpPr/>
            <p:nvPr/>
          </p:nvSpPr>
          <p:spPr>
            <a:xfrm>
              <a:off x="0" y="0"/>
              <a:ext cx="1466655" cy="330671"/>
            </a:xfrm>
            <a:custGeom>
              <a:avLst/>
              <a:gdLst/>
              <a:ahLst/>
              <a:cxnLst/>
              <a:rect l="l" t="t" r="r" b="b"/>
              <a:pathLst>
                <a:path w="1466655" h="330671">
                  <a:moveTo>
                    <a:pt x="0" y="0"/>
                  </a:moveTo>
                  <a:lnTo>
                    <a:pt x="1466655" y="0"/>
                  </a:lnTo>
                  <a:lnTo>
                    <a:pt x="1466655" y="330671"/>
                  </a:lnTo>
                  <a:lnTo>
                    <a:pt x="0" y="330671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4">
            <a:extLst>
              <a:ext uri="{FF2B5EF4-FFF2-40B4-BE49-F238E27FC236}">
                <a16:creationId xmlns:a16="http://schemas.microsoft.com/office/drawing/2014/main" id="{C2A7DBA4-B0E9-C8EA-47E5-326BA257DF53}"/>
              </a:ext>
            </a:extLst>
          </p:cNvPr>
          <p:cNvSpPr txBox="1"/>
          <p:nvPr/>
        </p:nvSpPr>
        <p:spPr>
          <a:xfrm>
            <a:off x="810525" y="397703"/>
            <a:ext cx="91092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3. CÁCH TIẾN HÀNH </a:t>
            </a: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FBBD80C7-6B1B-A635-2C2B-7BAA69C61759}"/>
              </a:ext>
            </a:extLst>
          </p:cNvPr>
          <p:cNvSpPr txBox="1"/>
          <p:nvPr/>
        </p:nvSpPr>
        <p:spPr>
          <a:xfrm>
            <a:off x="810525" y="1823085"/>
            <a:ext cx="12555497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r>
              <a:rPr lang="vi-VN" sz="4800" dirty="0">
                <a:solidFill>
                  <a:schemeClr val="accent2">
                    <a:lumMod val="75000"/>
                  </a:schemeClr>
                </a:solidFill>
              </a:rPr>
              <a:t>Lưu ý</a:t>
            </a:r>
            <a:r>
              <a:rPr lang="vi-VN" dirty="0"/>
              <a:t>: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Quy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tắc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kế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</a:t>
            </a: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47" name="AutoShape 7">
            <a:extLst>
              <a:ext uri="{FF2B5EF4-FFF2-40B4-BE49-F238E27FC236}">
                <a16:creationId xmlns:a16="http://schemas.microsoft.com/office/drawing/2014/main" id="{B0472F03-65C0-AA53-FB22-2E0663C00135}"/>
              </a:ext>
            </a:extLst>
          </p:cNvPr>
          <p:cNvSpPr/>
          <p:nvPr/>
        </p:nvSpPr>
        <p:spPr>
          <a:xfrm>
            <a:off x="-13489169" y="3701813"/>
            <a:ext cx="0" cy="2883373"/>
          </a:xfrm>
          <a:prstGeom prst="line">
            <a:avLst/>
          </a:prstGeom>
          <a:ln w="38100" cap="flat">
            <a:solidFill>
              <a:srgbClr val="01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8" name="Group 8">
            <a:extLst>
              <a:ext uri="{FF2B5EF4-FFF2-40B4-BE49-F238E27FC236}">
                <a16:creationId xmlns:a16="http://schemas.microsoft.com/office/drawing/2014/main" id="{7F0601BF-26AB-48CF-7398-CD51A666A9D2}"/>
              </a:ext>
            </a:extLst>
          </p:cNvPr>
          <p:cNvGrpSpPr/>
          <p:nvPr/>
        </p:nvGrpSpPr>
        <p:grpSpPr>
          <a:xfrm>
            <a:off x="-13656404" y="3534578"/>
            <a:ext cx="334470" cy="334470"/>
            <a:chOff x="0" y="0"/>
            <a:chExt cx="6350000" cy="6350000"/>
          </a:xfrm>
        </p:grpSpPr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A4268A64-A4B3-178F-A29E-B92880E63F48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10">
            <a:extLst>
              <a:ext uri="{FF2B5EF4-FFF2-40B4-BE49-F238E27FC236}">
                <a16:creationId xmlns:a16="http://schemas.microsoft.com/office/drawing/2014/main" id="{2EF4E310-6298-0667-47FD-A152B61E426E}"/>
              </a:ext>
            </a:extLst>
          </p:cNvPr>
          <p:cNvGrpSpPr/>
          <p:nvPr/>
        </p:nvGrpSpPr>
        <p:grpSpPr>
          <a:xfrm>
            <a:off x="-13656404" y="6337003"/>
            <a:ext cx="334470" cy="334470"/>
            <a:chOff x="0" y="0"/>
            <a:chExt cx="6350000" cy="6350000"/>
          </a:xfrm>
        </p:grpSpPr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00015463-0175-BE99-53E6-D5990673FD74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" name="TextBox 13">
            <a:extLst>
              <a:ext uri="{FF2B5EF4-FFF2-40B4-BE49-F238E27FC236}">
                <a16:creationId xmlns:a16="http://schemas.microsoft.com/office/drawing/2014/main" id="{D75D30DE-8E43-9954-E8CF-9689AA7E9A72}"/>
              </a:ext>
            </a:extLst>
          </p:cNvPr>
          <p:cNvSpPr txBox="1"/>
          <p:nvPr/>
        </p:nvSpPr>
        <p:spPr>
          <a:xfrm>
            <a:off x="12852480" y="-6130624"/>
            <a:ext cx="4226722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041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Thử</a:t>
            </a:r>
            <a:r>
              <a:rPr lang="en-US" sz="4041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nghiệm</a:t>
            </a:r>
            <a:endParaRPr lang="en-US" sz="4041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82" name="AutoShape 14">
            <a:extLst>
              <a:ext uri="{FF2B5EF4-FFF2-40B4-BE49-F238E27FC236}">
                <a16:creationId xmlns:a16="http://schemas.microsoft.com/office/drawing/2014/main" id="{8AFE5AD9-AE12-D580-2BBA-A826C79EFE7E}"/>
              </a:ext>
            </a:extLst>
          </p:cNvPr>
          <p:cNvSpPr/>
          <p:nvPr/>
        </p:nvSpPr>
        <p:spPr>
          <a:xfrm>
            <a:off x="12041066" y="-7725112"/>
            <a:ext cx="5760275" cy="7534612"/>
          </a:xfrm>
          <a:prstGeom prst="rect">
            <a:avLst/>
          </a:prstGeom>
          <a:solidFill>
            <a:srgbClr val="012060"/>
          </a:solidFill>
        </p:spPr>
        <p:txBody>
          <a:bodyPr/>
          <a:lstStyle/>
          <a:p>
            <a:endParaRPr lang="en-US"/>
          </a:p>
        </p:txBody>
      </p:sp>
      <p:sp>
        <p:nvSpPr>
          <p:cNvPr id="83" name="TextBox 15">
            <a:extLst>
              <a:ext uri="{FF2B5EF4-FFF2-40B4-BE49-F238E27FC236}">
                <a16:creationId xmlns:a16="http://schemas.microsoft.com/office/drawing/2014/main" id="{30FE12E8-3F9B-920C-F79A-BB4644E00AD5}"/>
              </a:ext>
            </a:extLst>
          </p:cNvPr>
          <p:cNvSpPr txBox="1"/>
          <p:nvPr/>
        </p:nvSpPr>
        <p:spPr>
          <a:xfrm>
            <a:off x="12402706" y="-4693050"/>
            <a:ext cx="5036995" cy="415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94"/>
              </a:lnSpc>
            </a:pP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phân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tích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kết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quả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ngay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sau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kết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thúc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để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đảm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bảo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tiến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độ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và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cung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cấp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thông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tin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kịp</a:t>
            </a:r>
            <a:r>
              <a:rPr lang="en-US" sz="48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thời</a:t>
            </a:r>
            <a:endParaRPr lang="en-US" sz="4800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2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4" name="TextBox 16">
            <a:extLst>
              <a:ext uri="{FF2B5EF4-FFF2-40B4-BE49-F238E27FC236}">
                <a16:creationId xmlns:a16="http://schemas.microsoft.com/office/drawing/2014/main" id="{C4A18B06-FF68-7C50-C769-B8E684ED0E6D}"/>
              </a:ext>
            </a:extLst>
          </p:cNvPr>
          <p:cNvSpPr txBox="1"/>
          <p:nvPr/>
        </p:nvSpPr>
        <p:spPr>
          <a:xfrm>
            <a:off x="12936955" y="-6130624"/>
            <a:ext cx="3968497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Xử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lý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và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phân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tích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dữ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liệu</a:t>
            </a:r>
            <a:endParaRPr lang="en-US" sz="4352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85" name="Freeform 3">
            <a:extLst>
              <a:ext uri="{FF2B5EF4-FFF2-40B4-BE49-F238E27FC236}">
                <a16:creationId xmlns:a16="http://schemas.microsoft.com/office/drawing/2014/main" id="{18E578B2-B968-1C6F-9A2B-637840B45D88}"/>
              </a:ext>
            </a:extLst>
          </p:cNvPr>
          <p:cNvSpPr/>
          <p:nvPr/>
        </p:nvSpPr>
        <p:spPr>
          <a:xfrm>
            <a:off x="14478000" y="-7214666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86" name="Group 7">
            <a:extLst>
              <a:ext uri="{FF2B5EF4-FFF2-40B4-BE49-F238E27FC236}">
                <a16:creationId xmlns:a16="http://schemas.microsoft.com/office/drawing/2014/main" id="{CC926DF0-37A8-0D3E-7656-C45203819549}"/>
              </a:ext>
            </a:extLst>
          </p:cNvPr>
          <p:cNvGrpSpPr/>
          <p:nvPr/>
        </p:nvGrpSpPr>
        <p:grpSpPr>
          <a:xfrm>
            <a:off x="14589216" y="-7136509"/>
            <a:ext cx="580635" cy="575480"/>
            <a:chOff x="0" y="0"/>
            <a:chExt cx="774180" cy="767307"/>
          </a:xfrm>
        </p:grpSpPr>
        <p:sp>
          <p:nvSpPr>
            <p:cNvPr id="87" name="Freeform 8">
              <a:extLst>
                <a:ext uri="{FF2B5EF4-FFF2-40B4-BE49-F238E27FC236}">
                  <a16:creationId xmlns:a16="http://schemas.microsoft.com/office/drawing/2014/main" id="{E18C72F3-F4EA-60AA-2780-FE16A4BB178F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9">
              <a:extLst>
                <a:ext uri="{FF2B5EF4-FFF2-40B4-BE49-F238E27FC236}">
                  <a16:creationId xmlns:a16="http://schemas.microsoft.com/office/drawing/2014/main" id="{B2192191-0FAC-E7FC-A245-B3B8F799CBD2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0">
              <a:extLst>
                <a:ext uri="{FF2B5EF4-FFF2-40B4-BE49-F238E27FC236}">
                  <a16:creationId xmlns:a16="http://schemas.microsoft.com/office/drawing/2014/main" id="{6AB710B6-1E97-91A3-2005-AB48B9ED82B5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AutoShape 2">
            <a:extLst>
              <a:ext uri="{FF2B5EF4-FFF2-40B4-BE49-F238E27FC236}">
                <a16:creationId xmlns:a16="http://schemas.microsoft.com/office/drawing/2014/main" id="{EC85097D-D73D-F529-A3CD-87789075D722}"/>
              </a:ext>
            </a:extLst>
          </p:cNvPr>
          <p:cNvSpPr/>
          <p:nvPr/>
        </p:nvSpPr>
        <p:spPr>
          <a:xfrm>
            <a:off x="431241" y="-7725112"/>
            <a:ext cx="5760275" cy="7534612"/>
          </a:xfrm>
          <a:prstGeom prst="rect">
            <a:avLst/>
          </a:prstGeom>
          <a:solidFill>
            <a:srgbClr val="012060"/>
          </a:solidFill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1" name="TextBox 3">
            <a:extLst>
              <a:ext uri="{FF2B5EF4-FFF2-40B4-BE49-F238E27FC236}">
                <a16:creationId xmlns:a16="http://schemas.microsoft.com/office/drawing/2014/main" id="{B6004086-4DAE-58A1-F1BC-D4F2D373F67C}"/>
              </a:ext>
            </a:extLst>
          </p:cNvPr>
          <p:cNvSpPr txBox="1"/>
          <p:nvPr/>
        </p:nvSpPr>
        <p:spPr>
          <a:xfrm>
            <a:off x="805115" y="-4702575"/>
            <a:ext cx="4758152" cy="391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94"/>
              </a:lnSpc>
            </a:pP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kiểm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tra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bảng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trên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nhóm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nhỏ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trước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triển</a:t>
            </a:r>
            <a:r>
              <a:rPr lang="en-US" sz="5400" dirty="0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khai</a:t>
            </a:r>
            <a:endParaRPr lang="en-US" sz="5400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2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92" name="TextBox 4">
            <a:extLst>
              <a:ext uri="{FF2B5EF4-FFF2-40B4-BE49-F238E27FC236}">
                <a16:creationId xmlns:a16="http://schemas.microsoft.com/office/drawing/2014/main" id="{53EB199C-C435-0C03-5A30-C65F3A973724}"/>
              </a:ext>
            </a:extLst>
          </p:cNvPr>
          <p:cNvSpPr txBox="1"/>
          <p:nvPr/>
        </p:nvSpPr>
        <p:spPr>
          <a:xfrm>
            <a:off x="1456243" y="-6130624"/>
            <a:ext cx="3710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Thử</a:t>
            </a:r>
            <a:r>
              <a:rPr lang="en-US" sz="4352" b="1" dirty="0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352" b="1" dirty="0" err="1">
                <a:solidFill>
                  <a:schemeClr val="bg1"/>
                </a:solidFill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nghiệm</a:t>
            </a:r>
            <a:endParaRPr lang="en-US" sz="4352" b="1" dirty="0">
              <a:solidFill>
                <a:schemeClr val="bg1"/>
              </a:solidFill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93" name="AutoShape 9">
            <a:extLst>
              <a:ext uri="{FF2B5EF4-FFF2-40B4-BE49-F238E27FC236}">
                <a16:creationId xmlns:a16="http://schemas.microsoft.com/office/drawing/2014/main" id="{8E293C4C-5A70-0FFC-E140-9A9B99FDEE60}"/>
              </a:ext>
            </a:extLst>
          </p:cNvPr>
          <p:cNvSpPr/>
          <p:nvPr/>
        </p:nvSpPr>
        <p:spPr>
          <a:xfrm>
            <a:off x="6191516" y="-7725112"/>
            <a:ext cx="5849550" cy="7534612"/>
          </a:xfrm>
          <a:prstGeom prst="rect">
            <a:avLst/>
          </a:prstGeom>
          <a:solidFill>
            <a:srgbClr val="FFD8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4" name="TextBox 10">
            <a:extLst>
              <a:ext uri="{FF2B5EF4-FFF2-40B4-BE49-F238E27FC236}">
                <a16:creationId xmlns:a16="http://schemas.microsoft.com/office/drawing/2014/main" id="{9232652A-306A-E1C1-7306-C3315D0303F6}"/>
              </a:ext>
            </a:extLst>
          </p:cNvPr>
          <p:cNvSpPr txBox="1"/>
          <p:nvPr/>
        </p:nvSpPr>
        <p:spPr>
          <a:xfrm>
            <a:off x="6388230" y="-4683525"/>
            <a:ext cx="5456122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sử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dụng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các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kỹ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thuật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khuyến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khích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để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tăng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tỉ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lệ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phản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hồi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,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ví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dụ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như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cung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cấp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phần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thưởng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khi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lời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hoặc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thông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báo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tóm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tắt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kết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quả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trả</a:t>
            </a:r>
            <a:r>
              <a:rPr lang="en-US" sz="40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40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lời</a:t>
            </a:r>
            <a:endParaRPr lang="en-US" sz="4000" b="1" dirty="0">
              <a:latin typeface="Averta Std Regular" panose="00000500000000000000" pitchFamily="50" charset="0"/>
              <a:ea typeface="Garet Bold"/>
              <a:cs typeface="Garet Bold"/>
              <a:sym typeface="Garet Bold"/>
              <a:hlinkClick r:id="rId2" tooltip="https://docs.google.com/spreadsheets/d/1DUF2isFWsqVSYhbaACYtbgcLi_YjDqpE3GLQIVgkKQg/edit#gid=698511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95" name="TextBox 11">
            <a:extLst>
              <a:ext uri="{FF2B5EF4-FFF2-40B4-BE49-F238E27FC236}">
                <a16:creationId xmlns:a16="http://schemas.microsoft.com/office/drawing/2014/main" id="{4760304B-DACC-3F08-1392-54296773263C}"/>
              </a:ext>
            </a:extLst>
          </p:cNvPr>
          <p:cNvSpPr txBox="1"/>
          <p:nvPr/>
        </p:nvSpPr>
        <p:spPr>
          <a:xfrm>
            <a:off x="6748160" y="-6130624"/>
            <a:ext cx="4453239" cy="1219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Phân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phối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và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thu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thập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dữ</a:t>
            </a:r>
            <a:r>
              <a:rPr lang="en-US" sz="4041" b="1" dirty="0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4041" b="1" dirty="0" err="1">
                <a:latin typeface="Averta Std Regular" panose="00000500000000000000" pitchFamily="50" charset="0"/>
                <a:ea typeface="Garet Bold"/>
                <a:cs typeface="Garet Bold"/>
                <a:sym typeface="Garet Bold"/>
              </a:rPr>
              <a:t>liệu</a:t>
            </a:r>
            <a:endParaRPr lang="en-US" sz="4041" b="1" dirty="0">
              <a:latin typeface="Averta Std Regular" panose="00000500000000000000" pitchFamily="50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96" name="Freeform 3">
            <a:extLst>
              <a:ext uri="{FF2B5EF4-FFF2-40B4-BE49-F238E27FC236}">
                <a16:creationId xmlns:a16="http://schemas.microsoft.com/office/drawing/2014/main" id="{F3E47028-4CBC-3D9B-B153-21E82A3F465F}"/>
              </a:ext>
            </a:extLst>
          </p:cNvPr>
          <p:cNvSpPr/>
          <p:nvPr/>
        </p:nvSpPr>
        <p:spPr>
          <a:xfrm>
            <a:off x="2884987" y="-7233559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97" name="Group 7">
            <a:extLst>
              <a:ext uri="{FF2B5EF4-FFF2-40B4-BE49-F238E27FC236}">
                <a16:creationId xmlns:a16="http://schemas.microsoft.com/office/drawing/2014/main" id="{08BB5107-E19D-C376-9D2A-117851CFB075}"/>
              </a:ext>
            </a:extLst>
          </p:cNvPr>
          <p:cNvGrpSpPr/>
          <p:nvPr/>
        </p:nvGrpSpPr>
        <p:grpSpPr>
          <a:xfrm>
            <a:off x="2996203" y="-7155402"/>
            <a:ext cx="580635" cy="575480"/>
            <a:chOff x="0" y="0"/>
            <a:chExt cx="774180" cy="767307"/>
          </a:xfrm>
        </p:grpSpPr>
        <p:sp>
          <p:nvSpPr>
            <p:cNvPr id="98" name="Freeform 8">
              <a:extLst>
                <a:ext uri="{FF2B5EF4-FFF2-40B4-BE49-F238E27FC236}">
                  <a16:creationId xmlns:a16="http://schemas.microsoft.com/office/drawing/2014/main" id="{617A9975-A86F-D6A9-419F-DE1B85CB065E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">
              <a:extLst>
                <a:ext uri="{FF2B5EF4-FFF2-40B4-BE49-F238E27FC236}">
                  <a16:creationId xmlns:a16="http://schemas.microsoft.com/office/drawing/2014/main" id="{3EEC4416-CC4E-FFF9-F00C-9A7184231059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0">
              <a:extLst>
                <a:ext uri="{FF2B5EF4-FFF2-40B4-BE49-F238E27FC236}">
                  <a16:creationId xmlns:a16="http://schemas.microsoft.com/office/drawing/2014/main" id="{71291DF1-9040-FB6C-84D8-AA05643D9CA8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Freeform 3">
            <a:extLst>
              <a:ext uri="{FF2B5EF4-FFF2-40B4-BE49-F238E27FC236}">
                <a16:creationId xmlns:a16="http://schemas.microsoft.com/office/drawing/2014/main" id="{BDBE74F4-FC3B-C603-E079-2540FB88088B}"/>
              </a:ext>
            </a:extLst>
          </p:cNvPr>
          <p:cNvSpPr/>
          <p:nvPr/>
        </p:nvSpPr>
        <p:spPr>
          <a:xfrm>
            <a:off x="8665671" y="-7311716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02" name="Group 7">
            <a:extLst>
              <a:ext uri="{FF2B5EF4-FFF2-40B4-BE49-F238E27FC236}">
                <a16:creationId xmlns:a16="http://schemas.microsoft.com/office/drawing/2014/main" id="{D0129BB4-7522-A6C9-D957-0CDC54C358DC}"/>
              </a:ext>
            </a:extLst>
          </p:cNvPr>
          <p:cNvGrpSpPr/>
          <p:nvPr/>
        </p:nvGrpSpPr>
        <p:grpSpPr>
          <a:xfrm>
            <a:off x="8776887" y="-7233559"/>
            <a:ext cx="580635" cy="575480"/>
            <a:chOff x="0" y="0"/>
            <a:chExt cx="774180" cy="767307"/>
          </a:xfrm>
        </p:grpSpPr>
        <p:sp>
          <p:nvSpPr>
            <p:cNvPr id="103" name="Freeform 8">
              <a:extLst>
                <a:ext uri="{FF2B5EF4-FFF2-40B4-BE49-F238E27FC236}">
                  <a16:creationId xmlns:a16="http://schemas.microsoft.com/office/drawing/2014/main" id="{E9EB225A-909A-B723-F244-703F19813CED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9">
              <a:extLst>
                <a:ext uri="{FF2B5EF4-FFF2-40B4-BE49-F238E27FC236}">
                  <a16:creationId xmlns:a16="http://schemas.microsoft.com/office/drawing/2014/main" id="{EAD9BBE6-6076-1BE7-AA91-6D22DF0C983B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">
              <a:extLst>
                <a:ext uri="{FF2B5EF4-FFF2-40B4-BE49-F238E27FC236}">
                  <a16:creationId xmlns:a16="http://schemas.microsoft.com/office/drawing/2014/main" id="{A253D860-34F7-D865-3B27-A71A13395188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304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21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180" y="758846"/>
            <a:ext cx="3568194" cy="804482"/>
            <a:chOff x="0" y="0"/>
            <a:chExt cx="1466655" cy="3306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6655" cy="330671"/>
            </a:xfrm>
            <a:custGeom>
              <a:avLst/>
              <a:gdLst/>
              <a:ahLst/>
              <a:cxnLst/>
              <a:rect l="l" t="t" r="r" b="b"/>
              <a:pathLst>
                <a:path w="1466655" h="330671">
                  <a:moveTo>
                    <a:pt x="0" y="0"/>
                  </a:moveTo>
                  <a:lnTo>
                    <a:pt x="1466655" y="0"/>
                  </a:lnTo>
                  <a:lnTo>
                    <a:pt x="1466655" y="330671"/>
                  </a:lnTo>
                  <a:lnTo>
                    <a:pt x="0" y="330671"/>
                  </a:lnTo>
                  <a:close/>
                </a:path>
              </a:pathLst>
            </a:custGeom>
            <a:solidFill>
              <a:srgbClr val="F7CC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57738" y="2589837"/>
            <a:ext cx="12718123" cy="1487184"/>
            <a:chOff x="0" y="0"/>
            <a:chExt cx="3349629" cy="3916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AFDB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9053" y="418137"/>
            <a:ext cx="91092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60" dirty="0">
                <a:solidFill>
                  <a:srgbClr val="000000"/>
                </a:solidFill>
                <a:latin typeface="Averta Std Black" panose="00000A00000000000000" pitchFamily="50" charset="0"/>
                <a:ea typeface="Roboto Bold"/>
                <a:cs typeface="Roboto Bold"/>
                <a:sym typeface="Roboto Bold"/>
              </a:rPr>
              <a:t>3. CÁCH TIẾN HÀNH </a:t>
            </a: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20364" y="2747331"/>
            <a:ext cx="12555497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thuật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ngữ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đơn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giản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tránh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dẫn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dắt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trả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lời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2857738" y="4524696"/>
            <a:ext cx="12718123" cy="1487184"/>
            <a:chOff x="0" y="0"/>
            <a:chExt cx="3349629" cy="3916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B6E0C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155212" y="4681157"/>
            <a:ext cx="12555497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Hạn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chế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mở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dễ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gây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khó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khăn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trong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quá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trình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phân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tích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xếp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loại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2857738" y="6458522"/>
            <a:ext cx="12718123" cy="1487184"/>
            <a:chOff x="0" y="0"/>
            <a:chExt cx="3349629" cy="3916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F5E2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020364" y="6468047"/>
            <a:ext cx="12555497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Hạn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chế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sử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dụng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dễ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gây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lo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ngại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đến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mật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công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hoặc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vấn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đề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tiêu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cực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khác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2857738" y="8245412"/>
            <a:ext cx="12718123" cy="1487184"/>
            <a:chOff x="0" y="0"/>
            <a:chExt cx="3349629" cy="3916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FEEDA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939051" y="8397812"/>
            <a:ext cx="12555497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Dành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một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phần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ở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cuối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để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nhận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đóng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góp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ý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kiến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E8CB53A0-F055-2E71-6ABE-9989C602279B}"/>
              </a:ext>
            </a:extLst>
          </p:cNvPr>
          <p:cNvGrpSpPr/>
          <p:nvPr/>
        </p:nvGrpSpPr>
        <p:grpSpPr>
          <a:xfrm>
            <a:off x="2857738" y="11335741"/>
            <a:ext cx="12718123" cy="1487184"/>
            <a:chOff x="0" y="0"/>
            <a:chExt cx="3349629" cy="391686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7C1F0411-FAC5-30A4-972D-53507113F9E5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AFDB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6">
              <a:extLst>
                <a:ext uri="{FF2B5EF4-FFF2-40B4-BE49-F238E27FC236}">
                  <a16:creationId xmlns:a16="http://schemas.microsoft.com/office/drawing/2014/main" id="{CEBEA89D-1007-225C-BFB8-AF3A29C89EDE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5" name="TextBox 9">
            <a:extLst>
              <a:ext uri="{FF2B5EF4-FFF2-40B4-BE49-F238E27FC236}">
                <a16:creationId xmlns:a16="http://schemas.microsoft.com/office/drawing/2014/main" id="{6C1149F2-2352-9147-F85C-07103C1A954E}"/>
              </a:ext>
            </a:extLst>
          </p:cNvPr>
          <p:cNvSpPr txBox="1"/>
          <p:nvPr/>
        </p:nvSpPr>
        <p:spPr>
          <a:xfrm>
            <a:off x="3020364" y="11493235"/>
            <a:ext cx="12555497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dữ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liệu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đúng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dạng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hữu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ích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cho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việc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thập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yêu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cầu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7F636BA7-F306-1E7B-E005-E673880A86FD}"/>
              </a:ext>
            </a:extLst>
          </p:cNvPr>
          <p:cNvGrpSpPr/>
          <p:nvPr/>
        </p:nvGrpSpPr>
        <p:grpSpPr>
          <a:xfrm>
            <a:off x="2857738" y="13270600"/>
            <a:ext cx="12718123" cy="1487184"/>
            <a:chOff x="0" y="0"/>
            <a:chExt cx="3349629" cy="391686"/>
          </a:xfrm>
        </p:grpSpPr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97CDAE21-1058-496D-DADE-59139F05B6C3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B6E0C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12">
              <a:extLst>
                <a:ext uri="{FF2B5EF4-FFF2-40B4-BE49-F238E27FC236}">
                  <a16:creationId xmlns:a16="http://schemas.microsoft.com/office/drawing/2014/main" id="{D2CC4CEF-0084-8BCD-3567-617DC1A29AEC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9" name="TextBox 13">
            <a:extLst>
              <a:ext uri="{FF2B5EF4-FFF2-40B4-BE49-F238E27FC236}">
                <a16:creationId xmlns:a16="http://schemas.microsoft.com/office/drawing/2014/main" id="{7D76C527-6C95-C6D3-F826-867B226F9B96}"/>
              </a:ext>
            </a:extLst>
          </p:cNvPr>
          <p:cNvSpPr txBox="1"/>
          <p:nvPr/>
        </p:nvSpPr>
        <p:spPr>
          <a:xfrm>
            <a:off x="3155212" y="13427061"/>
            <a:ext cx="12555497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kế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ngắn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gọn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và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thân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thiện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dùng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30" name="Group 14">
            <a:extLst>
              <a:ext uri="{FF2B5EF4-FFF2-40B4-BE49-F238E27FC236}">
                <a16:creationId xmlns:a16="http://schemas.microsoft.com/office/drawing/2014/main" id="{BABA7B77-2ACE-1DFE-6139-3CE5011AB01B}"/>
              </a:ext>
            </a:extLst>
          </p:cNvPr>
          <p:cNvGrpSpPr/>
          <p:nvPr/>
        </p:nvGrpSpPr>
        <p:grpSpPr>
          <a:xfrm>
            <a:off x="2857738" y="15204426"/>
            <a:ext cx="12718123" cy="1487184"/>
            <a:chOff x="0" y="0"/>
            <a:chExt cx="3349629" cy="391686"/>
          </a:xfrm>
        </p:grpSpPr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C453B3DA-84A8-5D45-C65E-A57624C3EE06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F5E2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2A3F8BB4-30B5-C807-DE57-A21DE9216201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33" name="TextBox 17">
            <a:extLst>
              <a:ext uri="{FF2B5EF4-FFF2-40B4-BE49-F238E27FC236}">
                <a16:creationId xmlns:a16="http://schemas.microsoft.com/office/drawing/2014/main" id="{3D7AA526-7D7B-3CF2-8A81-0C3AEC7347AB}"/>
              </a:ext>
            </a:extLst>
          </p:cNvPr>
          <p:cNvSpPr txBox="1"/>
          <p:nvPr/>
        </p:nvSpPr>
        <p:spPr>
          <a:xfrm>
            <a:off x="3020364" y="15213951"/>
            <a:ext cx="12555497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Đưa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ra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hướng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dẫn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rõ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ràng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đảm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bảo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người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thực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hiện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khảo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sát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trả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lời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được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các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34" name="Group 18">
            <a:extLst>
              <a:ext uri="{FF2B5EF4-FFF2-40B4-BE49-F238E27FC236}">
                <a16:creationId xmlns:a16="http://schemas.microsoft.com/office/drawing/2014/main" id="{E0D39D13-140B-9501-17C9-CBE2590B29E3}"/>
              </a:ext>
            </a:extLst>
          </p:cNvPr>
          <p:cNvGrpSpPr/>
          <p:nvPr/>
        </p:nvGrpSpPr>
        <p:grpSpPr>
          <a:xfrm>
            <a:off x="2857738" y="16991316"/>
            <a:ext cx="12718123" cy="1487184"/>
            <a:chOff x="0" y="0"/>
            <a:chExt cx="3349629" cy="391686"/>
          </a:xfrm>
        </p:grpSpPr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7A385B81-1B73-B278-7B1C-F3231F1CA029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FEEDA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0">
              <a:extLst>
                <a:ext uri="{FF2B5EF4-FFF2-40B4-BE49-F238E27FC236}">
                  <a16:creationId xmlns:a16="http://schemas.microsoft.com/office/drawing/2014/main" id="{2FB894E9-63F6-E22C-F98D-789CEBED5312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37" name="TextBox 21">
            <a:extLst>
              <a:ext uri="{FF2B5EF4-FFF2-40B4-BE49-F238E27FC236}">
                <a16:creationId xmlns:a16="http://schemas.microsoft.com/office/drawing/2014/main" id="{146BE10D-760D-75FC-0904-29C24BB0BC64}"/>
              </a:ext>
            </a:extLst>
          </p:cNvPr>
          <p:cNvSpPr txBox="1"/>
          <p:nvPr/>
        </p:nvSpPr>
        <p:spPr>
          <a:xfrm>
            <a:off x="2939051" y="17143716"/>
            <a:ext cx="12555497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Sắp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xếp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hợp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lý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,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từ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đơn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giản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đến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phức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tạp</a:t>
            </a: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64" name="TextBox 8">
            <a:extLst>
              <a:ext uri="{FF2B5EF4-FFF2-40B4-BE49-F238E27FC236}">
                <a16:creationId xmlns:a16="http://schemas.microsoft.com/office/drawing/2014/main" id="{DB1D4781-1D23-EDCA-7976-2C3A0C2D1477}"/>
              </a:ext>
            </a:extLst>
          </p:cNvPr>
          <p:cNvSpPr txBox="1"/>
          <p:nvPr/>
        </p:nvSpPr>
        <p:spPr>
          <a:xfrm>
            <a:off x="810525" y="1823085"/>
            <a:ext cx="12555497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r>
              <a:rPr lang="vi-VN" sz="4800" dirty="0">
                <a:solidFill>
                  <a:schemeClr val="accent2">
                    <a:lumMod val="75000"/>
                  </a:schemeClr>
                </a:solidFill>
              </a:rPr>
              <a:t>Lưu ý</a:t>
            </a:r>
            <a:r>
              <a:rPr lang="vi-VN" dirty="0"/>
              <a:t>: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Quy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tắc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thiết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kế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câu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hỏi</a:t>
            </a:r>
            <a:r>
              <a:rPr lang="en-US" sz="3999" b="1" dirty="0">
                <a:solidFill>
                  <a:srgbClr val="000000"/>
                </a:solidFill>
                <a:latin typeface="Averta Std Regular" panose="00000500000000000000" pitchFamily="50" charset="0"/>
                <a:ea typeface="Roboto Bold"/>
                <a:cs typeface="Roboto Bold"/>
                <a:sym typeface="Roboto Bold"/>
              </a:rPr>
              <a:t>:</a:t>
            </a:r>
          </a:p>
          <a:p>
            <a:pPr algn="l">
              <a:lnSpc>
                <a:spcPts val="4679"/>
              </a:lnSpc>
            </a:pPr>
            <a:endParaRPr lang="en-US" sz="3999" b="1" dirty="0">
              <a:solidFill>
                <a:srgbClr val="000000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8145-918E-29A7-58CE-B1C0B3DF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7">
            <a:extLst>
              <a:ext uri="{FF2B5EF4-FFF2-40B4-BE49-F238E27FC236}">
                <a16:creationId xmlns:a16="http://schemas.microsoft.com/office/drawing/2014/main" id="{621DB2DF-2195-BF89-E169-EE81269BFE53}"/>
              </a:ext>
            </a:extLst>
          </p:cNvPr>
          <p:cNvSpPr/>
          <p:nvPr/>
        </p:nvSpPr>
        <p:spPr>
          <a:xfrm>
            <a:off x="7721889" y="3582273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ACFD07D2-FBFA-3864-046E-F1FA27623184}"/>
              </a:ext>
            </a:extLst>
          </p:cNvPr>
          <p:cNvSpPr/>
          <p:nvPr/>
        </p:nvSpPr>
        <p:spPr>
          <a:xfrm>
            <a:off x="7721889" y="6542582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id="{1ED17409-E28C-1EC5-CFD7-8A527CCD197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810" r="-1081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38AB8030-9C92-8492-B2A1-2D472C07D7E7}"/>
              </a:ext>
            </a:extLst>
          </p:cNvPr>
          <p:cNvSpPr/>
          <p:nvPr/>
        </p:nvSpPr>
        <p:spPr>
          <a:xfrm>
            <a:off x="8742467" y="2365565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6" name="Picture 4">
            <a:extLst>
              <a:ext uri="{FF2B5EF4-FFF2-40B4-BE49-F238E27FC236}">
                <a16:creationId xmlns:a16="http://schemas.microsoft.com/office/drawing/2014/main" id="{3D81F627-6AC6-79A6-9784-D1651CAE5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873" y="7195600"/>
            <a:ext cx="2540255" cy="571558"/>
          </a:xfrm>
          <a:prstGeom prst="rect">
            <a:avLst/>
          </a:prstGeom>
        </p:spPr>
      </p:pic>
      <p:grpSp>
        <p:nvGrpSpPr>
          <p:cNvPr id="27" name="Group 7">
            <a:extLst>
              <a:ext uri="{FF2B5EF4-FFF2-40B4-BE49-F238E27FC236}">
                <a16:creationId xmlns:a16="http://schemas.microsoft.com/office/drawing/2014/main" id="{A3D9B5A9-B831-437E-CF32-4757E5BC34EC}"/>
              </a:ext>
            </a:extLst>
          </p:cNvPr>
          <p:cNvGrpSpPr/>
          <p:nvPr/>
        </p:nvGrpSpPr>
        <p:grpSpPr>
          <a:xfrm>
            <a:off x="8853683" y="2443722"/>
            <a:ext cx="580635" cy="575480"/>
            <a:chOff x="0" y="0"/>
            <a:chExt cx="774180" cy="767307"/>
          </a:xfrm>
        </p:grpSpPr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8DEB725B-3AEE-2CFB-2CDB-ACE71C589D46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87D4BDEF-A825-8DD9-CABC-B590515B5F06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E0D9CE4E-BEF2-BF44-705A-6B0B333418A6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11">
            <a:extLst>
              <a:ext uri="{FF2B5EF4-FFF2-40B4-BE49-F238E27FC236}">
                <a16:creationId xmlns:a16="http://schemas.microsoft.com/office/drawing/2014/main" id="{D77C0A98-0AC0-D841-573F-5D95BEBF9410}"/>
              </a:ext>
            </a:extLst>
          </p:cNvPr>
          <p:cNvSpPr txBox="1"/>
          <p:nvPr/>
        </p:nvSpPr>
        <p:spPr>
          <a:xfrm>
            <a:off x="2829985" y="3993439"/>
            <a:ext cx="13431096" cy="232172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Đánh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nhược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so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kỹ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thuật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khác</a:t>
            </a:r>
            <a:endParaRPr lang="en-US" sz="7200" kern="100" dirty="0">
              <a:solidFill>
                <a:schemeClr val="bg1"/>
              </a:solidFill>
              <a:effectLst/>
              <a:latin typeface="Averta Std Black" panose="00000A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873584"/>
      </p:ext>
    </p:extLst>
  </p:cSld>
  <p:clrMapOvr>
    <a:masterClrMapping/>
  </p:clrMapOvr>
  <p:transition spd="slow">
    <p:push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">
            <a:extLst>
              <a:ext uri="{FF2B5EF4-FFF2-40B4-BE49-F238E27FC236}">
                <a16:creationId xmlns:a16="http://schemas.microsoft.com/office/drawing/2014/main" id="{A5240AEE-6184-D1D4-2377-34F8132C3E39}"/>
              </a:ext>
            </a:extLst>
          </p:cNvPr>
          <p:cNvSpPr/>
          <p:nvPr/>
        </p:nvSpPr>
        <p:spPr>
          <a:xfrm>
            <a:off x="0" y="-228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10" r="-1081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3BE1D926-5DF9-A2B1-A2BC-B2E12D0CF7E4}"/>
              </a:ext>
            </a:extLst>
          </p:cNvPr>
          <p:cNvSpPr txBox="1"/>
          <p:nvPr/>
        </p:nvSpPr>
        <p:spPr>
          <a:xfrm>
            <a:off x="832824" y="393230"/>
            <a:ext cx="13949976" cy="2848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Đánh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nhược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so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kỹ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thuật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khác</a:t>
            </a:r>
            <a:endParaRPr lang="en-US" sz="6000" kern="100" dirty="0">
              <a:solidFill>
                <a:schemeClr val="bg1"/>
              </a:solidFill>
              <a:effectLst/>
              <a:latin typeface="Averta Std Black" panose="00000A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chemeClr val="bg1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1ECCF369-0E05-1C5A-960C-E17A31F55E2C}"/>
              </a:ext>
            </a:extLst>
          </p:cNvPr>
          <p:cNvSpPr/>
          <p:nvPr/>
        </p:nvSpPr>
        <p:spPr>
          <a:xfrm>
            <a:off x="7721889" y="-6742827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9"/>
                </a:lnTo>
                <a:lnTo>
                  <a:pt x="0" y="388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CAAA0019-1E88-D66A-C08E-7C90FEECF51D}"/>
              </a:ext>
            </a:extLst>
          </p:cNvPr>
          <p:cNvSpPr/>
          <p:nvPr/>
        </p:nvSpPr>
        <p:spPr>
          <a:xfrm>
            <a:off x="7721889" y="-3782518"/>
            <a:ext cx="338020" cy="388528"/>
          </a:xfrm>
          <a:custGeom>
            <a:avLst/>
            <a:gdLst/>
            <a:ahLst/>
            <a:cxnLst/>
            <a:rect l="l" t="t" r="r" b="b"/>
            <a:pathLst>
              <a:path w="338020" h="388528">
                <a:moveTo>
                  <a:pt x="0" y="0"/>
                </a:moveTo>
                <a:lnTo>
                  <a:pt x="338020" y="0"/>
                </a:lnTo>
                <a:lnTo>
                  <a:pt x="338020" y="388528"/>
                </a:lnTo>
                <a:lnTo>
                  <a:pt x="0" y="388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617FF088-28E6-A1EF-A4BF-17A9D849B75D}"/>
              </a:ext>
            </a:extLst>
          </p:cNvPr>
          <p:cNvSpPr/>
          <p:nvPr/>
        </p:nvSpPr>
        <p:spPr>
          <a:xfrm>
            <a:off x="0" y="-1031429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10" r="-1081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B4BD6762-A655-9388-8BD3-F9536D4E258F}"/>
              </a:ext>
            </a:extLst>
          </p:cNvPr>
          <p:cNvSpPr/>
          <p:nvPr/>
        </p:nvSpPr>
        <p:spPr>
          <a:xfrm>
            <a:off x="8742467" y="-7959535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51588FD-5684-070C-ACEC-186FA61550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873" y="-3129500"/>
            <a:ext cx="2540255" cy="571558"/>
          </a:xfrm>
          <a:prstGeom prst="rect">
            <a:avLst/>
          </a:prstGeom>
        </p:spPr>
      </p:pic>
      <p:grpSp>
        <p:nvGrpSpPr>
          <p:cNvPr id="11" name="Group 7">
            <a:extLst>
              <a:ext uri="{FF2B5EF4-FFF2-40B4-BE49-F238E27FC236}">
                <a16:creationId xmlns:a16="http://schemas.microsoft.com/office/drawing/2014/main" id="{8660B7B9-3C85-9829-2763-AEC19EF75FFF}"/>
              </a:ext>
            </a:extLst>
          </p:cNvPr>
          <p:cNvGrpSpPr/>
          <p:nvPr/>
        </p:nvGrpSpPr>
        <p:grpSpPr>
          <a:xfrm>
            <a:off x="8853683" y="-7881378"/>
            <a:ext cx="580635" cy="575480"/>
            <a:chOff x="0" y="0"/>
            <a:chExt cx="774180" cy="767307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D3F7C7-E200-8517-2B6B-0A122B101DDC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15C373A-73A2-C5D4-9E38-08C307D4CE09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5523747-9975-F9B1-C29D-6227902A9EF0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1">
            <a:extLst>
              <a:ext uri="{FF2B5EF4-FFF2-40B4-BE49-F238E27FC236}">
                <a16:creationId xmlns:a16="http://schemas.microsoft.com/office/drawing/2014/main" id="{8F43DE62-2C84-E37A-BFDD-F99BC2D2C8F9}"/>
              </a:ext>
            </a:extLst>
          </p:cNvPr>
          <p:cNvSpPr txBox="1"/>
          <p:nvPr/>
        </p:nvSpPr>
        <p:spPr>
          <a:xfrm>
            <a:off x="2829985" y="-6331661"/>
            <a:ext cx="13431096" cy="2321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Đánh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nhược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so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kỹ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thuật</a:t>
            </a:r>
            <a:r>
              <a:rPr lang="en-US" sz="72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72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khác</a:t>
            </a:r>
            <a:endParaRPr lang="en-US" sz="7200" kern="100" dirty="0">
              <a:solidFill>
                <a:schemeClr val="bg1"/>
              </a:solidFill>
              <a:effectLst/>
              <a:latin typeface="Averta Std Black" panose="00000A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5D7EBB32-1BE7-981B-134D-897A2361E82D}"/>
              </a:ext>
            </a:extLst>
          </p:cNvPr>
          <p:cNvGrpSpPr/>
          <p:nvPr/>
        </p:nvGrpSpPr>
        <p:grpSpPr>
          <a:xfrm>
            <a:off x="-8077200" y="2781300"/>
            <a:ext cx="8077200" cy="6934200"/>
            <a:chOff x="0" y="0"/>
            <a:chExt cx="3349629" cy="391686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CE109283-BD6E-2225-31F2-01FAE5DEA22A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B6E0C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7E872B37-CB26-B638-1B29-C721A5F1BB09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381FF5C-896F-9284-9359-0F99C3BDF65B}"/>
              </a:ext>
            </a:extLst>
          </p:cNvPr>
          <p:cNvSpPr txBox="1"/>
          <p:nvPr/>
        </p:nvSpPr>
        <p:spPr>
          <a:xfrm>
            <a:off x="-7810500" y="3212307"/>
            <a:ext cx="3886200" cy="660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en-US" sz="3600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36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36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B1EFA0-C3D0-F945-CE23-8329337A6AC0}"/>
              </a:ext>
            </a:extLst>
          </p:cNvPr>
          <p:cNvSpPr txBox="1"/>
          <p:nvPr/>
        </p:nvSpPr>
        <p:spPr>
          <a:xfrm>
            <a:off x="-7825740" y="4080956"/>
            <a:ext cx="7086600" cy="431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Tiết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kiệm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gian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chi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phí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thập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thông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tin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nhiều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tham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gia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trả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gian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phù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hợp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ẩn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danh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giúp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họ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chia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sẻ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ý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kiến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thẳng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thắn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hơn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2D2EC-B831-273F-3A65-7CB96C9F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0D5774-DDF0-3393-CFF8-820AA9ED649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30E45211-88CF-6A29-EB34-0BAF21CC2A53}"/>
              </a:ext>
            </a:extLst>
          </p:cNvPr>
          <p:cNvSpPr txBox="1"/>
          <p:nvPr/>
        </p:nvSpPr>
        <p:spPr>
          <a:xfrm>
            <a:off x="832824" y="431330"/>
            <a:ext cx="13949976" cy="2848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Đánh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nhược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so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kỹ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thuật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khác</a:t>
            </a:r>
            <a:endParaRPr lang="en-US" sz="6000" kern="100" dirty="0">
              <a:solidFill>
                <a:schemeClr val="bg1"/>
              </a:solidFill>
              <a:effectLst/>
              <a:latin typeface="Averta Std Black" panose="00000A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chemeClr val="bg1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6E83E51B-433B-78D4-DCF0-93DFDB2DD6DA}"/>
              </a:ext>
            </a:extLst>
          </p:cNvPr>
          <p:cNvGrpSpPr/>
          <p:nvPr/>
        </p:nvGrpSpPr>
        <p:grpSpPr>
          <a:xfrm>
            <a:off x="838200" y="2781300"/>
            <a:ext cx="8077200" cy="7074370"/>
            <a:chOff x="0" y="0"/>
            <a:chExt cx="3349629" cy="391686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E336E40-556B-B334-8476-859023B9ACE4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B6E0C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507F5BD6-6CF6-1E4E-CD78-36B23C0C8F83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83B5DA4-3E88-2193-98EE-31780725F294}"/>
              </a:ext>
            </a:extLst>
          </p:cNvPr>
          <p:cNvSpPr txBox="1"/>
          <p:nvPr/>
        </p:nvSpPr>
        <p:spPr>
          <a:xfrm>
            <a:off x="1104900" y="3212307"/>
            <a:ext cx="3886200" cy="660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en-US" sz="3600" kern="100" dirty="0" err="1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8978B6-11EA-0F3B-FBA5-DBD2637147A1}"/>
              </a:ext>
            </a:extLst>
          </p:cNvPr>
          <p:cNvSpPr txBox="1"/>
          <p:nvPr/>
        </p:nvSpPr>
        <p:spPr>
          <a:xfrm>
            <a:off x="1089660" y="4080956"/>
            <a:ext cx="7086600" cy="431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Tiết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kiệm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gian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chi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phí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thập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thông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tin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nhiều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tham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gia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trả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gian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phù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hợp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ẩn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danh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giúp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họ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chia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sẻ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ý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kiến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thẳng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thắn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hơn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3AE057C3-9962-1FC6-6458-3CE61F17BC76}"/>
              </a:ext>
            </a:extLst>
          </p:cNvPr>
          <p:cNvGrpSpPr/>
          <p:nvPr/>
        </p:nvGrpSpPr>
        <p:grpSpPr>
          <a:xfrm>
            <a:off x="18554700" y="2781302"/>
            <a:ext cx="8077200" cy="7074368"/>
            <a:chOff x="0" y="-34656"/>
            <a:chExt cx="3349629" cy="426342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E1B05AAB-E389-17CF-E32F-14390CA4A4AA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90D0CC87-82B8-4D04-DF75-AD3989430FC9}"/>
                </a:ext>
              </a:extLst>
            </p:cNvPr>
            <p:cNvSpPr txBox="1"/>
            <p:nvPr/>
          </p:nvSpPr>
          <p:spPr>
            <a:xfrm>
              <a:off x="0" y="-34656"/>
              <a:ext cx="3349629" cy="42634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31452DB-FA5C-1BFA-2E8D-9C779E02F520}"/>
              </a:ext>
            </a:extLst>
          </p:cNvPr>
          <p:cNvSpPr txBox="1"/>
          <p:nvPr/>
        </p:nvSpPr>
        <p:spPr>
          <a:xfrm>
            <a:off x="18821400" y="3212307"/>
            <a:ext cx="3886200" cy="652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en-US" sz="3600" kern="100" dirty="0" err="1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Nhược</a:t>
            </a: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259486-53B8-A30D-FA64-3B8AD206FE4A}"/>
              </a:ext>
            </a:extLst>
          </p:cNvPr>
          <p:cNvSpPr txBox="1"/>
          <p:nvPr/>
        </p:nvSpPr>
        <p:spPr>
          <a:xfrm>
            <a:off x="18806160" y="4080956"/>
            <a:ext cx="7274856" cy="559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giải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thích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hỏi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làm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rõ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ý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ngay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nếu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trả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hiểu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sai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hỏi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Khó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kiểm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soát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chất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lượng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trả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qua loa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trung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+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Thiết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phức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tạp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: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nếu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thiết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kém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,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có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thể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bị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đánh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giá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là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phiền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phức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76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532E-04EF-19F7-823D-142E5FEF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A385D8-6189-06C8-A053-B7B49991066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76A92D3-ACB0-54DA-C5AA-9093F8F56FE6}"/>
              </a:ext>
            </a:extLst>
          </p:cNvPr>
          <p:cNvSpPr txBox="1"/>
          <p:nvPr/>
        </p:nvSpPr>
        <p:spPr>
          <a:xfrm>
            <a:off x="832824" y="431330"/>
            <a:ext cx="13949976" cy="2848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Đánh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nhược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so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kỹ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thuật</a:t>
            </a:r>
            <a:r>
              <a:rPr lang="en-US" sz="6000" b="1" kern="100" dirty="0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kern="100" dirty="0" err="1">
                <a:solidFill>
                  <a:schemeClr val="bg1"/>
                </a:solidFill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khác</a:t>
            </a:r>
            <a:endParaRPr lang="en-US" sz="6000" kern="100" dirty="0">
              <a:solidFill>
                <a:schemeClr val="bg1"/>
              </a:solidFill>
              <a:effectLst/>
              <a:latin typeface="Averta Std Black" panose="00000A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6000"/>
              </a:lnSpc>
            </a:pPr>
            <a:endParaRPr lang="en-US" sz="6000" b="1" spc="60" dirty="0">
              <a:solidFill>
                <a:schemeClr val="bg1"/>
              </a:solidFill>
              <a:latin typeface="Averta Std Regular" panose="00000500000000000000" pitchFamily="50" charset="0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763898FD-61E4-32E7-96D1-C2721F7475DF}"/>
              </a:ext>
            </a:extLst>
          </p:cNvPr>
          <p:cNvGrpSpPr/>
          <p:nvPr/>
        </p:nvGrpSpPr>
        <p:grpSpPr>
          <a:xfrm>
            <a:off x="838200" y="2781300"/>
            <a:ext cx="8077200" cy="7074370"/>
            <a:chOff x="0" y="0"/>
            <a:chExt cx="3349629" cy="391686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DD491D4-B77F-C452-4BA5-49AD210E1242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solidFill>
              <a:srgbClr val="B6E0C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010A6582-023A-0C9A-9C4F-1F378F5E00E9}"/>
                </a:ext>
              </a:extLst>
            </p:cNvPr>
            <p:cNvSpPr txBox="1"/>
            <p:nvPr/>
          </p:nvSpPr>
          <p:spPr>
            <a:xfrm>
              <a:off x="0" y="-47625"/>
              <a:ext cx="3349629" cy="43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CBA1240-187A-6FF0-573B-6A77AF9E693C}"/>
              </a:ext>
            </a:extLst>
          </p:cNvPr>
          <p:cNvSpPr txBox="1"/>
          <p:nvPr/>
        </p:nvSpPr>
        <p:spPr>
          <a:xfrm>
            <a:off x="1104900" y="3212307"/>
            <a:ext cx="3886200" cy="660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en-US" sz="3600" kern="100" dirty="0" err="1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0F5602-27D6-976A-3399-CEB704CA56F6}"/>
              </a:ext>
            </a:extLst>
          </p:cNvPr>
          <p:cNvSpPr txBox="1"/>
          <p:nvPr/>
        </p:nvSpPr>
        <p:spPr>
          <a:xfrm>
            <a:off x="1089660" y="4080956"/>
            <a:ext cx="7086600" cy="431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Tiết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kiệm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gian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chi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phí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thập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thông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tin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nhiều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tham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gia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trả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gian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phù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hợp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ẩn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danh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giúp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họ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chia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sẻ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ý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kiến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thẳng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thắn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hơn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7DBA1728-A670-B52F-8C6E-54432EB00047}"/>
              </a:ext>
            </a:extLst>
          </p:cNvPr>
          <p:cNvGrpSpPr/>
          <p:nvPr/>
        </p:nvGrpSpPr>
        <p:grpSpPr>
          <a:xfrm>
            <a:off x="9639300" y="2781302"/>
            <a:ext cx="8077200" cy="7074368"/>
            <a:chOff x="0" y="-34656"/>
            <a:chExt cx="3349629" cy="426342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104D54B6-9B0C-AB80-F110-0D7D5D018C3F}"/>
                </a:ext>
              </a:extLst>
            </p:cNvPr>
            <p:cNvSpPr/>
            <p:nvPr/>
          </p:nvSpPr>
          <p:spPr>
            <a:xfrm>
              <a:off x="0" y="0"/>
              <a:ext cx="3349629" cy="391686"/>
            </a:xfrm>
            <a:custGeom>
              <a:avLst/>
              <a:gdLst/>
              <a:ahLst/>
              <a:cxnLst/>
              <a:rect l="l" t="t" r="r" b="b"/>
              <a:pathLst>
                <a:path w="3349629" h="391686">
                  <a:moveTo>
                    <a:pt x="0" y="0"/>
                  </a:moveTo>
                  <a:lnTo>
                    <a:pt x="3349629" y="0"/>
                  </a:lnTo>
                  <a:lnTo>
                    <a:pt x="3349629" y="391686"/>
                  </a:lnTo>
                  <a:lnTo>
                    <a:pt x="0" y="39168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361166FA-1051-15AC-5095-F66C0360AD10}"/>
                </a:ext>
              </a:extLst>
            </p:cNvPr>
            <p:cNvSpPr txBox="1"/>
            <p:nvPr/>
          </p:nvSpPr>
          <p:spPr>
            <a:xfrm>
              <a:off x="0" y="-34656"/>
              <a:ext cx="3349629" cy="42634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10E63E2-3AB3-018E-711C-8687151C1E0B}"/>
              </a:ext>
            </a:extLst>
          </p:cNvPr>
          <p:cNvSpPr txBox="1"/>
          <p:nvPr/>
        </p:nvSpPr>
        <p:spPr>
          <a:xfrm>
            <a:off x="9906000" y="3212307"/>
            <a:ext cx="3886200" cy="652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en-US" sz="3600" kern="100" dirty="0" err="1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Nhược</a:t>
            </a: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3600" kern="100" dirty="0">
                <a:effectLst/>
                <a:latin typeface="Averta Std Black" panose="00000A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70AF4B-DC9B-64B5-CD42-0BA20B2E4B41}"/>
              </a:ext>
            </a:extLst>
          </p:cNvPr>
          <p:cNvSpPr txBox="1"/>
          <p:nvPr/>
        </p:nvSpPr>
        <p:spPr>
          <a:xfrm>
            <a:off x="9890760" y="4080956"/>
            <a:ext cx="7274856" cy="559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giải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thích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hỏi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làm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rõ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ý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ngay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nếu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trả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hiểu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sai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hỏi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Khó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kiểm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soát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chất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lượng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trả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lời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qua loa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trung</a:t>
            </a:r>
            <a:r>
              <a:rPr lang="en-US" sz="3600" kern="100" dirty="0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+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Thiết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phức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tạp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: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nếu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thiết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kế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kém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,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câu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hỏi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có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thể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bị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đánh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giá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là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phiền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r>
              <a:rPr lang="en-US" sz="3600" dirty="0" err="1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phức</a:t>
            </a:r>
            <a:r>
              <a:rPr lang="en-US" sz="3600" dirty="0">
                <a:effectLst/>
                <a:latin typeface="Averta Std Regular" panose="00000500000000000000" pitchFamily="50" charset="0"/>
                <a:ea typeface="Aptos" panose="020B0004020202020204" pitchFamily="34" charset="0"/>
              </a:rPr>
              <a:t> </a:t>
            </a:r>
            <a:endParaRPr lang="en-US" sz="3600" kern="100" dirty="0">
              <a:effectLst/>
              <a:latin typeface="Averta Std Regular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2A9EAE8-8F70-A2D4-A620-D70DECBF9E2C}"/>
              </a:ext>
            </a:extLst>
          </p:cNvPr>
          <p:cNvSpPr/>
          <p:nvPr/>
        </p:nvSpPr>
        <p:spPr>
          <a:xfrm>
            <a:off x="0" y="-10325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10" r="-10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1CAEFC8-7687-8737-7492-9C7869530B5F}"/>
              </a:ext>
            </a:extLst>
          </p:cNvPr>
          <p:cNvSpPr/>
          <p:nvPr/>
        </p:nvSpPr>
        <p:spPr>
          <a:xfrm>
            <a:off x="8742467" y="-7959535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D2714A6-4C90-12BC-3114-99DC1A0F2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3873" y="-3129500"/>
            <a:ext cx="2540255" cy="571558"/>
          </a:xfrm>
          <a:prstGeom prst="rect">
            <a:avLst/>
          </a:prstGeom>
        </p:spPr>
      </p:pic>
      <p:grpSp>
        <p:nvGrpSpPr>
          <p:cNvPr id="7" name="Group 7">
            <a:extLst>
              <a:ext uri="{FF2B5EF4-FFF2-40B4-BE49-F238E27FC236}">
                <a16:creationId xmlns:a16="http://schemas.microsoft.com/office/drawing/2014/main" id="{1614A66C-2411-DC30-93AC-3CD0A845FF94}"/>
              </a:ext>
            </a:extLst>
          </p:cNvPr>
          <p:cNvGrpSpPr/>
          <p:nvPr/>
        </p:nvGrpSpPr>
        <p:grpSpPr>
          <a:xfrm>
            <a:off x="8853683" y="-7881378"/>
            <a:ext cx="580635" cy="575480"/>
            <a:chOff x="0" y="0"/>
            <a:chExt cx="774180" cy="76730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0412C78-22C7-F274-11B6-D42218FAFFB5}"/>
                </a:ext>
              </a:extLst>
            </p:cNvPr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5883339-60AD-F723-5954-B8101976B791}"/>
                </a:ext>
              </a:extLst>
            </p:cNvPr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DE7F251-B867-4D4E-0BA3-A015E3C02E3A}"/>
                </a:ext>
              </a:extLst>
            </p:cNvPr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3D060A9-9D14-77CC-E909-CECA10BCA379}"/>
              </a:ext>
            </a:extLst>
          </p:cNvPr>
          <p:cNvSpPr txBox="1"/>
          <p:nvPr/>
        </p:nvSpPr>
        <p:spPr>
          <a:xfrm>
            <a:off x="3429000" y="-5810454"/>
            <a:ext cx="11279157" cy="2151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79"/>
              </a:lnSpc>
            </a:pPr>
            <a:r>
              <a:rPr lang="en-US" sz="8999" b="1" spc="89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Cảm</a:t>
            </a:r>
            <a:r>
              <a:rPr lang="en-US" sz="8999" b="1" spc="89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8999" b="1" spc="89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ơn</a:t>
            </a:r>
            <a:r>
              <a:rPr lang="en-US" sz="8999" b="1" spc="89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8999" b="1" spc="89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cô</a:t>
            </a:r>
            <a:r>
              <a:rPr lang="en-US" sz="8999" b="1" spc="89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8999" b="1" spc="89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và</a:t>
            </a:r>
            <a:r>
              <a:rPr lang="en-US" sz="8999" b="1" spc="89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8999" b="1" spc="89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các</a:t>
            </a:r>
            <a:r>
              <a:rPr lang="en-US" sz="8999" b="1" spc="89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8999" b="1" spc="89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bạn</a:t>
            </a:r>
            <a:r>
              <a:rPr lang="en-US" sz="8999" b="1" spc="89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8999" b="1" spc="89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đã</a:t>
            </a:r>
            <a:r>
              <a:rPr lang="en-US" sz="8999" b="1" spc="89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8999" b="1" spc="89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lắng</a:t>
            </a:r>
            <a:r>
              <a:rPr lang="en-US" sz="8999" b="1" spc="89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8999" b="1" spc="89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nghe</a:t>
            </a:r>
            <a:endParaRPr lang="en-US" sz="8999" b="1" spc="89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  <p:extLst>
      <p:ext uri="{BB962C8B-B14F-4D97-AF65-F5344CB8AC3E}">
        <p14:creationId xmlns:p14="http://schemas.microsoft.com/office/powerpoint/2010/main" val="41324196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10" r="-1081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10800000">
            <a:off x="8742467" y="2365565"/>
            <a:ext cx="803066" cy="731794"/>
          </a:xfrm>
          <a:custGeom>
            <a:avLst/>
            <a:gdLst/>
            <a:ahLst/>
            <a:cxnLst/>
            <a:rect l="l" t="t" r="r" b="b"/>
            <a:pathLst>
              <a:path w="803066" h="731794">
                <a:moveTo>
                  <a:pt x="0" y="0"/>
                </a:moveTo>
                <a:lnTo>
                  <a:pt x="803066" y="0"/>
                </a:lnTo>
                <a:lnTo>
                  <a:pt x="803066" y="731794"/>
                </a:lnTo>
                <a:lnTo>
                  <a:pt x="0" y="7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873" y="7195600"/>
            <a:ext cx="2540255" cy="571558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 rot="10800000">
            <a:off x="8853683" y="2443722"/>
            <a:ext cx="580635" cy="575480"/>
            <a:chOff x="0" y="0"/>
            <a:chExt cx="774180" cy="767307"/>
          </a:xfrm>
        </p:grpSpPr>
        <p:sp>
          <p:nvSpPr>
            <p:cNvPr id="8" name="Freeform 8"/>
            <p:cNvSpPr/>
            <p:nvPr/>
          </p:nvSpPr>
          <p:spPr>
            <a:xfrm rot="-5400000">
              <a:off x="183868" y="-183868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 rot="-5400000">
              <a:off x="183868" y="-6023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 rot="-5400000">
              <a:off x="183868" y="176995"/>
              <a:ext cx="406444" cy="774180"/>
            </a:xfrm>
            <a:custGeom>
              <a:avLst/>
              <a:gdLst/>
              <a:ahLst/>
              <a:cxnLst/>
              <a:rect l="l" t="t" r="r" b="b"/>
              <a:pathLst>
                <a:path w="406444" h="774180">
                  <a:moveTo>
                    <a:pt x="0" y="0"/>
                  </a:moveTo>
                  <a:lnTo>
                    <a:pt x="406444" y="0"/>
                  </a:lnTo>
                  <a:lnTo>
                    <a:pt x="406444" y="774180"/>
                  </a:lnTo>
                  <a:lnTo>
                    <a:pt x="0" y="77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743200" y="4027457"/>
            <a:ext cx="12801600" cy="295465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600" b="1" spc="89" dirty="0" err="1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Cảm</a:t>
            </a:r>
            <a:r>
              <a:rPr lang="en-US" sz="9600" b="1" spc="89" dirty="0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89" dirty="0" err="1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ơn</a:t>
            </a:r>
            <a:r>
              <a:rPr lang="en-US" sz="9600" b="1" spc="89" dirty="0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89" dirty="0" err="1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cô</a:t>
            </a:r>
            <a:r>
              <a:rPr lang="en-US" sz="9600" b="1" spc="89" dirty="0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89" dirty="0" err="1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và</a:t>
            </a:r>
            <a:r>
              <a:rPr lang="en-US" sz="9600" b="1" spc="89" dirty="0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89" dirty="0" err="1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các</a:t>
            </a:r>
            <a:r>
              <a:rPr lang="en-US" sz="9600" b="1" spc="89" dirty="0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89" dirty="0" err="1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bạn</a:t>
            </a:r>
            <a:r>
              <a:rPr lang="en-US" sz="9600" b="1" spc="89" dirty="0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89" dirty="0" err="1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đã</a:t>
            </a:r>
            <a:r>
              <a:rPr lang="en-US" sz="9600" b="1" spc="89" dirty="0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89" dirty="0" err="1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lắng</a:t>
            </a:r>
            <a:r>
              <a:rPr lang="en-US" sz="9600" b="1" spc="89" dirty="0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 </a:t>
            </a:r>
            <a:r>
              <a:rPr lang="en-US" sz="9600" b="1" spc="89" dirty="0" err="1">
                <a:solidFill>
                  <a:srgbClr val="FFFFFF"/>
                </a:solidFill>
                <a:latin typeface="+mj-lt"/>
                <a:ea typeface="Roboto Bold"/>
                <a:cs typeface="Roboto Bold"/>
                <a:sym typeface="Roboto Bold"/>
              </a:rPr>
              <a:t>nghe</a:t>
            </a:r>
            <a:endParaRPr lang="en-US" sz="9600" b="1" spc="89" dirty="0">
              <a:solidFill>
                <a:srgbClr val="FFFFFF"/>
              </a:solidFill>
              <a:latin typeface="+mj-lt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ver dir="d"/>
      </p:transition>
    </mc:Choice>
    <mc:Fallback>
      <p:transition spd="slow">
        <p:cover dir="d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Averta Std Black"/>
        <a:ea typeface=""/>
        <a:cs typeface=""/>
      </a:majorFont>
      <a:minorFont>
        <a:latin typeface="Averta St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2248</Words>
  <Application>Microsoft Office PowerPoint</Application>
  <PresentationFormat>Custom</PresentationFormat>
  <Paragraphs>232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Averta Std Black</vt:lpstr>
      <vt:lpstr>Aptos Display</vt:lpstr>
      <vt:lpstr>Averta Std Regular</vt:lpstr>
      <vt:lpstr>Arial</vt:lpstr>
      <vt:lpstr>Aptos</vt:lpstr>
      <vt:lpstr>Averta Std Bold</vt:lpstr>
      <vt:lpstr>Baguet Script</vt:lpstr>
      <vt:lpstr>Roboto Bold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White Modern Creative Portfolio Presentation</dc:title>
  <dc:creator>Kiet Nguyen Tuan</dc:creator>
  <cp:lastModifiedBy>Nguyễn Tuấn Kiệt</cp:lastModifiedBy>
  <cp:revision>7</cp:revision>
  <dcterms:created xsi:type="dcterms:W3CDTF">2006-08-16T00:00:00Z</dcterms:created>
  <dcterms:modified xsi:type="dcterms:W3CDTF">2025-01-09T15:18:42Z</dcterms:modified>
  <dc:identifier>DAGblIW6HKk</dc:identifier>
</cp:coreProperties>
</file>