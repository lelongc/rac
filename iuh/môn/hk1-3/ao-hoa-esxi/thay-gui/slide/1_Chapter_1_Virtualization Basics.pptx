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72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7DF37-5724-4FF2-9C00-D3661FC04774}" type="datetimeFigureOut">
              <a:rPr lang="en-US" smtClean="0"/>
              <a:t>14-09-2025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6A5B8-89EF-4DA7-8792-0B264EDF5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7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96A48-65AE-44E4-B377-5319BE51E5AA}" type="datetime1">
              <a:rPr lang="en-US" smtClean="0"/>
              <a:t>14-09-2025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B2E6E-A0B9-4D30-A9FF-76FB704D008E}" type="datetime1">
              <a:rPr lang="en-US" smtClean="0"/>
              <a:t>14-09-2025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BD209-D840-49E7-B5CC-F87A4BE6E6D4}" type="datetime1">
              <a:rPr lang="en-US" smtClean="0"/>
              <a:t>14-09-2025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BCDD-73A0-4C8A-A380-6AE9DE1F7A27}" type="datetime1">
              <a:rPr lang="en-US" smtClean="0"/>
              <a:t>14-09-2025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7F00A-3AA1-43DF-A26A-537D63C0B6CC}" type="datetime1">
              <a:rPr lang="en-US" smtClean="0"/>
              <a:t>14-09-2025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7912" y="209544"/>
            <a:ext cx="59481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200" y="1148837"/>
            <a:ext cx="8486140" cy="4599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2A366-F69F-41F6-9430-6D69BDA57478}" type="datetime1">
              <a:rPr lang="en-US" smtClean="0"/>
              <a:t>14-09-2025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io.com/article/274740/outsourcing-sla-definitions-and-solutions.html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aws-ec2-instance-setup-with-apache-server/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introduction-microsoft-azure-cloud-computing-service/" TargetMode="Externa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hadoop-an-introduction/" TargetMode="Externa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restful/index.htm" TargetMode="Externa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xml/xml_whatis.asp" TargetMode="External"/><Relationship Id="rId2" Type="http://schemas.openxmlformats.org/officeDocument/2006/relationships/hyperlink" Target="https://www.w3schools.com/js/js_json_intro.asp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searchitchannel/definition/managed-service-provider" TargetMode="Externa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wards.net/best-cloud-storage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60" y="1628790"/>
            <a:ext cx="8904488" cy="36724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378BE4-7324-0757-BC06-D0C4CB9275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66116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Virtualization</a:t>
            </a:r>
            <a:r>
              <a:rPr spc="-14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076959"/>
            <a:ext cx="855853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that,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computer,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applications.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own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virtual,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software-</a:t>
            </a:r>
            <a:r>
              <a:rPr sz="2000" dirty="0">
                <a:latin typeface="Times New Roman"/>
                <a:cs typeface="Times New Roman"/>
              </a:rPr>
              <a:t>based,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hardware,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memory, </a:t>
            </a:r>
            <a:r>
              <a:rPr sz="2000" dirty="0">
                <a:latin typeface="Times New Roman"/>
                <a:cs typeface="Times New Roman"/>
              </a:rPr>
              <a:t>hard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card.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-63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separate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underlying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service.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creating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version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something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Virtualization,</a:t>
            </a:r>
            <a:r>
              <a:rPr sz="2000" dirty="0">
                <a:latin typeface="Times New Roman"/>
                <a:cs typeface="Times New Roman"/>
              </a:rPr>
              <a:t> multiple operating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 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run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increasing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utilization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flexibility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One</a:t>
            </a:r>
            <a:r>
              <a:rPr sz="2000" b="1" i="1" spc="3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of</a:t>
            </a:r>
            <a:r>
              <a:rPr sz="2000" b="1" i="1" spc="3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the</a:t>
            </a:r>
            <a:r>
              <a:rPr sz="2000" b="1" i="1" spc="2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main</a:t>
            </a:r>
            <a:r>
              <a:rPr sz="2000" b="1" i="1" spc="4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cost</a:t>
            </a:r>
            <a:r>
              <a:rPr sz="2000" b="1" i="1" spc="4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effective,</a:t>
            </a:r>
            <a:r>
              <a:rPr sz="2000" b="1" i="1" spc="4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hardware</a:t>
            </a:r>
            <a:r>
              <a:rPr sz="2000" b="1" i="1" spc="3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reducing,</a:t>
            </a:r>
            <a:r>
              <a:rPr sz="2000" b="1" i="1" spc="4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and</a:t>
            </a:r>
            <a:r>
              <a:rPr sz="2000" b="1" i="1" spc="3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energy</a:t>
            </a:r>
            <a:r>
              <a:rPr sz="2000" b="1" i="1" spc="3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saving</a:t>
            </a:r>
            <a:r>
              <a:rPr sz="2000" b="1" i="1" spc="5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16375E"/>
                </a:solidFill>
                <a:latin typeface="Times New Roman"/>
                <a:cs typeface="Times New Roman"/>
              </a:rPr>
              <a:t>techniques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used</a:t>
            </a:r>
            <a:r>
              <a:rPr sz="2000" b="1" i="1" spc="-2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by</a:t>
            </a:r>
            <a:r>
              <a:rPr sz="2000" b="1" i="1" spc="-1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cloud</a:t>
            </a:r>
            <a:r>
              <a:rPr sz="2000" b="1" i="1" spc="-2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providers</a:t>
            </a:r>
            <a:r>
              <a:rPr sz="2000" b="1" i="1" spc="-3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is</a:t>
            </a:r>
            <a:r>
              <a:rPr sz="2000" b="1" i="1" spc="-10" dirty="0">
                <a:solidFill>
                  <a:srgbClr val="16375E"/>
                </a:solidFill>
                <a:latin typeface="Times New Roman"/>
                <a:cs typeface="Times New Roman"/>
              </a:rPr>
              <a:t> virtualization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F59E6-76AD-FB58-ADAC-79AD23A714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66116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Virtualization</a:t>
            </a:r>
            <a:r>
              <a:rPr spc="-14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196" y="1076959"/>
            <a:ext cx="856043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890" indent="-63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share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instance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organizations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assigning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pointer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demand.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synonymous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virtualization,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which </a:t>
            </a:r>
            <a:r>
              <a:rPr sz="2000" dirty="0">
                <a:latin typeface="Times New Roman"/>
                <a:cs typeface="Times New Roman"/>
              </a:rPr>
              <a:t>plays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fundamental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efficiently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delivering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Infrastructure-as-</a:t>
            </a:r>
            <a:r>
              <a:rPr sz="2000" spc="-20" dirty="0">
                <a:latin typeface="Times New Roman"/>
                <a:cs typeface="Times New Roman"/>
              </a:rPr>
              <a:t>a-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(IaaS) </a:t>
            </a:r>
            <a:r>
              <a:rPr sz="2000" dirty="0">
                <a:latin typeface="Times New Roman"/>
                <a:cs typeface="Times New Roman"/>
              </a:rPr>
              <a:t>solutions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0" dirty="0">
                <a:latin typeface="Times New Roman"/>
                <a:cs typeface="Times New Roman"/>
              </a:rPr>
              <a:t> computing.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Moreover,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technologies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only </a:t>
            </a:r>
            <a:r>
              <a:rPr sz="2000" dirty="0">
                <a:latin typeface="Times New Roman"/>
                <a:cs typeface="Times New Roman"/>
              </a:rPr>
              <a:t>executing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</a:pP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The</a:t>
            </a:r>
            <a:r>
              <a:rPr sz="2000" b="1" i="1" spc="7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machine</a:t>
            </a:r>
            <a:r>
              <a:rPr sz="2000" b="1" i="1" spc="7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on</a:t>
            </a:r>
            <a:r>
              <a:rPr sz="2000" b="1" i="1" spc="8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which</a:t>
            </a:r>
            <a:r>
              <a:rPr sz="2000" b="1" i="1" spc="9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the</a:t>
            </a:r>
            <a:r>
              <a:rPr sz="2000" b="1" i="1" spc="7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virtual</a:t>
            </a:r>
            <a:r>
              <a:rPr sz="2000" b="1" i="1" spc="7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machine</a:t>
            </a:r>
            <a:r>
              <a:rPr sz="2000" b="1" i="1" spc="8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is</a:t>
            </a:r>
            <a:r>
              <a:rPr sz="2000" b="1" i="1" spc="7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going</a:t>
            </a:r>
            <a:r>
              <a:rPr sz="2000" b="1" i="1" spc="8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to</a:t>
            </a:r>
            <a:r>
              <a:rPr sz="2000" b="1" i="1" spc="8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be</a:t>
            </a:r>
            <a:r>
              <a:rPr sz="2000" b="1" i="1" spc="8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built</a:t>
            </a:r>
            <a:r>
              <a:rPr sz="2000" b="1" i="1" spc="8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is</a:t>
            </a:r>
            <a:r>
              <a:rPr sz="2000" b="1" i="1" spc="7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known</a:t>
            </a:r>
            <a:r>
              <a:rPr sz="2000" b="1" i="1" spc="8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as</a:t>
            </a:r>
            <a:r>
              <a:rPr sz="2000" b="1" i="1" spc="7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spc="-20" dirty="0">
                <a:solidFill>
                  <a:srgbClr val="16375E"/>
                </a:solidFill>
                <a:latin typeface="Times New Roman"/>
                <a:cs typeface="Times New Roman"/>
              </a:rPr>
              <a:t>Host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Machine</a:t>
            </a:r>
            <a:r>
              <a:rPr sz="2000" b="1" i="1" spc="-3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and</a:t>
            </a:r>
            <a:r>
              <a:rPr sz="2000" b="1" i="1" spc="-1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that</a:t>
            </a:r>
            <a:r>
              <a:rPr sz="2000" b="1" i="1" spc="-1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virtual</a:t>
            </a:r>
            <a:r>
              <a:rPr sz="2000" b="1" i="1" spc="-4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machine</a:t>
            </a:r>
            <a:r>
              <a:rPr sz="2000" b="1" i="1" spc="-2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is</a:t>
            </a:r>
            <a:r>
              <a:rPr sz="2000" b="1" i="1" spc="-1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referred</a:t>
            </a:r>
            <a:r>
              <a:rPr sz="2000" b="1" i="1" spc="-3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as</a:t>
            </a:r>
            <a:r>
              <a:rPr sz="2000" b="1" i="1" spc="-20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a</a:t>
            </a:r>
            <a:r>
              <a:rPr sz="2000" b="1" i="1" spc="-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16375E"/>
                </a:solidFill>
                <a:latin typeface="Times New Roman"/>
                <a:cs typeface="Times New Roman"/>
              </a:rPr>
              <a:t>Guest</a:t>
            </a:r>
            <a:r>
              <a:rPr sz="2000" b="1" i="1" spc="-15" dirty="0">
                <a:solidFill>
                  <a:srgbClr val="16375E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16375E"/>
                </a:solidFill>
                <a:latin typeface="Times New Roman"/>
                <a:cs typeface="Times New Roman"/>
              </a:rPr>
              <a:t>Machine.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6DC2A-CB12-AED4-60F3-5AF5E9530B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6256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hypervisor?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2" y="1076959"/>
            <a:ext cx="855726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hypervisor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VMM,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creates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runs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 (VMs).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 computer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virtually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sharing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processing.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121" y="2600897"/>
            <a:ext cx="7139841" cy="39085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8C0C8-4F2F-8673-77C0-D28DD36C3F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649" y="476717"/>
            <a:ext cx="6120627" cy="612062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D5276-980E-D49B-5D3C-3BAE7BF82C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8101" y="356737"/>
            <a:ext cx="4000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BENEFITS</a:t>
            </a:r>
            <a:r>
              <a:rPr sz="2000" spc="-20" dirty="0"/>
              <a:t> </a:t>
            </a:r>
            <a:r>
              <a:rPr sz="2000" dirty="0"/>
              <a:t>OF</a:t>
            </a:r>
            <a:r>
              <a:rPr sz="2000" spc="-125" dirty="0"/>
              <a:t> </a:t>
            </a:r>
            <a:r>
              <a:rPr sz="2000" spc="-10" dirty="0"/>
              <a:t>VIRTUALIZATION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46298" y="1271087"/>
            <a:ext cx="542226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66065" algn="l"/>
              </a:tabLst>
            </a:pP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efficient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sz="2000" dirty="0">
                <a:latin typeface="Times New Roman"/>
                <a:cs typeface="Times New Roman"/>
              </a:rPr>
              <a:t>Enhance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productivity.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67335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67335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2000" dirty="0">
                <a:latin typeface="Times New Roman"/>
                <a:cs typeface="Times New Roman"/>
              </a:rPr>
              <a:t>Remote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rapid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scalability.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67335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availability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disaster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recovery.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67335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2000" dirty="0">
                <a:latin typeface="Times New Roman"/>
                <a:cs typeface="Times New Roman"/>
              </a:rPr>
              <a:t>Pay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peruse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demand.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67335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58047-96A7-4BB8-2CD2-B5BCE126E2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197" y="355213"/>
            <a:ext cx="3001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-10" dirty="0"/>
              <a:t>Virtualization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4835" y="1827146"/>
          <a:ext cx="2663189" cy="115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240665" marR="233679" indent="121920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Application Virtualization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6289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03005" y="1832114"/>
          <a:ext cx="2665095" cy="115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7F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Virtualization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6289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7F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7F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43497" y="1827146"/>
          <a:ext cx="2663189" cy="115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E46C09"/>
                    </a:solidFill>
                  </a:tcPr>
                </a:tc>
                <a:tc>
                  <a:txBody>
                    <a:bodyPr/>
                    <a:lstStyle/>
                    <a:p>
                      <a:pPr marL="241935" marR="232410" indent="310515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Desktop Virtualization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6289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E4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E4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4835" y="3843413"/>
          <a:ext cx="2663189" cy="115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7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Storage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Virtualization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6352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03005" y="3848366"/>
          <a:ext cx="2665095" cy="115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241300" marR="233045" indent="398780">
                        <a:lnSpc>
                          <a:spcPct val="100000"/>
                        </a:lnSpc>
                        <a:spcBef>
                          <a:spcPts val="207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Server Virtualization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6352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143497" y="3843413"/>
          <a:ext cx="2663189" cy="115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7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Virtualization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6352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96CA-2487-AE8A-3791-FF55380512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341755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spc="-10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</a:t>
            </a:r>
            <a:r>
              <a:rPr spc="355" dirty="0"/>
              <a:t> </a:t>
            </a:r>
            <a:r>
              <a:rPr dirty="0"/>
              <a:t>virtualization</a:t>
            </a:r>
            <a:r>
              <a:rPr spc="355" dirty="0"/>
              <a:t> </a:t>
            </a:r>
            <a:r>
              <a:rPr dirty="0"/>
              <a:t>helps</a:t>
            </a:r>
            <a:r>
              <a:rPr spc="355" dirty="0"/>
              <a:t> </a:t>
            </a:r>
            <a:r>
              <a:rPr dirty="0"/>
              <a:t>a</a:t>
            </a:r>
            <a:r>
              <a:rPr spc="365" dirty="0"/>
              <a:t> </a:t>
            </a:r>
            <a:r>
              <a:rPr dirty="0"/>
              <a:t>user</a:t>
            </a:r>
            <a:r>
              <a:rPr spc="370" dirty="0"/>
              <a:t> </a:t>
            </a:r>
            <a:r>
              <a:rPr dirty="0"/>
              <a:t>to</a:t>
            </a:r>
            <a:r>
              <a:rPr spc="360" dirty="0"/>
              <a:t> </a:t>
            </a:r>
            <a:r>
              <a:rPr dirty="0"/>
              <a:t>have</a:t>
            </a:r>
            <a:r>
              <a:rPr spc="355" dirty="0"/>
              <a:t> </a:t>
            </a:r>
            <a:r>
              <a:rPr dirty="0"/>
              <a:t>remote</a:t>
            </a:r>
            <a:r>
              <a:rPr spc="365" dirty="0"/>
              <a:t> </a:t>
            </a:r>
            <a:r>
              <a:rPr dirty="0"/>
              <a:t>access</a:t>
            </a:r>
            <a:r>
              <a:rPr spc="350" dirty="0"/>
              <a:t> </a:t>
            </a:r>
            <a:r>
              <a:rPr dirty="0"/>
              <a:t>of</a:t>
            </a:r>
            <a:r>
              <a:rPr spc="370" dirty="0"/>
              <a:t> </a:t>
            </a:r>
            <a:r>
              <a:rPr dirty="0"/>
              <a:t>an</a:t>
            </a:r>
            <a:r>
              <a:rPr spc="375" dirty="0"/>
              <a:t> </a:t>
            </a:r>
            <a:r>
              <a:rPr spc="-10" dirty="0"/>
              <a:t>application </a:t>
            </a:r>
            <a:r>
              <a:rPr dirty="0"/>
              <a:t>from</a:t>
            </a:r>
            <a:r>
              <a:rPr spc="-2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server.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marR="5080">
              <a:lnSpc>
                <a:spcPct val="100000"/>
              </a:lnSpc>
              <a:tabLst>
                <a:tab pos="577850" algn="l"/>
                <a:tab pos="1365885" algn="l"/>
                <a:tab pos="2126615" algn="l"/>
                <a:tab pos="2547620" algn="l"/>
                <a:tab pos="3576320" algn="l"/>
                <a:tab pos="4940300" algn="l"/>
                <a:tab pos="5475605" algn="l"/>
                <a:tab pos="6165850" algn="l"/>
                <a:tab pos="7783195" algn="l"/>
                <a:tab pos="816419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server</a:t>
            </a:r>
            <a:r>
              <a:rPr dirty="0"/>
              <a:t>	</a:t>
            </a:r>
            <a:r>
              <a:rPr spc="-10" dirty="0"/>
              <a:t>stores</a:t>
            </a:r>
            <a:r>
              <a:rPr dirty="0"/>
              <a:t>	</a:t>
            </a:r>
            <a:r>
              <a:rPr spc="-25" dirty="0"/>
              <a:t>all</a:t>
            </a:r>
            <a:r>
              <a:rPr dirty="0"/>
              <a:t>	</a:t>
            </a:r>
            <a:r>
              <a:rPr spc="-10" dirty="0"/>
              <a:t>personal</a:t>
            </a:r>
            <a:r>
              <a:rPr dirty="0"/>
              <a:t>	</a:t>
            </a:r>
            <a:r>
              <a:rPr spc="-10" dirty="0"/>
              <a:t>information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other</a:t>
            </a:r>
            <a:r>
              <a:rPr dirty="0"/>
              <a:t>	</a:t>
            </a:r>
            <a:r>
              <a:rPr spc="-10" dirty="0"/>
              <a:t>characteristics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the </a:t>
            </a:r>
            <a:r>
              <a:rPr dirty="0"/>
              <a:t>application</a:t>
            </a:r>
            <a:r>
              <a:rPr spc="-35" dirty="0"/>
              <a:t> </a:t>
            </a:r>
            <a:r>
              <a:rPr dirty="0"/>
              <a:t>but</a:t>
            </a:r>
            <a:r>
              <a:rPr spc="-30" dirty="0"/>
              <a:t> </a:t>
            </a:r>
            <a:r>
              <a:rPr dirty="0"/>
              <a:t>can still</a:t>
            </a:r>
            <a:r>
              <a:rPr spc="-15" dirty="0"/>
              <a:t> </a:t>
            </a:r>
            <a:r>
              <a:rPr dirty="0"/>
              <a:t>run</a:t>
            </a:r>
            <a:r>
              <a:rPr spc="-2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local</a:t>
            </a:r>
            <a:r>
              <a:rPr spc="-15" dirty="0"/>
              <a:t> </a:t>
            </a:r>
            <a:r>
              <a:rPr dirty="0"/>
              <a:t>workstation</a:t>
            </a:r>
            <a:r>
              <a:rPr spc="-45" dirty="0"/>
              <a:t> </a:t>
            </a:r>
            <a:r>
              <a:rPr dirty="0"/>
              <a:t>through</a:t>
            </a:r>
            <a:r>
              <a:rPr spc="-30" dirty="0"/>
              <a:t> </a:t>
            </a:r>
            <a:r>
              <a:rPr dirty="0"/>
              <a:t>the</a:t>
            </a:r>
            <a:r>
              <a:rPr spc="-10" dirty="0"/>
              <a:t> internet.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Application</a:t>
            </a:r>
            <a:r>
              <a:rPr spc="204" dirty="0"/>
              <a:t> </a:t>
            </a:r>
            <a:r>
              <a:rPr dirty="0"/>
              <a:t>virtualization</a:t>
            </a:r>
            <a:r>
              <a:rPr spc="215" dirty="0"/>
              <a:t> </a:t>
            </a:r>
            <a:r>
              <a:rPr dirty="0"/>
              <a:t>software</a:t>
            </a:r>
            <a:r>
              <a:rPr spc="204" dirty="0"/>
              <a:t> </a:t>
            </a:r>
            <a:r>
              <a:rPr dirty="0"/>
              <a:t>allows</a:t>
            </a:r>
            <a:r>
              <a:rPr spc="204" dirty="0"/>
              <a:t> </a:t>
            </a:r>
            <a:r>
              <a:rPr dirty="0"/>
              <a:t>users</a:t>
            </a:r>
            <a:r>
              <a:rPr spc="215" dirty="0"/>
              <a:t> </a:t>
            </a:r>
            <a:r>
              <a:rPr dirty="0"/>
              <a:t>to</a:t>
            </a:r>
            <a:r>
              <a:rPr spc="225" dirty="0"/>
              <a:t> </a:t>
            </a:r>
            <a:r>
              <a:rPr dirty="0"/>
              <a:t>access</a:t>
            </a:r>
            <a:r>
              <a:rPr spc="200" dirty="0"/>
              <a:t> </a:t>
            </a:r>
            <a:r>
              <a:rPr dirty="0"/>
              <a:t>and</a:t>
            </a:r>
            <a:r>
              <a:rPr spc="210" dirty="0"/>
              <a:t> </a:t>
            </a:r>
            <a:r>
              <a:rPr dirty="0"/>
              <a:t>use</a:t>
            </a:r>
            <a:r>
              <a:rPr spc="210" dirty="0"/>
              <a:t> </a:t>
            </a:r>
            <a:r>
              <a:rPr dirty="0"/>
              <a:t>an</a:t>
            </a:r>
            <a:r>
              <a:rPr spc="225" dirty="0"/>
              <a:t> </a:t>
            </a:r>
            <a:r>
              <a:rPr spc="-10" dirty="0"/>
              <a:t>application</a:t>
            </a:r>
          </a:p>
          <a:p>
            <a:pPr marL="12700">
              <a:lnSpc>
                <a:spcPct val="100000"/>
              </a:lnSpc>
            </a:pP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separate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dirty="0"/>
              <a:t>than</a:t>
            </a:r>
            <a:r>
              <a:rPr spc="-1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one</a:t>
            </a:r>
            <a:r>
              <a:rPr spc="-1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40" dirty="0"/>
              <a:t> </a:t>
            </a:r>
            <a:r>
              <a:rPr dirty="0"/>
              <a:t>is</a:t>
            </a:r>
            <a:r>
              <a:rPr spc="-10" dirty="0"/>
              <a:t> installed.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pc="-10" dirty="0"/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/>
              <a:t>Using</a:t>
            </a:r>
            <a:r>
              <a:rPr spc="-5" dirty="0"/>
              <a:t> </a:t>
            </a:r>
            <a:r>
              <a:rPr dirty="0"/>
              <a:t>application</a:t>
            </a:r>
            <a:r>
              <a:rPr spc="-10" dirty="0"/>
              <a:t> </a:t>
            </a:r>
            <a:r>
              <a:rPr dirty="0"/>
              <a:t>virtualization</a:t>
            </a:r>
            <a:r>
              <a:rPr spc="-5" dirty="0"/>
              <a:t> </a:t>
            </a:r>
            <a:r>
              <a:rPr dirty="0"/>
              <a:t>software,</a:t>
            </a:r>
            <a:r>
              <a:rPr spc="-1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dirty="0"/>
              <a:t>admins</a:t>
            </a:r>
            <a:r>
              <a:rPr spc="-10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up</a:t>
            </a:r>
            <a:r>
              <a:rPr spc="-15" dirty="0"/>
              <a:t> </a:t>
            </a:r>
            <a:r>
              <a:rPr dirty="0"/>
              <a:t>remote</a:t>
            </a:r>
            <a:r>
              <a:rPr spc="-10" dirty="0"/>
              <a:t> applications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server</a:t>
            </a:r>
            <a:r>
              <a:rPr spc="-3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deliver</a:t>
            </a:r>
            <a:r>
              <a:rPr spc="-3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apps</a:t>
            </a:r>
            <a:r>
              <a:rPr spc="-2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an</a:t>
            </a:r>
            <a:r>
              <a:rPr spc="-5" dirty="0"/>
              <a:t> </a:t>
            </a:r>
            <a:r>
              <a:rPr dirty="0"/>
              <a:t>end</a:t>
            </a:r>
            <a:r>
              <a:rPr spc="-15" dirty="0"/>
              <a:t> </a:t>
            </a:r>
            <a:r>
              <a:rPr dirty="0"/>
              <a:t>user’s</a:t>
            </a:r>
            <a:r>
              <a:rPr spc="-30" dirty="0"/>
              <a:t> </a:t>
            </a:r>
            <a:r>
              <a:rPr spc="-10" dirty="0"/>
              <a:t>computer.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marR="6985" indent="-635">
              <a:lnSpc>
                <a:spcPct val="100000"/>
              </a:lnSpc>
            </a:pPr>
            <a:r>
              <a:rPr dirty="0"/>
              <a:t>For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user,</a:t>
            </a:r>
            <a:r>
              <a:rPr spc="2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experience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virtualized</a:t>
            </a:r>
            <a:r>
              <a:rPr spc="15" dirty="0"/>
              <a:t> </a:t>
            </a:r>
            <a:r>
              <a:rPr dirty="0"/>
              <a:t>app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same</a:t>
            </a:r>
            <a:r>
              <a:rPr spc="15" dirty="0"/>
              <a:t> </a:t>
            </a:r>
            <a:r>
              <a:rPr dirty="0"/>
              <a:t>as</a:t>
            </a:r>
            <a:r>
              <a:rPr spc="5" dirty="0"/>
              <a:t> </a:t>
            </a:r>
            <a:r>
              <a:rPr dirty="0"/>
              <a:t>using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installed </a:t>
            </a:r>
            <a:r>
              <a:rPr dirty="0"/>
              <a:t>app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physical</a:t>
            </a:r>
            <a:r>
              <a:rPr spc="-25" dirty="0"/>
              <a:t> </a:t>
            </a:r>
            <a:r>
              <a:rPr spc="-10" dirty="0"/>
              <a:t>machine.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780E3-6734-099A-CDD7-D3C5F9B055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341755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11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148837"/>
            <a:ext cx="848677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indent="-63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ability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separate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plan.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co-</a:t>
            </a:r>
            <a:r>
              <a:rPr sz="2000" dirty="0">
                <a:latin typeface="Times New Roman"/>
                <a:cs typeface="Times New Roman"/>
              </a:rPr>
              <a:t>exists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together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managed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by </a:t>
            </a:r>
            <a:r>
              <a:rPr sz="2000" dirty="0">
                <a:latin typeface="Times New Roman"/>
                <a:cs typeface="Times New Roman"/>
              </a:rPr>
              <a:t>individual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potentially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confidential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other.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2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facility</a:t>
            </a:r>
            <a:r>
              <a:rPr sz="2000" spc="2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2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provision</a:t>
            </a:r>
            <a:r>
              <a:rPr sz="2000" spc="24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virtual networks—</a:t>
            </a: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switches,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routers,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firewalls,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balancer,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Private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(VPN),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workload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days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weeks.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-63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logically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grouping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making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independent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 Networks.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E4668-7001-027E-0004-9549F8E482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417955">
              <a:lnSpc>
                <a:spcPct val="100000"/>
              </a:lnSpc>
              <a:spcBef>
                <a:spcPts val="100"/>
              </a:spcBef>
            </a:pPr>
            <a:r>
              <a:rPr dirty="0"/>
              <a:t>Desktop</a:t>
            </a:r>
            <a:r>
              <a:rPr spc="-13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Desktop</a:t>
            </a:r>
            <a:r>
              <a:rPr spc="-15" dirty="0"/>
              <a:t> </a:t>
            </a:r>
            <a:r>
              <a:rPr dirty="0"/>
              <a:t>virtualization</a:t>
            </a:r>
            <a:r>
              <a:rPr spc="10" dirty="0"/>
              <a:t> </a:t>
            </a:r>
            <a:r>
              <a:rPr dirty="0"/>
              <a:t>allows</a:t>
            </a:r>
            <a:r>
              <a:rPr spc="-2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users’</a:t>
            </a:r>
            <a:r>
              <a:rPr spc="-114" dirty="0"/>
              <a:t> </a:t>
            </a:r>
            <a:r>
              <a:rPr dirty="0"/>
              <a:t>OS</a:t>
            </a:r>
            <a:r>
              <a:rPr spc="10" dirty="0"/>
              <a:t> </a:t>
            </a:r>
            <a:r>
              <a:rPr dirty="0"/>
              <a:t>to be</a:t>
            </a:r>
            <a:r>
              <a:rPr spc="-5" dirty="0"/>
              <a:t> </a:t>
            </a:r>
            <a:r>
              <a:rPr dirty="0"/>
              <a:t>remotely</a:t>
            </a:r>
            <a:r>
              <a:rPr spc="-20" dirty="0"/>
              <a:t> </a:t>
            </a:r>
            <a:r>
              <a:rPr dirty="0"/>
              <a:t>stored on</a:t>
            </a:r>
            <a:r>
              <a:rPr spc="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server</a:t>
            </a:r>
            <a:r>
              <a:rPr spc="1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25" dirty="0"/>
              <a:t>the </a:t>
            </a:r>
            <a:r>
              <a:rPr dirty="0"/>
              <a:t>data</a:t>
            </a:r>
            <a:r>
              <a:rPr spc="-10" dirty="0"/>
              <a:t> centre.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marR="6350" indent="-635" algn="just">
              <a:lnSpc>
                <a:spcPct val="100000"/>
              </a:lnSpc>
            </a:pPr>
            <a:r>
              <a:rPr dirty="0"/>
              <a:t>It</a:t>
            </a:r>
            <a:r>
              <a:rPr spc="35" dirty="0"/>
              <a:t> </a:t>
            </a:r>
            <a:r>
              <a:rPr dirty="0"/>
              <a:t>allows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user</a:t>
            </a:r>
            <a:r>
              <a:rPr spc="30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dirty="0"/>
              <a:t>access</a:t>
            </a:r>
            <a:r>
              <a:rPr spc="20" dirty="0"/>
              <a:t> </a:t>
            </a:r>
            <a:r>
              <a:rPr dirty="0"/>
              <a:t>their</a:t>
            </a:r>
            <a:r>
              <a:rPr spc="35" dirty="0"/>
              <a:t> </a:t>
            </a:r>
            <a:r>
              <a:rPr dirty="0"/>
              <a:t>desktop</a:t>
            </a:r>
            <a:r>
              <a:rPr spc="40" dirty="0"/>
              <a:t> </a:t>
            </a:r>
            <a:r>
              <a:rPr dirty="0"/>
              <a:t>virtually,</a:t>
            </a:r>
            <a:r>
              <a:rPr spc="30" dirty="0"/>
              <a:t> </a:t>
            </a:r>
            <a:r>
              <a:rPr dirty="0"/>
              <a:t>from</a:t>
            </a:r>
            <a:r>
              <a:rPr spc="25" dirty="0"/>
              <a:t> </a:t>
            </a:r>
            <a:r>
              <a:rPr dirty="0"/>
              <a:t>any</a:t>
            </a:r>
            <a:r>
              <a:rPr spc="25" dirty="0"/>
              <a:t> </a:t>
            </a:r>
            <a:r>
              <a:rPr dirty="0"/>
              <a:t>location</a:t>
            </a:r>
            <a:r>
              <a:rPr spc="30" dirty="0"/>
              <a:t> </a:t>
            </a:r>
            <a:r>
              <a:rPr dirty="0"/>
              <a:t>by</a:t>
            </a:r>
            <a:r>
              <a:rPr spc="3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-10" dirty="0"/>
              <a:t>different machine.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Users</a:t>
            </a:r>
            <a:r>
              <a:rPr spc="135" dirty="0"/>
              <a:t> </a:t>
            </a:r>
            <a:r>
              <a:rPr dirty="0"/>
              <a:t>who</a:t>
            </a:r>
            <a:r>
              <a:rPr spc="140" dirty="0"/>
              <a:t> </a:t>
            </a:r>
            <a:r>
              <a:rPr dirty="0"/>
              <a:t>want</a:t>
            </a:r>
            <a:r>
              <a:rPr spc="140" dirty="0"/>
              <a:t> </a:t>
            </a:r>
            <a:r>
              <a:rPr dirty="0"/>
              <a:t>specific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55" dirty="0"/>
              <a:t> </a:t>
            </a:r>
            <a:r>
              <a:rPr dirty="0"/>
              <a:t>systems</a:t>
            </a:r>
            <a:r>
              <a:rPr spc="150" dirty="0"/>
              <a:t> </a:t>
            </a:r>
            <a:r>
              <a:rPr dirty="0"/>
              <a:t>other</a:t>
            </a:r>
            <a:r>
              <a:rPr spc="140" dirty="0"/>
              <a:t> </a:t>
            </a:r>
            <a:r>
              <a:rPr dirty="0"/>
              <a:t>than</a:t>
            </a:r>
            <a:r>
              <a:rPr spc="140" dirty="0"/>
              <a:t> </a:t>
            </a:r>
            <a:r>
              <a:rPr dirty="0"/>
              <a:t>Windows</a:t>
            </a:r>
            <a:r>
              <a:rPr spc="145" dirty="0"/>
              <a:t> </a:t>
            </a:r>
            <a:r>
              <a:rPr dirty="0"/>
              <a:t>Server</a:t>
            </a:r>
            <a:r>
              <a:rPr spc="150" dirty="0"/>
              <a:t> </a:t>
            </a:r>
            <a:r>
              <a:rPr dirty="0"/>
              <a:t>will</a:t>
            </a:r>
            <a:r>
              <a:rPr spc="125" dirty="0"/>
              <a:t> </a:t>
            </a:r>
            <a:r>
              <a:rPr spc="-20" dirty="0"/>
              <a:t>need</a:t>
            </a:r>
          </a:p>
          <a:p>
            <a:pPr marL="12700" algn="just">
              <a:lnSpc>
                <a:spcPct val="100000"/>
              </a:lnSpc>
            </a:pPr>
            <a:r>
              <a:rPr dirty="0"/>
              <a:t>to</a:t>
            </a:r>
            <a:r>
              <a:rPr spc="-5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a virtual</a:t>
            </a:r>
            <a:r>
              <a:rPr spc="-40" dirty="0"/>
              <a:t> </a:t>
            </a:r>
            <a:r>
              <a:rPr spc="-10" dirty="0"/>
              <a:t>desktop.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pc="-10" dirty="0"/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Main</a:t>
            </a:r>
            <a:r>
              <a:rPr spc="160" dirty="0"/>
              <a:t>  </a:t>
            </a:r>
            <a:r>
              <a:rPr dirty="0"/>
              <a:t>benefits</a:t>
            </a:r>
            <a:r>
              <a:rPr spc="165" dirty="0"/>
              <a:t>  </a:t>
            </a:r>
            <a:r>
              <a:rPr dirty="0"/>
              <a:t>of</a:t>
            </a:r>
            <a:r>
              <a:rPr spc="165" dirty="0"/>
              <a:t>  </a:t>
            </a:r>
            <a:r>
              <a:rPr dirty="0"/>
              <a:t>desktop</a:t>
            </a:r>
            <a:r>
              <a:rPr spc="155" dirty="0"/>
              <a:t>  </a:t>
            </a:r>
            <a:r>
              <a:rPr dirty="0"/>
              <a:t>virtualization</a:t>
            </a:r>
            <a:r>
              <a:rPr spc="160" dirty="0"/>
              <a:t>  </a:t>
            </a:r>
            <a:r>
              <a:rPr dirty="0"/>
              <a:t>are</a:t>
            </a:r>
            <a:r>
              <a:rPr spc="165" dirty="0"/>
              <a:t>  </a:t>
            </a:r>
            <a:r>
              <a:rPr dirty="0"/>
              <a:t>user</a:t>
            </a:r>
            <a:r>
              <a:rPr spc="165" dirty="0"/>
              <a:t>  </a:t>
            </a:r>
            <a:r>
              <a:rPr dirty="0"/>
              <a:t>mobility,</a:t>
            </a:r>
            <a:r>
              <a:rPr spc="160" dirty="0"/>
              <a:t>  </a:t>
            </a:r>
            <a:r>
              <a:rPr dirty="0"/>
              <a:t>portability,</a:t>
            </a:r>
            <a:r>
              <a:rPr spc="170" dirty="0"/>
              <a:t>  </a:t>
            </a:r>
            <a:r>
              <a:rPr spc="-20" dirty="0"/>
              <a:t>easy </a:t>
            </a:r>
            <a:r>
              <a:rPr dirty="0"/>
              <a:t>management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45" dirty="0"/>
              <a:t> </a:t>
            </a:r>
            <a:r>
              <a:rPr dirty="0"/>
              <a:t>installation,</a:t>
            </a:r>
            <a:r>
              <a:rPr spc="-45" dirty="0"/>
              <a:t> </a:t>
            </a:r>
            <a:r>
              <a:rPr dirty="0"/>
              <a:t>updates,</a:t>
            </a:r>
            <a:r>
              <a:rPr spc="-3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patches.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marR="5080" algn="just">
              <a:lnSpc>
                <a:spcPct val="100000"/>
              </a:lnSpc>
            </a:pPr>
            <a:r>
              <a:rPr dirty="0"/>
              <a:t>Desktop</a:t>
            </a:r>
            <a:r>
              <a:rPr spc="114" dirty="0"/>
              <a:t> </a:t>
            </a:r>
            <a:r>
              <a:rPr dirty="0"/>
              <a:t>virtualization</a:t>
            </a:r>
            <a:r>
              <a:rPr spc="125" dirty="0"/>
              <a:t> </a:t>
            </a:r>
            <a:r>
              <a:rPr dirty="0"/>
              <a:t>is</a:t>
            </a:r>
            <a:r>
              <a:rPr spc="114" dirty="0"/>
              <a:t> </a:t>
            </a:r>
            <a:r>
              <a:rPr dirty="0"/>
              <a:t>technology</a:t>
            </a:r>
            <a:r>
              <a:rPr spc="125" dirty="0"/>
              <a:t> </a:t>
            </a:r>
            <a:r>
              <a:rPr dirty="0"/>
              <a:t>that</a:t>
            </a:r>
            <a:r>
              <a:rPr spc="114" dirty="0"/>
              <a:t> </a:t>
            </a:r>
            <a:r>
              <a:rPr dirty="0"/>
              <a:t>lets</a:t>
            </a:r>
            <a:r>
              <a:rPr spc="114" dirty="0"/>
              <a:t> </a:t>
            </a:r>
            <a:r>
              <a:rPr dirty="0"/>
              <a:t>users</a:t>
            </a:r>
            <a:r>
              <a:rPr spc="125" dirty="0"/>
              <a:t> </a:t>
            </a:r>
            <a:r>
              <a:rPr dirty="0"/>
              <a:t>simulate</a:t>
            </a:r>
            <a:r>
              <a:rPr spc="125" dirty="0"/>
              <a:t> </a:t>
            </a:r>
            <a:r>
              <a:rPr dirty="0"/>
              <a:t>a</a:t>
            </a:r>
            <a:r>
              <a:rPr spc="125" dirty="0"/>
              <a:t> </a:t>
            </a:r>
            <a:r>
              <a:rPr dirty="0"/>
              <a:t>workstation</a:t>
            </a:r>
            <a:r>
              <a:rPr spc="125" dirty="0"/>
              <a:t> </a:t>
            </a:r>
            <a:r>
              <a:rPr dirty="0"/>
              <a:t>load</a:t>
            </a:r>
            <a:r>
              <a:rPr spc="135" dirty="0"/>
              <a:t> </a:t>
            </a:r>
            <a:r>
              <a:rPr spc="-25" dirty="0"/>
              <a:t>to </a:t>
            </a:r>
            <a:r>
              <a:rPr dirty="0"/>
              <a:t>access</a:t>
            </a:r>
            <a:r>
              <a:rPr spc="260" dirty="0"/>
              <a:t> </a:t>
            </a:r>
            <a:r>
              <a:rPr dirty="0"/>
              <a:t>a</a:t>
            </a:r>
            <a:r>
              <a:rPr spc="250" dirty="0"/>
              <a:t> </a:t>
            </a:r>
            <a:r>
              <a:rPr dirty="0"/>
              <a:t>desktop</a:t>
            </a:r>
            <a:r>
              <a:rPr spc="265" dirty="0"/>
              <a:t> </a:t>
            </a:r>
            <a:r>
              <a:rPr dirty="0"/>
              <a:t>from</a:t>
            </a:r>
            <a:r>
              <a:rPr spc="250" dirty="0"/>
              <a:t> </a:t>
            </a:r>
            <a:r>
              <a:rPr dirty="0"/>
              <a:t>a</a:t>
            </a:r>
            <a:r>
              <a:rPr spc="260" dirty="0"/>
              <a:t> </a:t>
            </a:r>
            <a:r>
              <a:rPr dirty="0"/>
              <a:t>connected</a:t>
            </a:r>
            <a:r>
              <a:rPr spc="260" dirty="0"/>
              <a:t> </a:t>
            </a:r>
            <a:r>
              <a:rPr dirty="0"/>
              <a:t>device.</a:t>
            </a:r>
            <a:r>
              <a:rPr spc="254" dirty="0"/>
              <a:t> </a:t>
            </a:r>
            <a:r>
              <a:rPr dirty="0"/>
              <a:t>It</a:t>
            </a:r>
            <a:r>
              <a:rPr spc="245" dirty="0"/>
              <a:t> </a:t>
            </a:r>
            <a:r>
              <a:rPr dirty="0"/>
              <a:t>separates</a:t>
            </a:r>
            <a:r>
              <a:rPr spc="270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dirty="0"/>
              <a:t>desktop</a:t>
            </a:r>
            <a:r>
              <a:rPr spc="280" dirty="0"/>
              <a:t> </a:t>
            </a:r>
            <a:r>
              <a:rPr spc="-10" dirty="0"/>
              <a:t>environment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its</a:t>
            </a:r>
            <a:r>
              <a:rPr spc="-15" dirty="0"/>
              <a:t> </a:t>
            </a:r>
            <a:r>
              <a:rPr dirty="0"/>
              <a:t>applications</a:t>
            </a:r>
            <a:r>
              <a:rPr spc="-45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physical</a:t>
            </a:r>
            <a:r>
              <a:rPr spc="-30" dirty="0"/>
              <a:t> </a:t>
            </a:r>
            <a:r>
              <a:rPr dirty="0"/>
              <a:t>client</a:t>
            </a:r>
            <a:r>
              <a:rPr spc="-15" dirty="0"/>
              <a:t> </a:t>
            </a:r>
            <a:r>
              <a:rPr dirty="0"/>
              <a:t>device</a:t>
            </a:r>
            <a:r>
              <a:rPr spc="-30" dirty="0"/>
              <a:t> </a:t>
            </a:r>
            <a:r>
              <a:rPr dirty="0"/>
              <a:t>used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access</a:t>
            </a:r>
            <a:r>
              <a:rPr spc="-15" dirty="0"/>
              <a:t> </a:t>
            </a:r>
            <a:r>
              <a:rPr spc="-25" dirty="0"/>
              <a:t>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CAB5D-1625-2345-51D2-D0D443E3EA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417955">
              <a:lnSpc>
                <a:spcPct val="100000"/>
              </a:lnSpc>
              <a:spcBef>
                <a:spcPts val="100"/>
              </a:spcBef>
            </a:pPr>
            <a:r>
              <a:rPr dirty="0"/>
              <a:t>Storage</a:t>
            </a:r>
            <a:r>
              <a:rPr spc="-5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148837"/>
            <a:ext cx="848677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indent="-63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managed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storage system.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indent="-63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aren’t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aware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exactly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stored,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instead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function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worker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bees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hive.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sources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repository.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-63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pooling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storage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appears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pool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available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--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managed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central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console.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  technology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relies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 identify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from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aggregate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pool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traditional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 machines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3945E-FEF0-9883-2F3A-EC3D8E338E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417955">
              <a:lnSpc>
                <a:spcPct val="100000"/>
              </a:lnSpc>
              <a:spcBef>
                <a:spcPts val="100"/>
              </a:spcBef>
            </a:pPr>
            <a:r>
              <a:rPr dirty="0"/>
              <a:t>Server</a:t>
            </a:r>
            <a:r>
              <a:rPr spc="-11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Server</a:t>
            </a:r>
            <a:r>
              <a:rPr spc="440" dirty="0"/>
              <a:t> </a:t>
            </a:r>
            <a:r>
              <a:rPr dirty="0"/>
              <a:t>virtualization</a:t>
            </a:r>
            <a:r>
              <a:rPr spc="445" dirty="0"/>
              <a:t> </a:t>
            </a:r>
            <a:r>
              <a:rPr dirty="0"/>
              <a:t>is</a:t>
            </a:r>
            <a:r>
              <a:rPr spc="434" dirty="0"/>
              <a:t> </a:t>
            </a:r>
            <a:r>
              <a:rPr dirty="0"/>
              <a:t>the</a:t>
            </a:r>
            <a:r>
              <a:rPr spc="425" dirty="0"/>
              <a:t> </a:t>
            </a:r>
            <a:r>
              <a:rPr dirty="0"/>
              <a:t>process</a:t>
            </a:r>
            <a:r>
              <a:rPr spc="430" dirty="0"/>
              <a:t> </a:t>
            </a:r>
            <a:r>
              <a:rPr dirty="0"/>
              <a:t>of</a:t>
            </a:r>
            <a:r>
              <a:rPr spc="425" dirty="0"/>
              <a:t> </a:t>
            </a:r>
            <a:r>
              <a:rPr dirty="0"/>
              <a:t>dividing</a:t>
            </a:r>
            <a:r>
              <a:rPr spc="434" dirty="0"/>
              <a:t> </a:t>
            </a:r>
            <a:r>
              <a:rPr dirty="0"/>
              <a:t>a</a:t>
            </a:r>
            <a:r>
              <a:rPr spc="434" dirty="0"/>
              <a:t> </a:t>
            </a:r>
            <a:r>
              <a:rPr dirty="0"/>
              <a:t>physical</a:t>
            </a:r>
            <a:r>
              <a:rPr spc="425" dirty="0"/>
              <a:t> </a:t>
            </a:r>
            <a:r>
              <a:rPr dirty="0"/>
              <a:t>server</a:t>
            </a:r>
            <a:r>
              <a:rPr spc="450" dirty="0"/>
              <a:t> </a:t>
            </a:r>
            <a:r>
              <a:rPr dirty="0"/>
              <a:t>into</a:t>
            </a:r>
            <a:r>
              <a:rPr spc="430" dirty="0"/>
              <a:t> </a:t>
            </a:r>
            <a:r>
              <a:rPr spc="-10" dirty="0"/>
              <a:t>multiple </a:t>
            </a:r>
            <a:r>
              <a:rPr dirty="0"/>
              <a:t>unique</a:t>
            </a:r>
            <a:r>
              <a:rPr spc="-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isolated</a:t>
            </a:r>
            <a:r>
              <a:rPr spc="-10" dirty="0"/>
              <a:t> </a:t>
            </a:r>
            <a:r>
              <a:rPr dirty="0"/>
              <a:t>virtual</a:t>
            </a:r>
            <a:r>
              <a:rPr spc="-20" dirty="0"/>
              <a:t> </a:t>
            </a:r>
            <a:r>
              <a:rPr dirty="0"/>
              <a:t>servers</a:t>
            </a:r>
            <a:r>
              <a:rPr spc="-15" dirty="0"/>
              <a:t> </a:t>
            </a:r>
            <a:r>
              <a:rPr dirty="0"/>
              <a:t>by</a:t>
            </a:r>
            <a:r>
              <a:rPr spc="-10" dirty="0"/>
              <a:t> </a:t>
            </a:r>
            <a:r>
              <a:rPr dirty="0"/>
              <a:t>means</a:t>
            </a:r>
            <a:r>
              <a:rPr spc="-3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software application.</a:t>
            </a:r>
            <a:r>
              <a:rPr spc="-10" dirty="0"/>
              <a:t> </a:t>
            </a:r>
            <a:r>
              <a:rPr dirty="0"/>
              <a:t>Each</a:t>
            </a:r>
            <a:r>
              <a:rPr spc="-10" dirty="0"/>
              <a:t> virtual </a:t>
            </a:r>
            <a:r>
              <a:rPr dirty="0"/>
              <a:t>server</a:t>
            </a:r>
            <a:r>
              <a:rPr spc="-35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run</a:t>
            </a:r>
            <a:r>
              <a:rPr spc="-35" dirty="0"/>
              <a:t> </a:t>
            </a:r>
            <a:r>
              <a:rPr dirty="0"/>
              <a:t>its</a:t>
            </a:r>
            <a:r>
              <a:rPr spc="-20" dirty="0"/>
              <a:t> </a:t>
            </a:r>
            <a:r>
              <a:rPr dirty="0"/>
              <a:t>own</a:t>
            </a:r>
            <a:r>
              <a:rPr spc="-20" dirty="0"/>
              <a:t> </a:t>
            </a:r>
            <a:r>
              <a:rPr dirty="0"/>
              <a:t>operating</a:t>
            </a:r>
            <a:r>
              <a:rPr spc="-50" dirty="0"/>
              <a:t> </a:t>
            </a:r>
            <a:r>
              <a:rPr dirty="0"/>
              <a:t>systems</a:t>
            </a:r>
            <a:r>
              <a:rPr spc="-5" dirty="0"/>
              <a:t> </a:t>
            </a:r>
            <a:r>
              <a:rPr spc="-10" dirty="0"/>
              <a:t>independently.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algn="just">
              <a:lnSpc>
                <a:spcPct val="100000"/>
              </a:lnSpc>
            </a:pPr>
            <a:r>
              <a:rPr dirty="0"/>
              <a:t>This</a:t>
            </a:r>
            <a:r>
              <a:rPr spc="-3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kind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virtualization</a:t>
            </a:r>
            <a:r>
              <a:rPr spc="-4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which</a:t>
            </a:r>
            <a:r>
              <a:rPr spc="-20" dirty="0"/>
              <a:t> </a:t>
            </a:r>
            <a:r>
              <a:rPr dirty="0"/>
              <a:t>masking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server</a:t>
            </a:r>
            <a:r>
              <a:rPr spc="-30" dirty="0"/>
              <a:t> </a:t>
            </a:r>
            <a:r>
              <a:rPr dirty="0"/>
              <a:t>resources</a:t>
            </a:r>
            <a:r>
              <a:rPr spc="-50" dirty="0"/>
              <a:t> </a:t>
            </a:r>
            <a:r>
              <a:rPr dirty="0"/>
              <a:t>takes</a:t>
            </a:r>
            <a:r>
              <a:rPr spc="-20" dirty="0"/>
              <a:t> </a:t>
            </a:r>
            <a:r>
              <a:rPr spc="-10" dirty="0"/>
              <a:t>place.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Here,</a:t>
            </a:r>
            <a:r>
              <a:rPr spc="220" dirty="0"/>
              <a:t> </a:t>
            </a:r>
            <a:r>
              <a:rPr dirty="0"/>
              <a:t>the</a:t>
            </a:r>
            <a:r>
              <a:rPr spc="235" dirty="0"/>
              <a:t> </a:t>
            </a:r>
            <a:r>
              <a:rPr spc="-10" dirty="0"/>
              <a:t>central-</a:t>
            </a:r>
            <a:r>
              <a:rPr dirty="0"/>
              <a:t>server(physical</a:t>
            </a:r>
            <a:r>
              <a:rPr spc="229" dirty="0"/>
              <a:t> </a:t>
            </a:r>
            <a:r>
              <a:rPr dirty="0"/>
              <a:t>server)</a:t>
            </a:r>
            <a:r>
              <a:rPr spc="235" dirty="0"/>
              <a:t> </a:t>
            </a:r>
            <a:r>
              <a:rPr dirty="0"/>
              <a:t>is</a:t>
            </a:r>
            <a:r>
              <a:rPr spc="210" dirty="0"/>
              <a:t> </a:t>
            </a:r>
            <a:r>
              <a:rPr dirty="0"/>
              <a:t>divided</a:t>
            </a:r>
            <a:r>
              <a:rPr spc="229" dirty="0"/>
              <a:t> </a:t>
            </a:r>
            <a:r>
              <a:rPr dirty="0"/>
              <a:t>into</a:t>
            </a:r>
            <a:r>
              <a:rPr spc="240" dirty="0"/>
              <a:t> </a:t>
            </a:r>
            <a:r>
              <a:rPr dirty="0"/>
              <a:t>multiple</a:t>
            </a:r>
            <a:r>
              <a:rPr spc="215" dirty="0"/>
              <a:t> </a:t>
            </a:r>
            <a:r>
              <a:rPr dirty="0"/>
              <a:t>different</a:t>
            </a:r>
            <a:r>
              <a:rPr spc="225" dirty="0"/>
              <a:t> </a:t>
            </a:r>
            <a:r>
              <a:rPr spc="-10" dirty="0"/>
              <a:t>virtual </a:t>
            </a:r>
            <a:r>
              <a:rPr dirty="0"/>
              <a:t>servers</a:t>
            </a:r>
            <a:r>
              <a:rPr spc="130" dirty="0"/>
              <a:t> </a:t>
            </a:r>
            <a:r>
              <a:rPr dirty="0"/>
              <a:t>by</a:t>
            </a:r>
            <a:r>
              <a:rPr spc="120" dirty="0"/>
              <a:t> </a:t>
            </a:r>
            <a:r>
              <a:rPr dirty="0"/>
              <a:t>changing</a:t>
            </a:r>
            <a:r>
              <a:rPr spc="130" dirty="0"/>
              <a:t> </a:t>
            </a:r>
            <a:r>
              <a:rPr dirty="0"/>
              <a:t>the</a:t>
            </a:r>
            <a:r>
              <a:rPr spc="125" dirty="0"/>
              <a:t> </a:t>
            </a:r>
            <a:r>
              <a:rPr dirty="0"/>
              <a:t>identity</a:t>
            </a:r>
            <a:r>
              <a:rPr spc="130" dirty="0"/>
              <a:t> </a:t>
            </a:r>
            <a:r>
              <a:rPr dirty="0"/>
              <a:t>number,</a:t>
            </a:r>
            <a:r>
              <a:rPr spc="114" dirty="0"/>
              <a:t> </a:t>
            </a:r>
            <a:r>
              <a:rPr dirty="0"/>
              <a:t>processors.</a:t>
            </a:r>
            <a:r>
              <a:rPr spc="125" dirty="0"/>
              <a:t> </a:t>
            </a:r>
            <a:r>
              <a:rPr dirty="0"/>
              <a:t>So,</a:t>
            </a:r>
            <a:r>
              <a:rPr spc="135" dirty="0"/>
              <a:t> </a:t>
            </a:r>
            <a:r>
              <a:rPr dirty="0"/>
              <a:t>each</a:t>
            </a:r>
            <a:r>
              <a:rPr spc="125" dirty="0"/>
              <a:t> </a:t>
            </a:r>
            <a:r>
              <a:rPr dirty="0"/>
              <a:t>system</a:t>
            </a:r>
            <a:r>
              <a:rPr spc="114" dirty="0"/>
              <a:t> </a:t>
            </a:r>
            <a:r>
              <a:rPr dirty="0"/>
              <a:t>can</a:t>
            </a:r>
            <a:r>
              <a:rPr spc="130" dirty="0"/>
              <a:t> </a:t>
            </a:r>
            <a:r>
              <a:rPr spc="-10" dirty="0"/>
              <a:t>operate </a:t>
            </a:r>
            <a:r>
              <a:rPr dirty="0"/>
              <a:t>its</a:t>
            </a:r>
            <a:r>
              <a:rPr spc="-25" dirty="0"/>
              <a:t> </a:t>
            </a:r>
            <a:r>
              <a:rPr dirty="0"/>
              <a:t>own</a:t>
            </a:r>
            <a:r>
              <a:rPr spc="-25" dirty="0"/>
              <a:t> </a:t>
            </a:r>
            <a:r>
              <a:rPr dirty="0"/>
              <a:t>operating</a:t>
            </a:r>
            <a:r>
              <a:rPr spc="-45" dirty="0"/>
              <a:t> </a:t>
            </a:r>
            <a:r>
              <a:rPr dirty="0"/>
              <a:t>systems</a:t>
            </a:r>
            <a:r>
              <a:rPr spc="-1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isolate</a:t>
            </a:r>
            <a:r>
              <a:rPr spc="-40" dirty="0"/>
              <a:t> </a:t>
            </a:r>
            <a:r>
              <a:rPr spc="-10" dirty="0"/>
              <a:t>manner.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pc="-10" dirty="0"/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Where  each</a:t>
            </a:r>
            <a:r>
              <a:rPr spc="5" dirty="0"/>
              <a:t>  </a:t>
            </a:r>
            <a:r>
              <a:rPr spc="-10" dirty="0"/>
              <a:t>sub-</a:t>
            </a:r>
            <a:r>
              <a:rPr dirty="0"/>
              <a:t>server</a:t>
            </a:r>
            <a:r>
              <a:rPr spc="5" dirty="0"/>
              <a:t>  </a:t>
            </a:r>
            <a:r>
              <a:rPr dirty="0"/>
              <a:t>knows</a:t>
            </a:r>
            <a:r>
              <a:rPr spc="5" dirty="0"/>
              <a:t>  </a:t>
            </a:r>
            <a:r>
              <a:rPr dirty="0"/>
              <a:t>the</a:t>
            </a:r>
            <a:r>
              <a:rPr spc="5" dirty="0"/>
              <a:t>  </a:t>
            </a:r>
            <a:r>
              <a:rPr dirty="0"/>
              <a:t>identity</a:t>
            </a:r>
            <a:r>
              <a:rPr spc="5" dirty="0"/>
              <a:t>  </a:t>
            </a:r>
            <a:r>
              <a:rPr dirty="0"/>
              <a:t>of</a:t>
            </a:r>
            <a:r>
              <a:rPr spc="5" dirty="0"/>
              <a:t>  </a:t>
            </a:r>
            <a:r>
              <a:rPr dirty="0"/>
              <a:t>the</a:t>
            </a:r>
            <a:r>
              <a:rPr spc="5" dirty="0"/>
              <a:t>  </a:t>
            </a:r>
            <a:r>
              <a:rPr dirty="0"/>
              <a:t>central  server.  It</a:t>
            </a:r>
            <a:r>
              <a:rPr spc="5" dirty="0"/>
              <a:t>  </a:t>
            </a:r>
            <a:r>
              <a:rPr dirty="0"/>
              <a:t>causes</a:t>
            </a:r>
            <a:r>
              <a:rPr spc="10" dirty="0"/>
              <a:t>  </a:t>
            </a:r>
            <a:r>
              <a:rPr spc="-25" dirty="0"/>
              <a:t>an </a:t>
            </a:r>
            <a:r>
              <a:rPr dirty="0"/>
              <a:t>increase</a:t>
            </a:r>
            <a:r>
              <a:rPr spc="160" dirty="0"/>
              <a:t> </a:t>
            </a:r>
            <a:r>
              <a:rPr dirty="0"/>
              <a:t>in</a:t>
            </a:r>
            <a:r>
              <a:rPr spc="180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dirty="0"/>
              <a:t>performance</a:t>
            </a:r>
            <a:r>
              <a:rPr spc="165" dirty="0"/>
              <a:t> </a:t>
            </a:r>
            <a:r>
              <a:rPr dirty="0"/>
              <a:t>and</a:t>
            </a:r>
            <a:r>
              <a:rPr spc="160" dirty="0"/>
              <a:t> </a:t>
            </a:r>
            <a:r>
              <a:rPr dirty="0"/>
              <a:t>reduces</a:t>
            </a:r>
            <a:r>
              <a:rPr spc="175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dirty="0"/>
              <a:t>operating</a:t>
            </a:r>
            <a:r>
              <a:rPr spc="175" dirty="0"/>
              <a:t> </a:t>
            </a:r>
            <a:r>
              <a:rPr dirty="0"/>
              <a:t>cost</a:t>
            </a:r>
            <a:r>
              <a:rPr spc="150" dirty="0"/>
              <a:t> </a:t>
            </a:r>
            <a:r>
              <a:rPr dirty="0"/>
              <a:t>by</a:t>
            </a:r>
            <a:r>
              <a:rPr spc="170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dirty="0"/>
              <a:t>deployment</a:t>
            </a:r>
            <a:r>
              <a:rPr spc="175" dirty="0"/>
              <a:t> </a:t>
            </a:r>
            <a:r>
              <a:rPr spc="-25" dirty="0"/>
              <a:t>of </a:t>
            </a:r>
            <a:r>
              <a:rPr dirty="0"/>
              <a:t>main</a:t>
            </a:r>
            <a:r>
              <a:rPr spc="160" dirty="0"/>
              <a:t>  </a:t>
            </a:r>
            <a:r>
              <a:rPr dirty="0"/>
              <a:t>server</a:t>
            </a:r>
            <a:r>
              <a:rPr spc="155" dirty="0"/>
              <a:t>  </a:t>
            </a:r>
            <a:r>
              <a:rPr dirty="0"/>
              <a:t>resources</a:t>
            </a:r>
            <a:r>
              <a:rPr spc="155" dirty="0"/>
              <a:t>  </a:t>
            </a:r>
            <a:r>
              <a:rPr dirty="0"/>
              <a:t>into</a:t>
            </a:r>
            <a:r>
              <a:rPr spc="160" dirty="0"/>
              <a:t>  </a:t>
            </a:r>
            <a:r>
              <a:rPr dirty="0"/>
              <a:t>a</a:t>
            </a:r>
            <a:r>
              <a:rPr spc="155" dirty="0"/>
              <a:t>  </a:t>
            </a:r>
            <a:r>
              <a:rPr spc="-10" dirty="0"/>
              <a:t>sub-</a:t>
            </a:r>
            <a:r>
              <a:rPr dirty="0"/>
              <a:t>server</a:t>
            </a:r>
            <a:r>
              <a:rPr spc="150" dirty="0"/>
              <a:t>  </a:t>
            </a:r>
            <a:r>
              <a:rPr dirty="0"/>
              <a:t>resource.</a:t>
            </a:r>
            <a:r>
              <a:rPr spc="160" dirty="0"/>
              <a:t>  </a:t>
            </a:r>
            <a:r>
              <a:rPr dirty="0"/>
              <a:t>It’s</a:t>
            </a:r>
            <a:r>
              <a:rPr spc="155" dirty="0"/>
              <a:t>  </a:t>
            </a:r>
            <a:r>
              <a:rPr dirty="0"/>
              <a:t>beneficial</a:t>
            </a:r>
            <a:r>
              <a:rPr spc="150" dirty="0"/>
              <a:t>  </a:t>
            </a:r>
            <a:r>
              <a:rPr dirty="0"/>
              <a:t>in</a:t>
            </a:r>
            <a:r>
              <a:rPr spc="160" dirty="0"/>
              <a:t>  </a:t>
            </a:r>
            <a:r>
              <a:rPr spc="-10" dirty="0"/>
              <a:t>virtual </a:t>
            </a:r>
            <a:r>
              <a:rPr dirty="0"/>
              <a:t>migration,</a:t>
            </a:r>
            <a:r>
              <a:rPr spc="-45" dirty="0"/>
              <a:t> </a:t>
            </a:r>
            <a:r>
              <a:rPr dirty="0"/>
              <a:t>reduce</a:t>
            </a:r>
            <a:r>
              <a:rPr spc="-30" dirty="0"/>
              <a:t> </a:t>
            </a:r>
            <a:r>
              <a:rPr dirty="0"/>
              <a:t>energy</a:t>
            </a:r>
            <a:r>
              <a:rPr spc="-40" dirty="0"/>
              <a:t> </a:t>
            </a:r>
            <a:r>
              <a:rPr dirty="0"/>
              <a:t>consumption,</a:t>
            </a:r>
            <a:r>
              <a:rPr spc="-55" dirty="0"/>
              <a:t> </a:t>
            </a:r>
            <a:r>
              <a:rPr dirty="0"/>
              <a:t>reduce</a:t>
            </a:r>
            <a:r>
              <a:rPr spc="-25" dirty="0"/>
              <a:t> </a:t>
            </a:r>
            <a:r>
              <a:rPr dirty="0"/>
              <a:t>infrastructural</a:t>
            </a:r>
            <a:r>
              <a:rPr spc="-50" dirty="0"/>
              <a:t> </a:t>
            </a:r>
            <a:r>
              <a:rPr dirty="0"/>
              <a:t>cost,</a:t>
            </a:r>
            <a:r>
              <a:rPr spc="-30" dirty="0"/>
              <a:t> </a:t>
            </a:r>
            <a:r>
              <a:rPr spc="-25" dirty="0"/>
              <a:t>etc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762E-D441-9FB0-03BA-5FDF621BAE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141795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7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This</a:t>
            </a:r>
            <a:r>
              <a:rPr spc="475" dirty="0"/>
              <a:t> </a:t>
            </a:r>
            <a:r>
              <a:rPr dirty="0"/>
              <a:t>is</a:t>
            </a:r>
            <a:r>
              <a:rPr spc="480" dirty="0"/>
              <a:t> </a:t>
            </a:r>
            <a:r>
              <a:rPr dirty="0"/>
              <a:t>the</a:t>
            </a:r>
            <a:r>
              <a:rPr spc="459" dirty="0"/>
              <a:t> </a:t>
            </a:r>
            <a:r>
              <a:rPr dirty="0"/>
              <a:t>kind</a:t>
            </a:r>
            <a:r>
              <a:rPr spc="480" dirty="0"/>
              <a:t> </a:t>
            </a:r>
            <a:r>
              <a:rPr dirty="0"/>
              <a:t>of</a:t>
            </a:r>
            <a:r>
              <a:rPr spc="484" dirty="0"/>
              <a:t> </a:t>
            </a:r>
            <a:r>
              <a:rPr dirty="0"/>
              <a:t>virtualization</a:t>
            </a:r>
            <a:r>
              <a:rPr spc="480" dirty="0"/>
              <a:t> </a:t>
            </a:r>
            <a:r>
              <a:rPr dirty="0"/>
              <a:t>in</a:t>
            </a:r>
            <a:r>
              <a:rPr spc="475" dirty="0"/>
              <a:t> </a:t>
            </a:r>
            <a:r>
              <a:rPr dirty="0"/>
              <a:t>which</a:t>
            </a:r>
            <a:r>
              <a:rPr spc="480" dirty="0"/>
              <a:t> </a:t>
            </a:r>
            <a:r>
              <a:rPr dirty="0"/>
              <a:t>the</a:t>
            </a:r>
            <a:r>
              <a:rPr spc="465" dirty="0"/>
              <a:t> </a:t>
            </a:r>
            <a:r>
              <a:rPr dirty="0"/>
              <a:t>data</a:t>
            </a:r>
            <a:r>
              <a:rPr spc="480" dirty="0"/>
              <a:t> </a:t>
            </a:r>
            <a:r>
              <a:rPr dirty="0"/>
              <a:t>is</a:t>
            </a:r>
            <a:r>
              <a:rPr spc="459" dirty="0"/>
              <a:t> </a:t>
            </a:r>
            <a:r>
              <a:rPr dirty="0"/>
              <a:t>collected</a:t>
            </a:r>
            <a:r>
              <a:rPr spc="475" dirty="0"/>
              <a:t> </a:t>
            </a:r>
            <a:r>
              <a:rPr dirty="0"/>
              <a:t>from</a:t>
            </a:r>
            <a:r>
              <a:rPr spc="455" dirty="0"/>
              <a:t> </a:t>
            </a:r>
            <a:r>
              <a:rPr spc="-10" dirty="0"/>
              <a:t>various </a:t>
            </a:r>
            <a:r>
              <a:rPr dirty="0"/>
              <a:t>sources</a:t>
            </a:r>
            <a:r>
              <a:rPr spc="495" dirty="0"/>
              <a:t> </a:t>
            </a:r>
            <a:r>
              <a:rPr dirty="0"/>
              <a:t>and</a:t>
            </a:r>
            <a:r>
              <a:rPr spc="490" dirty="0"/>
              <a:t> </a:t>
            </a:r>
            <a:r>
              <a:rPr dirty="0"/>
              <a:t>managed</a:t>
            </a:r>
            <a:r>
              <a:rPr spc="495" dirty="0"/>
              <a:t> </a:t>
            </a:r>
            <a:r>
              <a:rPr dirty="0"/>
              <a:t>that</a:t>
            </a:r>
            <a:r>
              <a:rPr spc="490" dirty="0"/>
              <a:t> </a:t>
            </a:r>
            <a:r>
              <a:rPr dirty="0"/>
              <a:t>at  a</a:t>
            </a:r>
            <a:r>
              <a:rPr spc="490" dirty="0"/>
              <a:t> </a:t>
            </a:r>
            <a:r>
              <a:rPr dirty="0"/>
              <a:t>single</a:t>
            </a:r>
            <a:r>
              <a:rPr spc="490" dirty="0"/>
              <a:t> </a:t>
            </a:r>
            <a:r>
              <a:rPr dirty="0"/>
              <a:t>place  without</a:t>
            </a:r>
            <a:r>
              <a:rPr spc="484" dirty="0"/>
              <a:t> </a:t>
            </a:r>
            <a:r>
              <a:rPr dirty="0"/>
              <a:t>knowing  more</a:t>
            </a:r>
            <a:r>
              <a:rPr spc="480" dirty="0"/>
              <a:t> </a:t>
            </a:r>
            <a:r>
              <a:rPr dirty="0"/>
              <a:t>about</a:t>
            </a:r>
            <a:r>
              <a:rPr spc="495" dirty="0"/>
              <a:t> </a:t>
            </a:r>
            <a:r>
              <a:rPr spc="-25" dirty="0"/>
              <a:t>the </a:t>
            </a:r>
            <a:r>
              <a:rPr dirty="0"/>
              <a:t>technical</a:t>
            </a:r>
            <a:r>
              <a:rPr spc="65" dirty="0"/>
              <a:t> </a:t>
            </a:r>
            <a:r>
              <a:rPr dirty="0"/>
              <a:t>information</a:t>
            </a:r>
            <a:r>
              <a:rPr spc="80" dirty="0"/>
              <a:t> </a:t>
            </a:r>
            <a:r>
              <a:rPr dirty="0"/>
              <a:t>like</a:t>
            </a:r>
            <a:r>
              <a:rPr spc="75" dirty="0"/>
              <a:t> </a:t>
            </a:r>
            <a:r>
              <a:rPr dirty="0"/>
              <a:t>how</a:t>
            </a:r>
            <a:r>
              <a:rPr spc="75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collected,</a:t>
            </a:r>
            <a:r>
              <a:rPr spc="60" dirty="0"/>
              <a:t> </a:t>
            </a:r>
            <a:r>
              <a:rPr dirty="0"/>
              <a:t>stored</a:t>
            </a:r>
            <a:r>
              <a:rPr spc="70" dirty="0"/>
              <a:t> </a:t>
            </a:r>
            <a:r>
              <a:rPr dirty="0"/>
              <a:t>&amp;</a:t>
            </a:r>
            <a:r>
              <a:rPr spc="60" dirty="0"/>
              <a:t> </a:t>
            </a:r>
            <a:r>
              <a:rPr dirty="0"/>
              <a:t>formatted</a:t>
            </a:r>
            <a:r>
              <a:rPr spc="75" dirty="0"/>
              <a:t> </a:t>
            </a:r>
            <a:r>
              <a:rPr dirty="0"/>
              <a:t>then</a:t>
            </a:r>
            <a:r>
              <a:rPr spc="70" dirty="0"/>
              <a:t> </a:t>
            </a:r>
            <a:r>
              <a:rPr spc="-10" dirty="0"/>
              <a:t>arranged </a:t>
            </a:r>
            <a:r>
              <a:rPr dirty="0"/>
              <a:t>that</a:t>
            </a:r>
            <a:r>
              <a:rPr spc="110" dirty="0"/>
              <a:t> </a:t>
            </a:r>
            <a:r>
              <a:rPr dirty="0"/>
              <a:t>data</a:t>
            </a:r>
            <a:r>
              <a:rPr spc="125" dirty="0"/>
              <a:t> </a:t>
            </a:r>
            <a:r>
              <a:rPr dirty="0"/>
              <a:t>logically</a:t>
            </a:r>
            <a:r>
              <a:rPr spc="120" dirty="0"/>
              <a:t> </a:t>
            </a:r>
            <a:r>
              <a:rPr dirty="0"/>
              <a:t>so</a:t>
            </a:r>
            <a:r>
              <a:rPr spc="130" dirty="0"/>
              <a:t> </a:t>
            </a:r>
            <a:r>
              <a:rPr dirty="0"/>
              <a:t>that</a:t>
            </a:r>
            <a:r>
              <a:rPr spc="120" dirty="0"/>
              <a:t> </a:t>
            </a:r>
            <a:r>
              <a:rPr dirty="0"/>
              <a:t>its</a:t>
            </a:r>
            <a:r>
              <a:rPr spc="120" dirty="0"/>
              <a:t> </a:t>
            </a:r>
            <a:r>
              <a:rPr dirty="0"/>
              <a:t>virtual</a:t>
            </a:r>
            <a:r>
              <a:rPr spc="110" dirty="0"/>
              <a:t> </a:t>
            </a:r>
            <a:r>
              <a:rPr dirty="0"/>
              <a:t>view</a:t>
            </a:r>
            <a:r>
              <a:rPr spc="125" dirty="0"/>
              <a:t> </a:t>
            </a:r>
            <a:r>
              <a:rPr dirty="0"/>
              <a:t>can</a:t>
            </a:r>
            <a:r>
              <a:rPr spc="125" dirty="0"/>
              <a:t> </a:t>
            </a:r>
            <a:r>
              <a:rPr dirty="0"/>
              <a:t>be</a:t>
            </a:r>
            <a:r>
              <a:rPr spc="110" dirty="0"/>
              <a:t> </a:t>
            </a:r>
            <a:r>
              <a:rPr dirty="0"/>
              <a:t>accessed</a:t>
            </a:r>
            <a:r>
              <a:rPr spc="114" dirty="0"/>
              <a:t> </a:t>
            </a:r>
            <a:r>
              <a:rPr dirty="0"/>
              <a:t>by</a:t>
            </a:r>
            <a:r>
              <a:rPr spc="125" dirty="0"/>
              <a:t> </a:t>
            </a:r>
            <a:r>
              <a:rPr dirty="0"/>
              <a:t>its</a:t>
            </a:r>
            <a:r>
              <a:rPr spc="130" dirty="0"/>
              <a:t> </a:t>
            </a:r>
            <a:r>
              <a:rPr dirty="0"/>
              <a:t>interested</a:t>
            </a:r>
            <a:r>
              <a:rPr spc="120" dirty="0"/>
              <a:t> </a:t>
            </a:r>
            <a:r>
              <a:rPr spc="-10" dirty="0"/>
              <a:t>people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stakeholders,</a:t>
            </a:r>
            <a:r>
              <a:rPr spc="-4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users</a:t>
            </a:r>
            <a:r>
              <a:rPr spc="-15" dirty="0"/>
              <a:t> </a:t>
            </a:r>
            <a:r>
              <a:rPr dirty="0"/>
              <a:t>through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various</a:t>
            </a:r>
            <a:r>
              <a:rPr spc="-40" dirty="0"/>
              <a:t> </a:t>
            </a:r>
            <a:r>
              <a:rPr dirty="0"/>
              <a:t>cloud</a:t>
            </a:r>
            <a:r>
              <a:rPr spc="-25" dirty="0"/>
              <a:t> </a:t>
            </a:r>
            <a:r>
              <a:rPr dirty="0"/>
              <a:t>services</a:t>
            </a:r>
            <a:r>
              <a:rPr spc="-35" dirty="0"/>
              <a:t> </a:t>
            </a:r>
            <a:r>
              <a:rPr spc="-10" dirty="0"/>
              <a:t>remotely.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Many</a:t>
            </a:r>
            <a:r>
              <a:rPr spc="220" dirty="0"/>
              <a:t> </a:t>
            </a:r>
            <a:r>
              <a:rPr dirty="0"/>
              <a:t>big</a:t>
            </a:r>
            <a:r>
              <a:rPr spc="229" dirty="0"/>
              <a:t> </a:t>
            </a:r>
            <a:r>
              <a:rPr dirty="0"/>
              <a:t>giant</a:t>
            </a:r>
            <a:r>
              <a:rPr spc="225" dirty="0"/>
              <a:t> </a:t>
            </a:r>
            <a:r>
              <a:rPr dirty="0"/>
              <a:t>companies</a:t>
            </a:r>
            <a:r>
              <a:rPr spc="229" dirty="0"/>
              <a:t> </a:t>
            </a:r>
            <a:r>
              <a:rPr dirty="0"/>
              <a:t>are</a:t>
            </a:r>
            <a:r>
              <a:rPr spc="220" dirty="0"/>
              <a:t> </a:t>
            </a:r>
            <a:r>
              <a:rPr dirty="0"/>
              <a:t>providing</a:t>
            </a:r>
            <a:r>
              <a:rPr spc="235" dirty="0"/>
              <a:t> </a:t>
            </a:r>
            <a:r>
              <a:rPr dirty="0"/>
              <a:t>their</a:t>
            </a:r>
            <a:r>
              <a:rPr spc="235" dirty="0"/>
              <a:t> </a:t>
            </a:r>
            <a:r>
              <a:rPr dirty="0"/>
              <a:t>services</a:t>
            </a:r>
            <a:r>
              <a:rPr spc="229" dirty="0"/>
              <a:t> </a:t>
            </a:r>
            <a:r>
              <a:rPr dirty="0"/>
              <a:t>like</a:t>
            </a:r>
            <a:r>
              <a:rPr spc="220" dirty="0"/>
              <a:t> </a:t>
            </a:r>
            <a:r>
              <a:rPr dirty="0"/>
              <a:t>Oracle,</a:t>
            </a:r>
            <a:r>
              <a:rPr spc="229" dirty="0"/>
              <a:t> </a:t>
            </a:r>
            <a:r>
              <a:rPr dirty="0"/>
              <a:t>IBM,</a:t>
            </a:r>
            <a:r>
              <a:rPr spc="225" dirty="0"/>
              <a:t> </a:t>
            </a:r>
            <a:r>
              <a:rPr spc="-10" dirty="0"/>
              <a:t>Cdata,</a:t>
            </a:r>
          </a:p>
          <a:p>
            <a:pPr marL="12700">
              <a:lnSpc>
                <a:spcPct val="100000"/>
              </a:lnSpc>
            </a:pPr>
            <a:r>
              <a:rPr spc="-20" dirty="0"/>
              <a:t>etc.</a:t>
            </a:r>
          </a:p>
          <a:p>
            <a:pPr marL="12700" marR="2492375" indent="63500">
              <a:lnSpc>
                <a:spcPts val="4800"/>
              </a:lnSpc>
              <a:spcBef>
                <a:spcPts val="560"/>
              </a:spcBef>
            </a:pPr>
            <a:r>
              <a:rPr dirty="0"/>
              <a:t>It</a:t>
            </a:r>
            <a:r>
              <a:rPr spc="-30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used</a:t>
            </a:r>
            <a:r>
              <a:rPr spc="-2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performing</a:t>
            </a:r>
            <a:r>
              <a:rPr spc="-20" dirty="0"/>
              <a:t> </a:t>
            </a:r>
            <a:r>
              <a:rPr dirty="0"/>
              <a:t>various</a:t>
            </a:r>
            <a:r>
              <a:rPr spc="-45" dirty="0"/>
              <a:t> </a:t>
            </a:r>
            <a:r>
              <a:rPr dirty="0"/>
              <a:t>kind</a:t>
            </a:r>
            <a:r>
              <a:rPr spc="-3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tasks</a:t>
            </a:r>
            <a:r>
              <a:rPr spc="-35" dirty="0"/>
              <a:t> </a:t>
            </a:r>
            <a:r>
              <a:rPr dirty="0"/>
              <a:t>such</a:t>
            </a:r>
            <a:r>
              <a:rPr spc="-15" dirty="0"/>
              <a:t> </a:t>
            </a:r>
            <a:r>
              <a:rPr spc="-25" dirty="0"/>
              <a:t>as: </a:t>
            </a:r>
            <a:r>
              <a:rPr spc="-10" dirty="0"/>
              <a:t>Data-integration</a:t>
            </a:r>
          </a:p>
          <a:p>
            <a:pPr marL="12700">
              <a:lnSpc>
                <a:spcPts val="1845"/>
              </a:lnSpc>
            </a:pPr>
            <a:r>
              <a:rPr dirty="0"/>
              <a:t>Business-</a:t>
            </a:r>
            <a:r>
              <a:rPr spc="-10" dirty="0"/>
              <a:t>integration</a:t>
            </a:r>
          </a:p>
          <a:p>
            <a:pPr marL="12700" marR="4138929">
              <a:lnSpc>
                <a:spcPct val="100000"/>
              </a:lnSpc>
            </a:pPr>
            <a:r>
              <a:rPr spc="-10" dirty="0"/>
              <a:t>Service-</a:t>
            </a:r>
            <a:r>
              <a:rPr dirty="0"/>
              <a:t>oriented</a:t>
            </a:r>
            <a:r>
              <a:rPr spc="5" dirty="0"/>
              <a:t> </a:t>
            </a:r>
            <a:r>
              <a:rPr dirty="0"/>
              <a:t>architecture</a:t>
            </a:r>
            <a:r>
              <a:rPr spc="10" dirty="0"/>
              <a:t> </a:t>
            </a:r>
            <a:r>
              <a:rPr spc="-10" dirty="0"/>
              <a:t>data-services </a:t>
            </a:r>
            <a:r>
              <a:rPr dirty="0"/>
              <a:t>Searching</a:t>
            </a:r>
            <a:r>
              <a:rPr spc="-65" dirty="0"/>
              <a:t> </a:t>
            </a:r>
            <a:r>
              <a:rPr dirty="0"/>
              <a:t>organizational</a:t>
            </a:r>
            <a:r>
              <a:rPr spc="-65" dirty="0"/>
              <a:t> </a:t>
            </a:r>
            <a:r>
              <a:rPr spc="-20" dirty="0"/>
              <a:t>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81D23-0BCC-5351-2BF0-E346D2825D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Modern</a:t>
            </a:r>
            <a:r>
              <a:rPr spc="-9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932802"/>
            <a:ext cx="8341359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modern</a:t>
            </a:r>
            <a:r>
              <a:rPr sz="2000" spc="17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17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come</a:t>
            </a:r>
            <a:r>
              <a:rPr sz="2000" spc="17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together</a:t>
            </a:r>
            <a:r>
              <a:rPr sz="2000" spc="175" dirty="0">
                <a:latin typeface="Times New Roman"/>
                <a:cs typeface="Times New Roman"/>
              </a:rPr>
              <a:t>  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associated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modern world.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Virtual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Compute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talk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virtualized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“brain”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Hypervisor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10" dirty="0">
                <a:latin typeface="Times New Roman"/>
                <a:cs typeface="Times New Roman"/>
              </a:rPr>
              <a:t>software,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see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own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CPUs,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passes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their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CPUs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47BF-CAF4-E55E-851E-3684DEE61A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Modern</a:t>
            </a:r>
            <a:r>
              <a:rPr spc="-9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932802"/>
            <a:ext cx="834199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benefits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Virtual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immense.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(often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creating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more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CPUs),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spend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far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idle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non-</a:t>
            </a:r>
            <a:r>
              <a:rPr sz="2000" dirty="0">
                <a:latin typeface="Times New Roman"/>
                <a:cs typeface="Times New Roman"/>
              </a:rPr>
              <a:t>virtualized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architecture,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cycles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(and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therefore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electricity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resources)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 wasted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  a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modern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tilt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9E940-580B-7269-A122-384481078A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Modern</a:t>
            </a:r>
            <a:r>
              <a:rPr spc="-9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932802"/>
            <a:ext cx="834263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Virtual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Storage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beginning,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drives.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Later,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RAID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(Redundant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Independent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Disks).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RAID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allowed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combine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reliability.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Later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still,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RAID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arrays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live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moved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into </a:t>
            </a:r>
            <a:r>
              <a:rPr sz="2000" dirty="0">
                <a:latin typeface="Times New Roman"/>
                <a:cs typeface="Times New Roman"/>
              </a:rPr>
              <a:t>specialized,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could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specialized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high-</a:t>
            </a:r>
            <a:r>
              <a:rPr sz="2000" dirty="0">
                <a:latin typeface="Times New Roman"/>
                <a:cs typeface="Times New Roman"/>
              </a:rPr>
              <a:t>speed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(Storage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Area </a:t>
            </a:r>
            <a:r>
              <a:rPr sz="2000" spc="-10" dirty="0">
                <a:latin typeface="Times New Roman"/>
                <a:cs typeface="Times New Roman"/>
              </a:rPr>
              <a:t>Network).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storage.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years,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trend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been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away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individual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devices, </a:t>
            </a:r>
            <a:r>
              <a:rPr sz="2000" dirty="0">
                <a:latin typeface="Times New Roman"/>
                <a:cs typeface="Times New Roman"/>
              </a:rPr>
              <a:t>consolidate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them,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distribute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them.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have </a:t>
            </a:r>
            <a:r>
              <a:rPr sz="2000" dirty="0">
                <a:latin typeface="Times New Roman"/>
                <a:cs typeface="Times New Roman"/>
              </a:rPr>
              <a:t>gotten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better,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faster,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become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same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A012-CDA4-92DE-1D3A-6551C7E547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2" y="4532501"/>
            <a:ext cx="81972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RAID,</a:t>
            </a:r>
            <a:r>
              <a:rPr sz="2400" b="1" i="1" spc="19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“Redundant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Arrays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i="1" spc="19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Independent</a:t>
            </a:r>
            <a:r>
              <a:rPr sz="2400" b="1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Disks”</a:t>
            </a:r>
            <a:r>
              <a:rPr sz="2400" b="1" i="1" spc="19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technique</a:t>
            </a:r>
            <a:r>
              <a:rPr sz="2400" b="1" i="1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which</a:t>
            </a:r>
            <a:r>
              <a:rPr sz="2400" b="1" i="1" spc="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makes</a:t>
            </a:r>
            <a:r>
              <a:rPr sz="2400" b="1" i="1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400" b="1" i="1" spc="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i="1" spc="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i="1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combination</a:t>
            </a:r>
            <a:r>
              <a:rPr sz="2400" b="1" i="1" spc="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i="1" spc="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multiple</a:t>
            </a:r>
            <a:r>
              <a:rPr sz="2400" b="1" i="1" spc="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disks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instead</a:t>
            </a:r>
            <a:r>
              <a:rPr sz="2400" b="1" i="1" spc="3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i="1" spc="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400" b="1" i="1" spc="3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i="1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single</a:t>
            </a:r>
            <a:r>
              <a:rPr sz="2400" b="1" i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disk</a:t>
            </a:r>
            <a:r>
              <a:rPr sz="2400" b="1" i="1" spc="3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400" b="1" i="1" spc="3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increased</a:t>
            </a:r>
            <a:r>
              <a:rPr sz="2400" b="1" i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performance,</a:t>
            </a:r>
            <a:r>
              <a:rPr sz="2400" b="1" i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redundancy</a:t>
            </a:r>
            <a:r>
              <a:rPr sz="2400" b="1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4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both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758" y="403859"/>
            <a:ext cx="4372952" cy="6172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5474" y="1694979"/>
            <a:ext cx="4279265" cy="2426335"/>
            <a:chOff x="2575474" y="1694979"/>
            <a:chExt cx="4279265" cy="2426335"/>
          </a:xfrm>
        </p:grpSpPr>
        <p:sp>
          <p:nvSpPr>
            <p:cNvPr id="5" name="object 5"/>
            <p:cNvSpPr/>
            <p:nvPr/>
          </p:nvSpPr>
          <p:spPr>
            <a:xfrm>
              <a:off x="2588174" y="1707679"/>
              <a:ext cx="4253865" cy="2089150"/>
            </a:xfrm>
            <a:custGeom>
              <a:avLst/>
              <a:gdLst/>
              <a:ahLst/>
              <a:cxnLst/>
              <a:rect l="l" t="t" r="r" b="b"/>
              <a:pathLst>
                <a:path w="4253865" h="2089150">
                  <a:moveTo>
                    <a:pt x="2584737" y="0"/>
                  </a:moveTo>
                  <a:lnTo>
                    <a:pt x="2533979" y="2954"/>
                  </a:lnTo>
                  <a:lnTo>
                    <a:pt x="2484297" y="9870"/>
                  </a:lnTo>
                  <a:lnTo>
                    <a:pt x="2436233" y="20626"/>
                  </a:lnTo>
                  <a:lnTo>
                    <a:pt x="2390326" y="35104"/>
                  </a:lnTo>
                  <a:lnTo>
                    <a:pt x="2347117" y="53182"/>
                  </a:lnTo>
                  <a:lnTo>
                    <a:pt x="2307145" y="74741"/>
                  </a:lnTo>
                  <a:lnTo>
                    <a:pt x="2270951" y="99660"/>
                  </a:lnTo>
                  <a:lnTo>
                    <a:pt x="2239076" y="127819"/>
                  </a:lnTo>
                  <a:lnTo>
                    <a:pt x="2212059" y="159098"/>
                  </a:lnTo>
                  <a:lnTo>
                    <a:pt x="2184068" y="141882"/>
                  </a:lnTo>
                  <a:lnTo>
                    <a:pt x="2122965" y="111851"/>
                  </a:lnTo>
                  <a:lnTo>
                    <a:pt x="2041515" y="83891"/>
                  </a:lnTo>
                  <a:lnTo>
                    <a:pt x="1991801" y="72226"/>
                  </a:lnTo>
                  <a:lnTo>
                    <a:pt x="1941353" y="64075"/>
                  </a:lnTo>
                  <a:lnTo>
                    <a:pt x="1890528" y="59364"/>
                  </a:lnTo>
                  <a:lnTo>
                    <a:pt x="1839682" y="58021"/>
                  </a:lnTo>
                  <a:lnTo>
                    <a:pt x="1789172" y="59972"/>
                  </a:lnTo>
                  <a:lnTo>
                    <a:pt x="1739354" y="65144"/>
                  </a:lnTo>
                  <a:lnTo>
                    <a:pt x="1690585" y="73465"/>
                  </a:lnTo>
                  <a:lnTo>
                    <a:pt x="1643221" y="84860"/>
                  </a:lnTo>
                  <a:lnTo>
                    <a:pt x="1597618" y="99256"/>
                  </a:lnTo>
                  <a:lnTo>
                    <a:pt x="1554134" y="116581"/>
                  </a:lnTo>
                  <a:lnTo>
                    <a:pt x="1513124" y="136760"/>
                  </a:lnTo>
                  <a:lnTo>
                    <a:pt x="1474946" y="159722"/>
                  </a:lnTo>
                  <a:lnTo>
                    <a:pt x="1439955" y="185392"/>
                  </a:lnTo>
                  <a:lnTo>
                    <a:pt x="1408508" y="213697"/>
                  </a:lnTo>
                  <a:lnTo>
                    <a:pt x="1380961" y="244564"/>
                  </a:lnTo>
                  <a:lnTo>
                    <a:pt x="1337445" y="228928"/>
                  </a:lnTo>
                  <a:lnTo>
                    <a:pt x="1292534" y="215565"/>
                  </a:lnTo>
                  <a:lnTo>
                    <a:pt x="1246425" y="204499"/>
                  </a:lnTo>
                  <a:lnTo>
                    <a:pt x="1199315" y="195752"/>
                  </a:lnTo>
                  <a:lnTo>
                    <a:pt x="1151401" y="189350"/>
                  </a:lnTo>
                  <a:lnTo>
                    <a:pt x="1102880" y="185316"/>
                  </a:lnTo>
                  <a:lnTo>
                    <a:pt x="1053948" y="183673"/>
                  </a:lnTo>
                  <a:lnTo>
                    <a:pt x="1004804" y="184446"/>
                  </a:lnTo>
                  <a:lnTo>
                    <a:pt x="955643" y="187658"/>
                  </a:lnTo>
                  <a:lnTo>
                    <a:pt x="899204" y="194453"/>
                  </a:lnTo>
                  <a:lnTo>
                    <a:pt x="844742" y="204266"/>
                  </a:lnTo>
                  <a:lnTo>
                    <a:pt x="792430" y="216948"/>
                  </a:lnTo>
                  <a:lnTo>
                    <a:pt x="742437" y="232348"/>
                  </a:lnTo>
                  <a:lnTo>
                    <a:pt x="694935" y="250317"/>
                  </a:lnTo>
                  <a:lnTo>
                    <a:pt x="650094" y="270705"/>
                  </a:lnTo>
                  <a:lnTo>
                    <a:pt x="608087" y="293363"/>
                  </a:lnTo>
                  <a:lnTo>
                    <a:pt x="569083" y="318141"/>
                  </a:lnTo>
                  <a:lnTo>
                    <a:pt x="533254" y="344889"/>
                  </a:lnTo>
                  <a:lnTo>
                    <a:pt x="500771" y="373458"/>
                  </a:lnTo>
                  <a:lnTo>
                    <a:pt x="471804" y="403698"/>
                  </a:lnTo>
                  <a:lnTo>
                    <a:pt x="446525" y="435459"/>
                  </a:lnTo>
                  <a:lnTo>
                    <a:pt x="425104" y="468591"/>
                  </a:lnTo>
                  <a:lnTo>
                    <a:pt x="407713" y="502945"/>
                  </a:lnTo>
                  <a:lnTo>
                    <a:pt x="385703" y="574720"/>
                  </a:lnTo>
                  <a:lnTo>
                    <a:pt x="381427" y="611842"/>
                  </a:lnTo>
                  <a:lnTo>
                    <a:pt x="381864" y="649586"/>
                  </a:lnTo>
                  <a:lnTo>
                    <a:pt x="387185" y="687804"/>
                  </a:lnTo>
                  <a:lnTo>
                    <a:pt x="383625" y="694266"/>
                  </a:lnTo>
                  <a:lnTo>
                    <a:pt x="326568" y="700865"/>
                  </a:lnTo>
                  <a:lnTo>
                    <a:pt x="271976" y="712426"/>
                  </a:lnTo>
                  <a:lnTo>
                    <a:pt x="220496" y="728671"/>
                  </a:lnTo>
                  <a:lnTo>
                    <a:pt x="172775" y="749318"/>
                  </a:lnTo>
                  <a:lnTo>
                    <a:pt x="129459" y="774088"/>
                  </a:lnTo>
                  <a:lnTo>
                    <a:pt x="91196" y="802698"/>
                  </a:lnTo>
                  <a:lnTo>
                    <a:pt x="58632" y="834870"/>
                  </a:lnTo>
                  <a:lnTo>
                    <a:pt x="32699" y="869857"/>
                  </a:lnTo>
                  <a:lnTo>
                    <a:pt x="14404" y="906001"/>
                  </a:lnTo>
                  <a:lnTo>
                    <a:pt x="3565" y="942834"/>
                  </a:lnTo>
                  <a:lnTo>
                    <a:pt x="0" y="979887"/>
                  </a:lnTo>
                  <a:lnTo>
                    <a:pt x="3525" y="1016693"/>
                  </a:lnTo>
                  <a:lnTo>
                    <a:pt x="31118" y="1087689"/>
                  </a:lnTo>
                  <a:lnTo>
                    <a:pt x="54820" y="1120942"/>
                  </a:lnTo>
                  <a:lnTo>
                    <a:pt x="84884" y="1152074"/>
                  </a:lnTo>
                  <a:lnTo>
                    <a:pt x="121125" y="1180617"/>
                  </a:lnTo>
                  <a:lnTo>
                    <a:pt x="163363" y="1206103"/>
                  </a:lnTo>
                  <a:lnTo>
                    <a:pt x="211413" y="1228062"/>
                  </a:lnTo>
                  <a:lnTo>
                    <a:pt x="172093" y="1260546"/>
                  </a:lnTo>
                  <a:lnTo>
                    <a:pt x="140574" y="1296130"/>
                  </a:lnTo>
                  <a:lnTo>
                    <a:pt x="117163" y="1334186"/>
                  </a:lnTo>
                  <a:lnTo>
                    <a:pt x="102166" y="1374086"/>
                  </a:lnTo>
                  <a:lnTo>
                    <a:pt x="95888" y="1415202"/>
                  </a:lnTo>
                  <a:lnTo>
                    <a:pt x="98637" y="1456906"/>
                  </a:lnTo>
                  <a:lnTo>
                    <a:pt x="123938" y="1525867"/>
                  </a:lnTo>
                  <a:lnTo>
                    <a:pt x="145353" y="1557379"/>
                  </a:lnTo>
                  <a:lnTo>
                    <a:pt x="172016" y="1586600"/>
                  </a:lnTo>
                  <a:lnTo>
                    <a:pt x="203481" y="1613294"/>
                  </a:lnTo>
                  <a:lnTo>
                    <a:pt x="239302" y="1637227"/>
                  </a:lnTo>
                  <a:lnTo>
                    <a:pt x="279033" y="1658164"/>
                  </a:lnTo>
                  <a:lnTo>
                    <a:pt x="322226" y="1675870"/>
                  </a:lnTo>
                  <a:lnTo>
                    <a:pt x="368436" y="1690111"/>
                  </a:lnTo>
                  <a:lnTo>
                    <a:pt x="417217" y="1700652"/>
                  </a:lnTo>
                  <a:lnTo>
                    <a:pt x="468123" y="1707258"/>
                  </a:lnTo>
                  <a:lnTo>
                    <a:pt x="520706" y="1709694"/>
                  </a:lnTo>
                  <a:lnTo>
                    <a:pt x="574521" y="1707726"/>
                  </a:lnTo>
                  <a:lnTo>
                    <a:pt x="582507" y="1716870"/>
                  </a:lnTo>
                  <a:lnTo>
                    <a:pt x="612077" y="1747414"/>
                  </a:lnTo>
                  <a:lnTo>
                    <a:pt x="644312" y="1776076"/>
                  </a:lnTo>
                  <a:lnTo>
                    <a:pt x="679034" y="1802826"/>
                  </a:lnTo>
                  <a:lnTo>
                    <a:pt x="716067" y="1827636"/>
                  </a:lnTo>
                  <a:lnTo>
                    <a:pt x="755236" y="1850475"/>
                  </a:lnTo>
                  <a:lnTo>
                    <a:pt x="796363" y="1871315"/>
                  </a:lnTo>
                  <a:lnTo>
                    <a:pt x="839273" y="1890125"/>
                  </a:lnTo>
                  <a:lnTo>
                    <a:pt x="883789" y="1906877"/>
                  </a:lnTo>
                  <a:lnTo>
                    <a:pt x="929736" y="1921541"/>
                  </a:lnTo>
                  <a:lnTo>
                    <a:pt x="976936" y="1934087"/>
                  </a:lnTo>
                  <a:lnTo>
                    <a:pt x="1025213" y="1944487"/>
                  </a:lnTo>
                  <a:lnTo>
                    <a:pt x="1074392" y="1952710"/>
                  </a:lnTo>
                  <a:lnTo>
                    <a:pt x="1124295" y="1958728"/>
                  </a:lnTo>
                  <a:lnTo>
                    <a:pt x="1174746" y="1962511"/>
                  </a:lnTo>
                  <a:lnTo>
                    <a:pt x="1225570" y="1964029"/>
                  </a:lnTo>
                  <a:lnTo>
                    <a:pt x="1276590" y="1963253"/>
                  </a:lnTo>
                  <a:lnTo>
                    <a:pt x="1327630" y="1960154"/>
                  </a:lnTo>
                  <a:lnTo>
                    <a:pt x="1378512" y="1954703"/>
                  </a:lnTo>
                  <a:lnTo>
                    <a:pt x="1429062" y="1946869"/>
                  </a:lnTo>
                  <a:lnTo>
                    <a:pt x="1479102" y="1936624"/>
                  </a:lnTo>
                  <a:lnTo>
                    <a:pt x="1528457" y="1923937"/>
                  </a:lnTo>
                  <a:lnTo>
                    <a:pt x="1576950" y="1908781"/>
                  </a:lnTo>
                  <a:lnTo>
                    <a:pt x="1624405" y="1891124"/>
                  </a:lnTo>
                  <a:lnTo>
                    <a:pt x="1658325" y="1922186"/>
                  </a:lnTo>
                  <a:lnTo>
                    <a:pt x="1695907" y="1951006"/>
                  </a:lnTo>
                  <a:lnTo>
                    <a:pt x="1736894" y="1977462"/>
                  </a:lnTo>
                  <a:lnTo>
                    <a:pt x="1781030" y="2001427"/>
                  </a:lnTo>
                  <a:lnTo>
                    <a:pt x="1828060" y="2022780"/>
                  </a:lnTo>
                  <a:lnTo>
                    <a:pt x="1877727" y="2041396"/>
                  </a:lnTo>
                  <a:lnTo>
                    <a:pt x="1929774" y="2057150"/>
                  </a:lnTo>
                  <a:lnTo>
                    <a:pt x="1983947" y="2069920"/>
                  </a:lnTo>
                  <a:lnTo>
                    <a:pt x="2036715" y="2079089"/>
                  </a:lnTo>
                  <a:lnTo>
                    <a:pt x="2089564" y="2085270"/>
                  </a:lnTo>
                  <a:lnTo>
                    <a:pt x="2142282" y="2088537"/>
                  </a:lnTo>
                  <a:lnTo>
                    <a:pt x="2194656" y="2088969"/>
                  </a:lnTo>
                  <a:lnTo>
                    <a:pt x="2246472" y="2086641"/>
                  </a:lnTo>
                  <a:lnTo>
                    <a:pt x="2297517" y="2081631"/>
                  </a:lnTo>
                  <a:lnTo>
                    <a:pt x="2347578" y="2074014"/>
                  </a:lnTo>
                  <a:lnTo>
                    <a:pt x="2396443" y="2063867"/>
                  </a:lnTo>
                  <a:lnTo>
                    <a:pt x="2443897" y="2051266"/>
                  </a:lnTo>
                  <a:lnTo>
                    <a:pt x="2489728" y="2036289"/>
                  </a:lnTo>
                  <a:lnTo>
                    <a:pt x="2533723" y="2019011"/>
                  </a:lnTo>
                  <a:lnTo>
                    <a:pt x="2575668" y="1999510"/>
                  </a:lnTo>
                  <a:lnTo>
                    <a:pt x="2615351" y="1977861"/>
                  </a:lnTo>
                  <a:lnTo>
                    <a:pt x="2652558" y="1954141"/>
                  </a:lnTo>
                  <a:lnTo>
                    <a:pt x="2687076" y="1928426"/>
                  </a:lnTo>
                  <a:lnTo>
                    <a:pt x="2718692" y="1900794"/>
                  </a:lnTo>
                  <a:lnTo>
                    <a:pt x="2747194" y="1871321"/>
                  </a:lnTo>
                  <a:lnTo>
                    <a:pt x="2772366" y="1840083"/>
                  </a:lnTo>
                  <a:lnTo>
                    <a:pt x="2793998" y="1807156"/>
                  </a:lnTo>
                  <a:lnTo>
                    <a:pt x="2811875" y="1772618"/>
                  </a:lnTo>
                  <a:lnTo>
                    <a:pt x="2857521" y="1789776"/>
                  </a:lnTo>
                  <a:lnTo>
                    <a:pt x="2905102" y="1803994"/>
                  </a:lnTo>
                  <a:lnTo>
                    <a:pt x="2954312" y="1815214"/>
                  </a:lnTo>
                  <a:lnTo>
                    <a:pt x="3004845" y="1823375"/>
                  </a:lnTo>
                  <a:lnTo>
                    <a:pt x="3056396" y="1828419"/>
                  </a:lnTo>
                  <a:lnTo>
                    <a:pt x="3108659" y="1830286"/>
                  </a:lnTo>
                  <a:lnTo>
                    <a:pt x="3166852" y="1828649"/>
                  </a:lnTo>
                  <a:lnTo>
                    <a:pt x="3223408" y="1823202"/>
                  </a:lnTo>
                  <a:lnTo>
                    <a:pt x="3278039" y="1814135"/>
                  </a:lnTo>
                  <a:lnTo>
                    <a:pt x="3330457" y="1801637"/>
                  </a:lnTo>
                  <a:lnTo>
                    <a:pt x="3380374" y="1785898"/>
                  </a:lnTo>
                  <a:lnTo>
                    <a:pt x="3427502" y="1767107"/>
                  </a:lnTo>
                  <a:lnTo>
                    <a:pt x="3471553" y="1745454"/>
                  </a:lnTo>
                  <a:lnTo>
                    <a:pt x="3512241" y="1721130"/>
                  </a:lnTo>
                  <a:lnTo>
                    <a:pt x="3549276" y="1694323"/>
                  </a:lnTo>
                  <a:lnTo>
                    <a:pt x="3582371" y="1665223"/>
                  </a:lnTo>
                  <a:lnTo>
                    <a:pt x="3611238" y="1634020"/>
                  </a:lnTo>
                  <a:lnTo>
                    <a:pt x="3635589" y="1600903"/>
                  </a:lnTo>
                  <a:lnTo>
                    <a:pt x="3655137" y="1566063"/>
                  </a:lnTo>
                  <a:lnTo>
                    <a:pt x="3669593" y="1529689"/>
                  </a:lnTo>
                  <a:lnTo>
                    <a:pt x="3678670" y="1491970"/>
                  </a:lnTo>
                  <a:lnTo>
                    <a:pt x="3682079" y="1453096"/>
                  </a:lnTo>
                  <a:lnTo>
                    <a:pt x="3738229" y="1446094"/>
                  </a:lnTo>
                  <a:lnTo>
                    <a:pt x="3793070" y="1435934"/>
                  </a:lnTo>
                  <a:lnTo>
                    <a:pt x="3846317" y="1422696"/>
                  </a:lnTo>
                  <a:lnTo>
                    <a:pt x="3897681" y="1406464"/>
                  </a:lnTo>
                  <a:lnTo>
                    <a:pt x="3946876" y="1387319"/>
                  </a:lnTo>
                  <a:lnTo>
                    <a:pt x="3993615" y="1365344"/>
                  </a:lnTo>
                  <a:lnTo>
                    <a:pt x="4040055" y="1339200"/>
                  </a:lnTo>
                  <a:lnTo>
                    <a:pt x="4082062" y="1310870"/>
                  </a:lnTo>
                  <a:lnTo>
                    <a:pt x="4119595" y="1280576"/>
                  </a:lnTo>
                  <a:lnTo>
                    <a:pt x="4152609" y="1248538"/>
                  </a:lnTo>
                  <a:lnTo>
                    <a:pt x="4181062" y="1214976"/>
                  </a:lnTo>
                  <a:lnTo>
                    <a:pt x="4204909" y="1180112"/>
                  </a:lnTo>
                  <a:lnTo>
                    <a:pt x="4224109" y="1144165"/>
                  </a:lnTo>
                  <a:lnTo>
                    <a:pt x="4238617" y="1107356"/>
                  </a:lnTo>
                  <a:lnTo>
                    <a:pt x="4248390" y="1069905"/>
                  </a:lnTo>
                  <a:lnTo>
                    <a:pt x="4253385" y="1032034"/>
                  </a:lnTo>
                  <a:lnTo>
                    <a:pt x="4253559" y="993963"/>
                  </a:lnTo>
                  <a:lnTo>
                    <a:pt x="4248868" y="955912"/>
                  </a:lnTo>
                  <a:lnTo>
                    <a:pt x="4239270" y="918102"/>
                  </a:lnTo>
                  <a:lnTo>
                    <a:pt x="4224720" y="880753"/>
                  </a:lnTo>
                  <a:lnTo>
                    <a:pt x="4205176" y="844086"/>
                  </a:lnTo>
                  <a:lnTo>
                    <a:pt x="4180594" y="808322"/>
                  </a:lnTo>
                  <a:lnTo>
                    <a:pt x="4150932" y="773680"/>
                  </a:lnTo>
                  <a:lnTo>
                    <a:pt x="4116145" y="740382"/>
                  </a:lnTo>
                  <a:lnTo>
                    <a:pt x="4123084" y="729066"/>
                  </a:lnTo>
                  <a:lnTo>
                    <a:pt x="4140285" y="694266"/>
                  </a:lnTo>
                  <a:lnTo>
                    <a:pt x="4152326" y="656765"/>
                  </a:lnTo>
                  <a:lnTo>
                    <a:pt x="4158167" y="619369"/>
                  </a:lnTo>
                  <a:lnTo>
                    <a:pt x="4158032" y="582341"/>
                  </a:lnTo>
                  <a:lnTo>
                    <a:pt x="4140733" y="510447"/>
                  </a:lnTo>
                  <a:lnTo>
                    <a:pt x="4124018" y="476107"/>
                  </a:lnTo>
                  <a:lnTo>
                    <a:pt x="4102225" y="443191"/>
                  </a:lnTo>
                  <a:lnTo>
                    <a:pt x="4075578" y="411961"/>
                  </a:lnTo>
                  <a:lnTo>
                    <a:pt x="4044302" y="382682"/>
                  </a:lnTo>
                  <a:lnTo>
                    <a:pt x="4008620" y="355617"/>
                  </a:lnTo>
                  <a:lnTo>
                    <a:pt x="3968759" y="331030"/>
                  </a:lnTo>
                  <a:lnTo>
                    <a:pt x="3924941" y="309184"/>
                  </a:lnTo>
                  <a:lnTo>
                    <a:pt x="3877392" y="290343"/>
                  </a:lnTo>
                  <a:lnTo>
                    <a:pt x="3826335" y="274771"/>
                  </a:lnTo>
                  <a:lnTo>
                    <a:pt x="3771995" y="262730"/>
                  </a:lnTo>
                  <a:lnTo>
                    <a:pt x="3755779" y="219900"/>
                  </a:lnTo>
                  <a:lnTo>
                    <a:pt x="3731071" y="179266"/>
                  </a:lnTo>
                  <a:lnTo>
                    <a:pt x="3698341" y="141378"/>
                  </a:lnTo>
                  <a:lnTo>
                    <a:pt x="3658059" y="106786"/>
                  </a:lnTo>
                  <a:lnTo>
                    <a:pt x="3610695" y="76040"/>
                  </a:lnTo>
                  <a:lnTo>
                    <a:pt x="3569192" y="54991"/>
                  </a:lnTo>
                  <a:lnTo>
                    <a:pt x="3525425" y="37400"/>
                  </a:lnTo>
                  <a:lnTo>
                    <a:pt x="3479804" y="23245"/>
                  </a:lnTo>
                  <a:lnTo>
                    <a:pt x="3432741" y="12503"/>
                  </a:lnTo>
                  <a:lnTo>
                    <a:pt x="3384647" y="5151"/>
                  </a:lnTo>
                  <a:lnTo>
                    <a:pt x="3335934" y="1165"/>
                  </a:lnTo>
                  <a:lnTo>
                    <a:pt x="3287012" y="523"/>
                  </a:lnTo>
                  <a:lnTo>
                    <a:pt x="3238294" y="3201"/>
                  </a:lnTo>
                  <a:lnTo>
                    <a:pt x="3190189" y="9176"/>
                  </a:lnTo>
                  <a:lnTo>
                    <a:pt x="3143109" y="18426"/>
                  </a:lnTo>
                  <a:lnTo>
                    <a:pt x="3097466" y="30927"/>
                  </a:lnTo>
                  <a:lnTo>
                    <a:pt x="3053671" y="46657"/>
                  </a:lnTo>
                  <a:lnTo>
                    <a:pt x="3012134" y="65591"/>
                  </a:lnTo>
                  <a:lnTo>
                    <a:pt x="2973268" y="87707"/>
                  </a:lnTo>
                  <a:lnTo>
                    <a:pt x="2937483" y="112982"/>
                  </a:lnTo>
                  <a:lnTo>
                    <a:pt x="2905573" y="88058"/>
                  </a:lnTo>
                  <a:lnTo>
                    <a:pt x="2869741" y="65818"/>
                  </a:lnTo>
                  <a:lnTo>
                    <a:pt x="2830344" y="46464"/>
                  </a:lnTo>
                  <a:lnTo>
                    <a:pt x="2787735" y="30198"/>
                  </a:lnTo>
                  <a:lnTo>
                    <a:pt x="2738071" y="16106"/>
                  </a:lnTo>
                  <a:lnTo>
                    <a:pt x="2687324" y="6455"/>
                  </a:lnTo>
                  <a:lnTo>
                    <a:pt x="2636032" y="1127"/>
                  </a:lnTo>
                  <a:lnTo>
                    <a:pt x="2584737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4279" y="3861185"/>
              <a:ext cx="232044" cy="2468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20789" y="3634343"/>
              <a:ext cx="348615" cy="348615"/>
            </a:xfrm>
            <a:custGeom>
              <a:avLst/>
              <a:gdLst/>
              <a:ahLst/>
              <a:cxnLst/>
              <a:rect l="l" t="t" r="r" b="b"/>
              <a:pathLst>
                <a:path w="348614" h="348614">
                  <a:moveTo>
                    <a:pt x="174132" y="0"/>
                  </a:moveTo>
                  <a:lnTo>
                    <a:pt x="127853" y="6213"/>
                  </a:lnTo>
                  <a:lnTo>
                    <a:pt x="86260" y="23750"/>
                  </a:lnTo>
                  <a:lnTo>
                    <a:pt x="51015" y="50954"/>
                  </a:lnTo>
                  <a:lnTo>
                    <a:pt x="23782" y="86170"/>
                  </a:lnTo>
                  <a:lnTo>
                    <a:pt x="6222" y="127740"/>
                  </a:lnTo>
                  <a:lnTo>
                    <a:pt x="0" y="174010"/>
                  </a:lnTo>
                  <a:lnTo>
                    <a:pt x="6222" y="220278"/>
                  </a:lnTo>
                  <a:lnTo>
                    <a:pt x="23782" y="261844"/>
                  </a:lnTo>
                  <a:lnTo>
                    <a:pt x="51015" y="297055"/>
                  </a:lnTo>
                  <a:lnTo>
                    <a:pt x="86260" y="324254"/>
                  </a:lnTo>
                  <a:lnTo>
                    <a:pt x="127853" y="341787"/>
                  </a:lnTo>
                  <a:lnTo>
                    <a:pt x="174132" y="347999"/>
                  </a:lnTo>
                  <a:lnTo>
                    <a:pt x="220357" y="341787"/>
                  </a:lnTo>
                  <a:lnTo>
                    <a:pt x="261910" y="324254"/>
                  </a:lnTo>
                  <a:lnTo>
                    <a:pt x="297126" y="297055"/>
                  </a:lnTo>
                  <a:lnTo>
                    <a:pt x="324342" y="261844"/>
                  </a:lnTo>
                  <a:lnTo>
                    <a:pt x="341892" y="220278"/>
                  </a:lnTo>
                  <a:lnTo>
                    <a:pt x="348112" y="174010"/>
                  </a:lnTo>
                  <a:lnTo>
                    <a:pt x="341892" y="127740"/>
                  </a:lnTo>
                  <a:lnTo>
                    <a:pt x="324342" y="86170"/>
                  </a:lnTo>
                  <a:lnTo>
                    <a:pt x="297126" y="50954"/>
                  </a:lnTo>
                  <a:lnTo>
                    <a:pt x="261910" y="23750"/>
                  </a:lnTo>
                  <a:lnTo>
                    <a:pt x="220357" y="6213"/>
                  </a:lnTo>
                  <a:lnTo>
                    <a:pt x="174132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8174" y="1707679"/>
              <a:ext cx="4253865" cy="2089150"/>
            </a:xfrm>
            <a:custGeom>
              <a:avLst/>
              <a:gdLst/>
              <a:ahLst/>
              <a:cxnLst/>
              <a:rect l="l" t="t" r="r" b="b"/>
              <a:pathLst>
                <a:path w="4253865" h="2089150">
                  <a:moveTo>
                    <a:pt x="387185" y="687804"/>
                  </a:moveTo>
                  <a:lnTo>
                    <a:pt x="381864" y="649586"/>
                  </a:lnTo>
                  <a:lnTo>
                    <a:pt x="381427" y="611842"/>
                  </a:lnTo>
                  <a:lnTo>
                    <a:pt x="385703" y="574720"/>
                  </a:lnTo>
                  <a:lnTo>
                    <a:pt x="407713" y="502945"/>
                  </a:lnTo>
                  <a:lnTo>
                    <a:pt x="425104" y="468591"/>
                  </a:lnTo>
                  <a:lnTo>
                    <a:pt x="446525" y="435459"/>
                  </a:lnTo>
                  <a:lnTo>
                    <a:pt x="471804" y="403698"/>
                  </a:lnTo>
                  <a:lnTo>
                    <a:pt x="500771" y="373458"/>
                  </a:lnTo>
                  <a:lnTo>
                    <a:pt x="533254" y="344889"/>
                  </a:lnTo>
                  <a:lnTo>
                    <a:pt x="569083" y="318141"/>
                  </a:lnTo>
                  <a:lnTo>
                    <a:pt x="608087" y="293363"/>
                  </a:lnTo>
                  <a:lnTo>
                    <a:pt x="650094" y="270705"/>
                  </a:lnTo>
                  <a:lnTo>
                    <a:pt x="694935" y="250317"/>
                  </a:lnTo>
                  <a:lnTo>
                    <a:pt x="742437" y="232348"/>
                  </a:lnTo>
                  <a:lnTo>
                    <a:pt x="792430" y="216948"/>
                  </a:lnTo>
                  <a:lnTo>
                    <a:pt x="844742" y="204266"/>
                  </a:lnTo>
                  <a:lnTo>
                    <a:pt x="899204" y="194453"/>
                  </a:lnTo>
                  <a:lnTo>
                    <a:pt x="955643" y="187658"/>
                  </a:lnTo>
                  <a:lnTo>
                    <a:pt x="1004804" y="184446"/>
                  </a:lnTo>
                  <a:lnTo>
                    <a:pt x="1053948" y="183673"/>
                  </a:lnTo>
                  <a:lnTo>
                    <a:pt x="1102880" y="185316"/>
                  </a:lnTo>
                  <a:lnTo>
                    <a:pt x="1151401" y="189350"/>
                  </a:lnTo>
                  <a:lnTo>
                    <a:pt x="1199315" y="195752"/>
                  </a:lnTo>
                  <a:lnTo>
                    <a:pt x="1246425" y="204499"/>
                  </a:lnTo>
                  <a:lnTo>
                    <a:pt x="1292534" y="215565"/>
                  </a:lnTo>
                  <a:lnTo>
                    <a:pt x="1337445" y="228928"/>
                  </a:lnTo>
                  <a:lnTo>
                    <a:pt x="1380961" y="244564"/>
                  </a:lnTo>
                  <a:lnTo>
                    <a:pt x="1408508" y="213697"/>
                  </a:lnTo>
                  <a:lnTo>
                    <a:pt x="1439955" y="185392"/>
                  </a:lnTo>
                  <a:lnTo>
                    <a:pt x="1474946" y="159722"/>
                  </a:lnTo>
                  <a:lnTo>
                    <a:pt x="1513124" y="136760"/>
                  </a:lnTo>
                  <a:lnTo>
                    <a:pt x="1554134" y="116581"/>
                  </a:lnTo>
                  <a:lnTo>
                    <a:pt x="1597618" y="99256"/>
                  </a:lnTo>
                  <a:lnTo>
                    <a:pt x="1643221" y="84860"/>
                  </a:lnTo>
                  <a:lnTo>
                    <a:pt x="1690585" y="73465"/>
                  </a:lnTo>
                  <a:lnTo>
                    <a:pt x="1739354" y="65144"/>
                  </a:lnTo>
                  <a:lnTo>
                    <a:pt x="1789172" y="59972"/>
                  </a:lnTo>
                  <a:lnTo>
                    <a:pt x="1839682" y="58021"/>
                  </a:lnTo>
                  <a:lnTo>
                    <a:pt x="1890528" y="59364"/>
                  </a:lnTo>
                  <a:lnTo>
                    <a:pt x="1941353" y="64075"/>
                  </a:lnTo>
                  <a:lnTo>
                    <a:pt x="1991801" y="72226"/>
                  </a:lnTo>
                  <a:lnTo>
                    <a:pt x="2041515" y="83891"/>
                  </a:lnTo>
                  <a:lnTo>
                    <a:pt x="2090139" y="99144"/>
                  </a:lnTo>
                  <a:lnTo>
                    <a:pt x="2154323" y="126115"/>
                  </a:lnTo>
                  <a:lnTo>
                    <a:pt x="2212059" y="159098"/>
                  </a:lnTo>
                  <a:lnTo>
                    <a:pt x="2239076" y="127819"/>
                  </a:lnTo>
                  <a:lnTo>
                    <a:pt x="2270951" y="99660"/>
                  </a:lnTo>
                  <a:lnTo>
                    <a:pt x="2307145" y="74741"/>
                  </a:lnTo>
                  <a:lnTo>
                    <a:pt x="2347117" y="53182"/>
                  </a:lnTo>
                  <a:lnTo>
                    <a:pt x="2390326" y="35104"/>
                  </a:lnTo>
                  <a:lnTo>
                    <a:pt x="2436233" y="20626"/>
                  </a:lnTo>
                  <a:lnTo>
                    <a:pt x="2484297" y="9870"/>
                  </a:lnTo>
                  <a:lnTo>
                    <a:pt x="2533979" y="2954"/>
                  </a:lnTo>
                  <a:lnTo>
                    <a:pt x="2584737" y="0"/>
                  </a:lnTo>
                  <a:lnTo>
                    <a:pt x="2636032" y="1127"/>
                  </a:lnTo>
                  <a:lnTo>
                    <a:pt x="2687324" y="6455"/>
                  </a:lnTo>
                  <a:lnTo>
                    <a:pt x="2738071" y="16106"/>
                  </a:lnTo>
                  <a:lnTo>
                    <a:pt x="2787735" y="30198"/>
                  </a:lnTo>
                  <a:lnTo>
                    <a:pt x="2830344" y="46464"/>
                  </a:lnTo>
                  <a:lnTo>
                    <a:pt x="2869741" y="65818"/>
                  </a:lnTo>
                  <a:lnTo>
                    <a:pt x="2905573" y="88058"/>
                  </a:lnTo>
                  <a:lnTo>
                    <a:pt x="2937483" y="112982"/>
                  </a:lnTo>
                  <a:lnTo>
                    <a:pt x="2973268" y="87707"/>
                  </a:lnTo>
                  <a:lnTo>
                    <a:pt x="3012134" y="65591"/>
                  </a:lnTo>
                  <a:lnTo>
                    <a:pt x="3053671" y="46657"/>
                  </a:lnTo>
                  <a:lnTo>
                    <a:pt x="3097466" y="30927"/>
                  </a:lnTo>
                  <a:lnTo>
                    <a:pt x="3143109" y="18426"/>
                  </a:lnTo>
                  <a:lnTo>
                    <a:pt x="3190189" y="9176"/>
                  </a:lnTo>
                  <a:lnTo>
                    <a:pt x="3238294" y="3201"/>
                  </a:lnTo>
                  <a:lnTo>
                    <a:pt x="3287012" y="523"/>
                  </a:lnTo>
                  <a:lnTo>
                    <a:pt x="3335934" y="1165"/>
                  </a:lnTo>
                  <a:lnTo>
                    <a:pt x="3384647" y="5151"/>
                  </a:lnTo>
                  <a:lnTo>
                    <a:pt x="3432741" y="12503"/>
                  </a:lnTo>
                  <a:lnTo>
                    <a:pt x="3479804" y="23245"/>
                  </a:lnTo>
                  <a:lnTo>
                    <a:pt x="3525425" y="37400"/>
                  </a:lnTo>
                  <a:lnTo>
                    <a:pt x="3569192" y="54991"/>
                  </a:lnTo>
                  <a:lnTo>
                    <a:pt x="3610695" y="76040"/>
                  </a:lnTo>
                  <a:lnTo>
                    <a:pt x="3658059" y="106786"/>
                  </a:lnTo>
                  <a:lnTo>
                    <a:pt x="3698341" y="141378"/>
                  </a:lnTo>
                  <a:lnTo>
                    <a:pt x="3731071" y="179266"/>
                  </a:lnTo>
                  <a:lnTo>
                    <a:pt x="3755779" y="219900"/>
                  </a:lnTo>
                  <a:lnTo>
                    <a:pt x="3771995" y="262730"/>
                  </a:lnTo>
                  <a:lnTo>
                    <a:pt x="3826335" y="274771"/>
                  </a:lnTo>
                  <a:lnTo>
                    <a:pt x="3877392" y="290343"/>
                  </a:lnTo>
                  <a:lnTo>
                    <a:pt x="3924941" y="309184"/>
                  </a:lnTo>
                  <a:lnTo>
                    <a:pt x="3968759" y="331030"/>
                  </a:lnTo>
                  <a:lnTo>
                    <a:pt x="4008620" y="355617"/>
                  </a:lnTo>
                  <a:lnTo>
                    <a:pt x="4044302" y="382682"/>
                  </a:lnTo>
                  <a:lnTo>
                    <a:pt x="4075578" y="411961"/>
                  </a:lnTo>
                  <a:lnTo>
                    <a:pt x="4102225" y="443191"/>
                  </a:lnTo>
                  <a:lnTo>
                    <a:pt x="4124018" y="476107"/>
                  </a:lnTo>
                  <a:lnTo>
                    <a:pt x="4140733" y="510447"/>
                  </a:lnTo>
                  <a:lnTo>
                    <a:pt x="4158032" y="582341"/>
                  </a:lnTo>
                  <a:lnTo>
                    <a:pt x="4158167" y="619369"/>
                  </a:lnTo>
                  <a:lnTo>
                    <a:pt x="4152326" y="656765"/>
                  </a:lnTo>
                  <a:lnTo>
                    <a:pt x="4140285" y="694266"/>
                  </a:lnTo>
                  <a:lnTo>
                    <a:pt x="4123084" y="729066"/>
                  </a:lnTo>
                  <a:lnTo>
                    <a:pt x="4116145" y="740382"/>
                  </a:lnTo>
                  <a:lnTo>
                    <a:pt x="4150932" y="773680"/>
                  </a:lnTo>
                  <a:lnTo>
                    <a:pt x="4180594" y="808322"/>
                  </a:lnTo>
                  <a:lnTo>
                    <a:pt x="4205176" y="844086"/>
                  </a:lnTo>
                  <a:lnTo>
                    <a:pt x="4224720" y="880753"/>
                  </a:lnTo>
                  <a:lnTo>
                    <a:pt x="4239270" y="918102"/>
                  </a:lnTo>
                  <a:lnTo>
                    <a:pt x="4248868" y="955912"/>
                  </a:lnTo>
                  <a:lnTo>
                    <a:pt x="4253559" y="993963"/>
                  </a:lnTo>
                  <a:lnTo>
                    <a:pt x="4253385" y="1032034"/>
                  </a:lnTo>
                  <a:lnTo>
                    <a:pt x="4248390" y="1069905"/>
                  </a:lnTo>
                  <a:lnTo>
                    <a:pt x="4238617" y="1107356"/>
                  </a:lnTo>
                  <a:lnTo>
                    <a:pt x="4224109" y="1144165"/>
                  </a:lnTo>
                  <a:lnTo>
                    <a:pt x="4204909" y="1180112"/>
                  </a:lnTo>
                  <a:lnTo>
                    <a:pt x="4181062" y="1214976"/>
                  </a:lnTo>
                  <a:lnTo>
                    <a:pt x="4152609" y="1248538"/>
                  </a:lnTo>
                  <a:lnTo>
                    <a:pt x="4119595" y="1280576"/>
                  </a:lnTo>
                  <a:lnTo>
                    <a:pt x="4082062" y="1310870"/>
                  </a:lnTo>
                  <a:lnTo>
                    <a:pt x="4040055" y="1339200"/>
                  </a:lnTo>
                  <a:lnTo>
                    <a:pt x="3993615" y="1365344"/>
                  </a:lnTo>
                  <a:lnTo>
                    <a:pt x="3946876" y="1387319"/>
                  </a:lnTo>
                  <a:lnTo>
                    <a:pt x="3897681" y="1406464"/>
                  </a:lnTo>
                  <a:lnTo>
                    <a:pt x="3846317" y="1422696"/>
                  </a:lnTo>
                  <a:lnTo>
                    <a:pt x="3793070" y="1435934"/>
                  </a:lnTo>
                  <a:lnTo>
                    <a:pt x="3738229" y="1446094"/>
                  </a:lnTo>
                  <a:lnTo>
                    <a:pt x="3682079" y="1453096"/>
                  </a:lnTo>
                  <a:lnTo>
                    <a:pt x="3678670" y="1491970"/>
                  </a:lnTo>
                  <a:lnTo>
                    <a:pt x="3669593" y="1529689"/>
                  </a:lnTo>
                  <a:lnTo>
                    <a:pt x="3655137" y="1566063"/>
                  </a:lnTo>
                  <a:lnTo>
                    <a:pt x="3635589" y="1600903"/>
                  </a:lnTo>
                  <a:lnTo>
                    <a:pt x="3611238" y="1634020"/>
                  </a:lnTo>
                  <a:lnTo>
                    <a:pt x="3582371" y="1665223"/>
                  </a:lnTo>
                  <a:lnTo>
                    <a:pt x="3549276" y="1694323"/>
                  </a:lnTo>
                  <a:lnTo>
                    <a:pt x="3512241" y="1721130"/>
                  </a:lnTo>
                  <a:lnTo>
                    <a:pt x="3471553" y="1745454"/>
                  </a:lnTo>
                  <a:lnTo>
                    <a:pt x="3427502" y="1767107"/>
                  </a:lnTo>
                  <a:lnTo>
                    <a:pt x="3380374" y="1785898"/>
                  </a:lnTo>
                  <a:lnTo>
                    <a:pt x="3330457" y="1801637"/>
                  </a:lnTo>
                  <a:lnTo>
                    <a:pt x="3278039" y="1814135"/>
                  </a:lnTo>
                  <a:lnTo>
                    <a:pt x="3223408" y="1823202"/>
                  </a:lnTo>
                  <a:lnTo>
                    <a:pt x="3166852" y="1828649"/>
                  </a:lnTo>
                  <a:lnTo>
                    <a:pt x="3108659" y="1830286"/>
                  </a:lnTo>
                  <a:lnTo>
                    <a:pt x="3056396" y="1828419"/>
                  </a:lnTo>
                  <a:lnTo>
                    <a:pt x="3004845" y="1823375"/>
                  </a:lnTo>
                  <a:lnTo>
                    <a:pt x="2954312" y="1815214"/>
                  </a:lnTo>
                  <a:lnTo>
                    <a:pt x="2905102" y="1803994"/>
                  </a:lnTo>
                  <a:lnTo>
                    <a:pt x="2857521" y="1789776"/>
                  </a:lnTo>
                  <a:lnTo>
                    <a:pt x="2811875" y="1772618"/>
                  </a:lnTo>
                  <a:lnTo>
                    <a:pt x="2793998" y="1807156"/>
                  </a:lnTo>
                  <a:lnTo>
                    <a:pt x="2772366" y="1840083"/>
                  </a:lnTo>
                  <a:lnTo>
                    <a:pt x="2747194" y="1871321"/>
                  </a:lnTo>
                  <a:lnTo>
                    <a:pt x="2718692" y="1900794"/>
                  </a:lnTo>
                  <a:lnTo>
                    <a:pt x="2687076" y="1928426"/>
                  </a:lnTo>
                  <a:lnTo>
                    <a:pt x="2652558" y="1954141"/>
                  </a:lnTo>
                  <a:lnTo>
                    <a:pt x="2615351" y="1977861"/>
                  </a:lnTo>
                  <a:lnTo>
                    <a:pt x="2575668" y="1999510"/>
                  </a:lnTo>
                  <a:lnTo>
                    <a:pt x="2533723" y="2019011"/>
                  </a:lnTo>
                  <a:lnTo>
                    <a:pt x="2489728" y="2036289"/>
                  </a:lnTo>
                  <a:lnTo>
                    <a:pt x="2443897" y="2051266"/>
                  </a:lnTo>
                  <a:lnTo>
                    <a:pt x="2396443" y="2063867"/>
                  </a:lnTo>
                  <a:lnTo>
                    <a:pt x="2347578" y="2074014"/>
                  </a:lnTo>
                  <a:lnTo>
                    <a:pt x="2297517" y="2081631"/>
                  </a:lnTo>
                  <a:lnTo>
                    <a:pt x="2246472" y="2086641"/>
                  </a:lnTo>
                  <a:lnTo>
                    <a:pt x="2194656" y="2088969"/>
                  </a:lnTo>
                  <a:lnTo>
                    <a:pt x="2142282" y="2088537"/>
                  </a:lnTo>
                  <a:lnTo>
                    <a:pt x="2089564" y="2085270"/>
                  </a:lnTo>
                  <a:lnTo>
                    <a:pt x="2036715" y="2079089"/>
                  </a:lnTo>
                  <a:lnTo>
                    <a:pt x="1983947" y="2069920"/>
                  </a:lnTo>
                  <a:lnTo>
                    <a:pt x="1929774" y="2057150"/>
                  </a:lnTo>
                  <a:lnTo>
                    <a:pt x="1877727" y="2041396"/>
                  </a:lnTo>
                  <a:lnTo>
                    <a:pt x="1828060" y="2022780"/>
                  </a:lnTo>
                  <a:lnTo>
                    <a:pt x="1781030" y="2001427"/>
                  </a:lnTo>
                  <a:lnTo>
                    <a:pt x="1736894" y="1977462"/>
                  </a:lnTo>
                  <a:lnTo>
                    <a:pt x="1695907" y="1951006"/>
                  </a:lnTo>
                  <a:lnTo>
                    <a:pt x="1658325" y="1922186"/>
                  </a:lnTo>
                  <a:lnTo>
                    <a:pt x="1624405" y="1891124"/>
                  </a:lnTo>
                  <a:lnTo>
                    <a:pt x="1576950" y="1908781"/>
                  </a:lnTo>
                  <a:lnTo>
                    <a:pt x="1528457" y="1923937"/>
                  </a:lnTo>
                  <a:lnTo>
                    <a:pt x="1479102" y="1936624"/>
                  </a:lnTo>
                  <a:lnTo>
                    <a:pt x="1429062" y="1946869"/>
                  </a:lnTo>
                  <a:lnTo>
                    <a:pt x="1378512" y="1954703"/>
                  </a:lnTo>
                  <a:lnTo>
                    <a:pt x="1327630" y="1960154"/>
                  </a:lnTo>
                  <a:lnTo>
                    <a:pt x="1276590" y="1963253"/>
                  </a:lnTo>
                  <a:lnTo>
                    <a:pt x="1225570" y="1964029"/>
                  </a:lnTo>
                  <a:lnTo>
                    <a:pt x="1174746" y="1962511"/>
                  </a:lnTo>
                  <a:lnTo>
                    <a:pt x="1124295" y="1958728"/>
                  </a:lnTo>
                  <a:lnTo>
                    <a:pt x="1074392" y="1952710"/>
                  </a:lnTo>
                  <a:lnTo>
                    <a:pt x="1025213" y="1944487"/>
                  </a:lnTo>
                  <a:lnTo>
                    <a:pt x="976936" y="1934087"/>
                  </a:lnTo>
                  <a:lnTo>
                    <a:pt x="929736" y="1921541"/>
                  </a:lnTo>
                  <a:lnTo>
                    <a:pt x="883789" y="1906877"/>
                  </a:lnTo>
                  <a:lnTo>
                    <a:pt x="839273" y="1890125"/>
                  </a:lnTo>
                  <a:lnTo>
                    <a:pt x="796363" y="1871315"/>
                  </a:lnTo>
                  <a:lnTo>
                    <a:pt x="755236" y="1850475"/>
                  </a:lnTo>
                  <a:lnTo>
                    <a:pt x="716067" y="1827636"/>
                  </a:lnTo>
                  <a:lnTo>
                    <a:pt x="679034" y="1802826"/>
                  </a:lnTo>
                  <a:lnTo>
                    <a:pt x="644312" y="1776076"/>
                  </a:lnTo>
                  <a:lnTo>
                    <a:pt x="612077" y="1747414"/>
                  </a:lnTo>
                  <a:lnTo>
                    <a:pt x="582507" y="1716870"/>
                  </a:lnTo>
                  <a:lnTo>
                    <a:pt x="579855" y="1713822"/>
                  </a:lnTo>
                  <a:lnTo>
                    <a:pt x="577173" y="1710774"/>
                  </a:lnTo>
                  <a:lnTo>
                    <a:pt x="574521" y="1707726"/>
                  </a:lnTo>
                  <a:lnTo>
                    <a:pt x="520706" y="1709694"/>
                  </a:lnTo>
                  <a:lnTo>
                    <a:pt x="468123" y="1707258"/>
                  </a:lnTo>
                  <a:lnTo>
                    <a:pt x="417217" y="1700652"/>
                  </a:lnTo>
                  <a:lnTo>
                    <a:pt x="368436" y="1690111"/>
                  </a:lnTo>
                  <a:lnTo>
                    <a:pt x="322226" y="1675870"/>
                  </a:lnTo>
                  <a:lnTo>
                    <a:pt x="279033" y="1658164"/>
                  </a:lnTo>
                  <a:lnTo>
                    <a:pt x="239302" y="1637227"/>
                  </a:lnTo>
                  <a:lnTo>
                    <a:pt x="203481" y="1613294"/>
                  </a:lnTo>
                  <a:lnTo>
                    <a:pt x="172016" y="1586600"/>
                  </a:lnTo>
                  <a:lnTo>
                    <a:pt x="145353" y="1557379"/>
                  </a:lnTo>
                  <a:lnTo>
                    <a:pt x="123938" y="1525867"/>
                  </a:lnTo>
                  <a:lnTo>
                    <a:pt x="98637" y="1456906"/>
                  </a:lnTo>
                  <a:lnTo>
                    <a:pt x="95888" y="1415202"/>
                  </a:lnTo>
                  <a:lnTo>
                    <a:pt x="102166" y="1374086"/>
                  </a:lnTo>
                  <a:lnTo>
                    <a:pt x="117163" y="1334186"/>
                  </a:lnTo>
                  <a:lnTo>
                    <a:pt x="140574" y="1296130"/>
                  </a:lnTo>
                  <a:lnTo>
                    <a:pt x="172093" y="1260546"/>
                  </a:lnTo>
                  <a:lnTo>
                    <a:pt x="211413" y="1228062"/>
                  </a:lnTo>
                  <a:lnTo>
                    <a:pt x="163363" y="1206103"/>
                  </a:lnTo>
                  <a:lnTo>
                    <a:pt x="121125" y="1180617"/>
                  </a:lnTo>
                  <a:lnTo>
                    <a:pt x="84884" y="1152074"/>
                  </a:lnTo>
                  <a:lnTo>
                    <a:pt x="54820" y="1120942"/>
                  </a:lnTo>
                  <a:lnTo>
                    <a:pt x="31118" y="1087689"/>
                  </a:lnTo>
                  <a:lnTo>
                    <a:pt x="13958" y="1052783"/>
                  </a:lnTo>
                  <a:lnTo>
                    <a:pt x="0" y="979887"/>
                  </a:lnTo>
                  <a:lnTo>
                    <a:pt x="3565" y="942834"/>
                  </a:lnTo>
                  <a:lnTo>
                    <a:pt x="14404" y="906001"/>
                  </a:lnTo>
                  <a:lnTo>
                    <a:pt x="32699" y="869857"/>
                  </a:lnTo>
                  <a:lnTo>
                    <a:pt x="58632" y="834870"/>
                  </a:lnTo>
                  <a:lnTo>
                    <a:pt x="91196" y="802698"/>
                  </a:lnTo>
                  <a:lnTo>
                    <a:pt x="129459" y="774088"/>
                  </a:lnTo>
                  <a:lnTo>
                    <a:pt x="172775" y="749318"/>
                  </a:lnTo>
                  <a:lnTo>
                    <a:pt x="220496" y="728671"/>
                  </a:lnTo>
                  <a:lnTo>
                    <a:pt x="271976" y="712426"/>
                  </a:lnTo>
                  <a:lnTo>
                    <a:pt x="326568" y="700865"/>
                  </a:lnTo>
                  <a:lnTo>
                    <a:pt x="383625" y="694266"/>
                  </a:lnTo>
                  <a:lnTo>
                    <a:pt x="387185" y="687804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0205" y="3979418"/>
              <a:ext cx="141498" cy="1413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04159" y="1813925"/>
              <a:ext cx="3898265" cy="2279650"/>
            </a:xfrm>
            <a:custGeom>
              <a:avLst/>
              <a:gdLst/>
              <a:ahLst/>
              <a:cxnLst/>
              <a:rect l="l" t="t" r="r" b="b"/>
              <a:pathLst>
                <a:path w="3898265" h="2279650">
                  <a:moveTo>
                    <a:pt x="1192164" y="2163333"/>
                  </a:moveTo>
                  <a:lnTo>
                    <a:pt x="1183044" y="2208454"/>
                  </a:lnTo>
                  <a:lnTo>
                    <a:pt x="1158179" y="2245313"/>
                  </a:lnTo>
                  <a:lnTo>
                    <a:pt x="1121312" y="2270171"/>
                  </a:lnTo>
                  <a:lnTo>
                    <a:pt x="1076187" y="2279288"/>
                  </a:lnTo>
                  <a:lnTo>
                    <a:pt x="1030997" y="2270171"/>
                  </a:lnTo>
                  <a:lnTo>
                    <a:pt x="994105" y="2245313"/>
                  </a:lnTo>
                  <a:lnTo>
                    <a:pt x="969237" y="2208454"/>
                  </a:lnTo>
                  <a:lnTo>
                    <a:pt x="960119" y="2163333"/>
                  </a:lnTo>
                  <a:lnTo>
                    <a:pt x="969237" y="2118137"/>
                  </a:lnTo>
                  <a:lnTo>
                    <a:pt x="994105" y="2081244"/>
                  </a:lnTo>
                  <a:lnTo>
                    <a:pt x="1030997" y="2056376"/>
                  </a:lnTo>
                  <a:lnTo>
                    <a:pt x="1076187" y="2047259"/>
                  </a:lnTo>
                  <a:lnTo>
                    <a:pt x="1121312" y="2056376"/>
                  </a:lnTo>
                  <a:lnTo>
                    <a:pt x="1158179" y="2081244"/>
                  </a:lnTo>
                  <a:lnTo>
                    <a:pt x="1183044" y="2118137"/>
                  </a:lnTo>
                  <a:lnTo>
                    <a:pt x="1192164" y="2163333"/>
                  </a:lnTo>
                  <a:close/>
                </a:path>
                <a:path w="3898265" h="2279650">
                  <a:moveTo>
                    <a:pt x="1364741" y="1994428"/>
                  </a:moveTo>
                  <a:lnTo>
                    <a:pt x="1358522" y="2040696"/>
                  </a:lnTo>
                  <a:lnTo>
                    <a:pt x="1340972" y="2082262"/>
                  </a:lnTo>
                  <a:lnTo>
                    <a:pt x="1313756" y="2117472"/>
                  </a:lnTo>
                  <a:lnTo>
                    <a:pt x="1278540" y="2144672"/>
                  </a:lnTo>
                  <a:lnTo>
                    <a:pt x="1236987" y="2162205"/>
                  </a:lnTo>
                  <a:lnTo>
                    <a:pt x="1190762" y="2168417"/>
                  </a:lnTo>
                  <a:lnTo>
                    <a:pt x="1144483" y="2162205"/>
                  </a:lnTo>
                  <a:lnTo>
                    <a:pt x="1102890" y="2144672"/>
                  </a:lnTo>
                  <a:lnTo>
                    <a:pt x="1067645" y="2117472"/>
                  </a:lnTo>
                  <a:lnTo>
                    <a:pt x="1040412" y="2082262"/>
                  </a:lnTo>
                  <a:lnTo>
                    <a:pt x="1022852" y="2040696"/>
                  </a:lnTo>
                  <a:lnTo>
                    <a:pt x="1016629" y="1994428"/>
                  </a:lnTo>
                  <a:lnTo>
                    <a:pt x="1022852" y="1948158"/>
                  </a:lnTo>
                  <a:lnTo>
                    <a:pt x="1040412" y="1906588"/>
                  </a:lnTo>
                  <a:lnTo>
                    <a:pt x="1067645" y="1871372"/>
                  </a:lnTo>
                  <a:lnTo>
                    <a:pt x="1102890" y="1844168"/>
                  </a:lnTo>
                  <a:lnTo>
                    <a:pt x="1144483" y="1826631"/>
                  </a:lnTo>
                  <a:lnTo>
                    <a:pt x="1190762" y="1820417"/>
                  </a:lnTo>
                  <a:lnTo>
                    <a:pt x="1236987" y="1826631"/>
                  </a:lnTo>
                  <a:lnTo>
                    <a:pt x="1278540" y="1844168"/>
                  </a:lnTo>
                  <a:lnTo>
                    <a:pt x="1313756" y="1871372"/>
                  </a:lnTo>
                  <a:lnTo>
                    <a:pt x="1340972" y="1906588"/>
                  </a:lnTo>
                  <a:lnTo>
                    <a:pt x="1358522" y="1948158"/>
                  </a:lnTo>
                  <a:lnTo>
                    <a:pt x="1364741" y="1994428"/>
                  </a:lnTo>
                  <a:close/>
                </a:path>
                <a:path w="3898265" h="2279650">
                  <a:moveTo>
                    <a:pt x="249173" y="1152296"/>
                  </a:moveTo>
                  <a:lnTo>
                    <a:pt x="197081" y="1152888"/>
                  </a:lnTo>
                  <a:lnTo>
                    <a:pt x="145569" y="1149236"/>
                  </a:lnTo>
                  <a:lnTo>
                    <a:pt x="95186" y="1141426"/>
                  </a:lnTo>
                  <a:lnTo>
                    <a:pt x="46480" y="1129545"/>
                  </a:lnTo>
                  <a:lnTo>
                    <a:pt x="0" y="1113678"/>
                  </a:lnTo>
                </a:path>
                <a:path w="3898265" h="2279650">
                  <a:moveTo>
                    <a:pt x="469026" y="1573804"/>
                  </a:moveTo>
                  <a:lnTo>
                    <a:pt x="442461" y="1580248"/>
                  </a:lnTo>
                  <a:lnTo>
                    <a:pt x="415381" y="1585493"/>
                  </a:lnTo>
                  <a:lnTo>
                    <a:pt x="387844" y="1589526"/>
                  </a:lnTo>
                  <a:lnTo>
                    <a:pt x="359907" y="1592336"/>
                  </a:lnTo>
                </a:path>
                <a:path w="3898265" h="2279650">
                  <a:moveTo>
                    <a:pt x="1408175" y="1776496"/>
                  </a:moveTo>
                  <a:lnTo>
                    <a:pt x="1389263" y="1756350"/>
                  </a:lnTo>
                  <a:lnTo>
                    <a:pt x="1371977" y="1735576"/>
                  </a:lnTo>
                  <a:lnTo>
                    <a:pt x="1356376" y="1714208"/>
                  </a:lnTo>
                  <a:lnTo>
                    <a:pt x="1342522" y="1692280"/>
                  </a:lnTo>
                </a:path>
                <a:path w="3898265" h="2279650">
                  <a:moveTo>
                    <a:pt x="2622560" y="1566671"/>
                  </a:moveTo>
                  <a:lnTo>
                    <a:pt x="2618773" y="1590112"/>
                  </a:lnTo>
                  <a:lnTo>
                    <a:pt x="2613137" y="1613329"/>
                  </a:lnTo>
                  <a:lnTo>
                    <a:pt x="2605667" y="1636306"/>
                  </a:lnTo>
                  <a:lnTo>
                    <a:pt x="2596377" y="1659026"/>
                  </a:lnTo>
                </a:path>
                <a:path w="3898265" h="2279650">
                  <a:moveTo>
                    <a:pt x="3144011" y="996452"/>
                  </a:moveTo>
                  <a:lnTo>
                    <a:pt x="3195928" y="1015636"/>
                  </a:lnTo>
                  <a:lnTo>
                    <a:pt x="3244000" y="1038037"/>
                  </a:lnTo>
                  <a:lnTo>
                    <a:pt x="3287986" y="1063393"/>
                  </a:lnTo>
                  <a:lnTo>
                    <a:pt x="3327644" y="1091444"/>
                  </a:lnTo>
                  <a:lnTo>
                    <a:pt x="3362734" y="1121930"/>
                  </a:lnTo>
                  <a:lnTo>
                    <a:pt x="3393014" y="1154590"/>
                  </a:lnTo>
                  <a:lnTo>
                    <a:pt x="3418241" y="1189164"/>
                  </a:lnTo>
                  <a:lnTo>
                    <a:pt x="3438176" y="1225392"/>
                  </a:lnTo>
                  <a:lnTo>
                    <a:pt x="3452576" y="1263013"/>
                  </a:lnTo>
                  <a:lnTo>
                    <a:pt x="3461201" y="1301767"/>
                  </a:lnTo>
                  <a:lnTo>
                    <a:pt x="3463808" y="1341394"/>
                  </a:lnTo>
                </a:path>
                <a:path w="3898265" h="2279650">
                  <a:moveTo>
                    <a:pt x="3898269" y="629046"/>
                  </a:moveTo>
                  <a:lnTo>
                    <a:pt x="3871183" y="665371"/>
                  </a:lnTo>
                  <a:lnTo>
                    <a:pt x="3838167" y="699275"/>
                  </a:lnTo>
                  <a:lnTo>
                    <a:pt x="3799579" y="730420"/>
                  </a:lnTo>
                  <a:lnTo>
                    <a:pt x="3755775" y="758464"/>
                  </a:lnTo>
                </a:path>
                <a:path w="3898265" h="2279650">
                  <a:moveTo>
                    <a:pt x="3556497" y="149108"/>
                  </a:moveTo>
                  <a:lnTo>
                    <a:pt x="3560058" y="164301"/>
                  </a:lnTo>
                  <a:lnTo>
                    <a:pt x="3562513" y="179557"/>
                  </a:lnTo>
                  <a:lnTo>
                    <a:pt x="3563865" y="194859"/>
                  </a:lnTo>
                  <a:lnTo>
                    <a:pt x="3564117" y="210190"/>
                  </a:lnTo>
                </a:path>
                <a:path w="3898265" h="2279650">
                  <a:moveTo>
                    <a:pt x="2647309" y="77876"/>
                  </a:moveTo>
                  <a:lnTo>
                    <a:pt x="2662336" y="57118"/>
                  </a:lnTo>
                  <a:lnTo>
                    <a:pt x="2679534" y="37177"/>
                  </a:lnTo>
                  <a:lnTo>
                    <a:pt x="2698847" y="18117"/>
                  </a:lnTo>
                  <a:lnTo>
                    <a:pt x="2720218" y="0"/>
                  </a:lnTo>
                </a:path>
                <a:path w="3898265" h="2279650">
                  <a:moveTo>
                    <a:pt x="1965076" y="115061"/>
                  </a:moveTo>
                  <a:lnTo>
                    <a:pt x="1971572" y="97716"/>
                  </a:lnTo>
                  <a:lnTo>
                    <a:pt x="1979626" y="80718"/>
                  </a:lnTo>
                  <a:lnTo>
                    <a:pt x="1989229" y="64098"/>
                  </a:lnTo>
                  <a:lnTo>
                    <a:pt x="2000371" y="47884"/>
                  </a:lnTo>
                </a:path>
                <a:path w="3898265" h="2279650">
                  <a:moveTo>
                    <a:pt x="1164457" y="137800"/>
                  </a:moveTo>
                  <a:lnTo>
                    <a:pt x="1198566" y="152180"/>
                  </a:lnTo>
                  <a:lnTo>
                    <a:pt x="1231292" y="167872"/>
                  </a:lnTo>
                  <a:lnTo>
                    <a:pt x="1262544" y="184850"/>
                  </a:lnTo>
                  <a:lnTo>
                    <a:pt x="1292230" y="203088"/>
                  </a:lnTo>
                </a:path>
                <a:path w="3898265" h="2279650">
                  <a:moveTo>
                    <a:pt x="193547" y="650138"/>
                  </a:moveTo>
                  <a:lnTo>
                    <a:pt x="186431" y="633199"/>
                  </a:lnTo>
                  <a:lnTo>
                    <a:pt x="180324" y="616122"/>
                  </a:lnTo>
                  <a:lnTo>
                    <a:pt x="175242" y="598909"/>
                  </a:lnTo>
                  <a:lnTo>
                    <a:pt x="171200" y="581558"/>
                  </a:lnTo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52421" y="2394962"/>
            <a:ext cx="1423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</a:rPr>
              <a:t>RAID?</a:t>
            </a:r>
            <a:endParaRPr sz="360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1B51821-EE9E-CB8B-6304-509D5F7770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Modern</a:t>
            </a:r>
            <a:r>
              <a:rPr spc="-9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61" y="932802"/>
            <a:ext cx="834517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Virtual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Networking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away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from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 its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 </a:t>
            </a:r>
            <a:r>
              <a:rPr sz="2000" spc="-10" dirty="0">
                <a:latin typeface="Times New Roman"/>
                <a:cs typeface="Times New Roman"/>
              </a:rPr>
              <a:t>devices </a:t>
            </a:r>
            <a:r>
              <a:rPr sz="2000" dirty="0">
                <a:latin typeface="Times New Roman"/>
                <a:cs typeface="Times New Roman"/>
              </a:rPr>
              <a:t>(switches,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interfaces,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etc.)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little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correspondence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Hypervisor’s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configuration,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physical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invisible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guests.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talk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over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never touch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F7615-AA7E-46E1-0453-543E8C1F60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471" y="211068"/>
            <a:ext cx="7421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IMPLEMENTATION</a:t>
            </a:r>
            <a:r>
              <a:rPr spc="-75" dirty="0"/>
              <a:t> </a:t>
            </a:r>
            <a:r>
              <a:rPr dirty="0"/>
              <a:t>LEVELS</a:t>
            </a:r>
            <a:r>
              <a:rPr spc="-5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932802"/>
            <a:ext cx="8125459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Talking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20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Architecture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(ISA)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Hardware</a:t>
            </a:r>
            <a:r>
              <a:rPr sz="2000" b="1" spc="-1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Abstraction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Level</a:t>
            </a:r>
            <a:r>
              <a:rPr sz="20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(HAL)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Operating</a:t>
            </a:r>
            <a:r>
              <a:rPr sz="20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System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Level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Library</a:t>
            </a:r>
            <a:r>
              <a:rPr sz="2000" b="1" spc="-2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C0504D"/>
                </a:solidFill>
                <a:latin typeface="Times New Roman"/>
                <a:cs typeface="Times New Roman"/>
              </a:rPr>
              <a:t>Level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4F6128"/>
                </a:solidFill>
                <a:latin typeface="Times New Roman"/>
                <a:cs typeface="Times New Roman"/>
              </a:rPr>
              <a:t>Application</a:t>
            </a:r>
            <a:r>
              <a:rPr sz="2000" b="1" spc="-80" dirty="0">
                <a:solidFill>
                  <a:srgbClr val="4F6128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F6128"/>
                </a:solidFill>
                <a:latin typeface="Times New Roman"/>
                <a:cs typeface="Times New Roman"/>
              </a:rPr>
              <a:t>Level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3B765-6BB7-7085-813F-50DA97F327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00"/>
              </a:spcBef>
            </a:pPr>
            <a:r>
              <a:rPr dirty="0"/>
              <a:t>Instruction</a:t>
            </a:r>
            <a:r>
              <a:rPr spc="-80" dirty="0"/>
              <a:t> </a:t>
            </a:r>
            <a:r>
              <a:rPr spc="-10" dirty="0"/>
              <a:t>Set</a:t>
            </a:r>
            <a:r>
              <a:rPr spc="-140" dirty="0"/>
              <a:t> </a:t>
            </a:r>
            <a:r>
              <a:rPr dirty="0"/>
              <a:t>Architecture</a:t>
            </a:r>
            <a:r>
              <a:rPr spc="-70" dirty="0"/>
              <a:t> </a:t>
            </a:r>
            <a:r>
              <a:rPr dirty="0"/>
              <a:t>Level</a:t>
            </a:r>
            <a:r>
              <a:rPr spc="-55" dirty="0"/>
              <a:t> </a:t>
            </a:r>
            <a:r>
              <a:rPr spc="-10" dirty="0"/>
              <a:t>(ISA)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54" y="932802"/>
            <a:ext cx="855980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ISA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ISA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emulation.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many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legacy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written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 machine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ISA.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this, 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originally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additional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capable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x86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machines.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latin typeface="Times New Roman"/>
                <a:cs typeface="Times New Roman"/>
              </a:rPr>
              <a:t>It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can also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be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tweaked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run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x64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machine.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emulation,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interpreter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interprets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  allows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processing.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five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implementation  levels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3390B-BD7E-DAAA-96A9-C8D1424CA3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Hardware</a:t>
            </a:r>
            <a:r>
              <a:rPr spc="-140" dirty="0"/>
              <a:t> </a:t>
            </a:r>
            <a:r>
              <a:rPr dirty="0"/>
              <a:t>Abstraction</a:t>
            </a:r>
            <a:r>
              <a:rPr spc="-15" dirty="0"/>
              <a:t> </a:t>
            </a:r>
            <a:r>
              <a:rPr dirty="0"/>
              <a:t>Level</a:t>
            </a:r>
            <a:r>
              <a:rPr spc="-25" dirty="0"/>
              <a:t> </a:t>
            </a:r>
            <a:r>
              <a:rPr spc="-10" dirty="0"/>
              <a:t>(HAL)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54" y="932802"/>
            <a:ext cx="855980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True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lets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hypervisor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functioning.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formed,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using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virtualization.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 </a:t>
            </a:r>
            <a:r>
              <a:rPr sz="2000" dirty="0">
                <a:latin typeface="Times New Roman"/>
                <a:cs typeface="Times New Roman"/>
              </a:rPr>
              <a:t>components,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could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input-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device,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memory,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processor,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able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multiple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instances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time.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mostly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cloud-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HAL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exploits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similarity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down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interpretation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latency.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Virtualization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 </a:t>
            </a:r>
            <a:r>
              <a:rPr sz="2000" spc="-10" dirty="0">
                <a:latin typeface="Times New Roman"/>
                <a:cs typeface="Times New Roman"/>
              </a:rPr>
              <a:t>helps </a:t>
            </a: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native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dirty="0">
                <a:latin typeface="Times New Roman"/>
                <a:cs typeface="Times New Roman"/>
              </a:rPr>
              <a:t>computations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9ECE6-6A7F-86CB-7995-FF2FF560CE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6995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Operating</a:t>
            </a:r>
            <a:r>
              <a:rPr spc="-60" dirty="0"/>
              <a:t> </a:t>
            </a:r>
            <a:r>
              <a:rPr dirty="0"/>
              <a:t>System</a:t>
            </a:r>
            <a:r>
              <a:rPr spc="-35" dirty="0"/>
              <a:t> </a:t>
            </a:r>
            <a:r>
              <a:rPr spc="-10" dirty="0"/>
              <a:t>Level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57" y="932802"/>
            <a:ext cx="855980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system,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capable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creating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isolated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container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server,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hardware.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several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users,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hardware,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used.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dedicated.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question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conflict.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Operating</a:t>
            </a:r>
            <a:r>
              <a:rPr sz="2000" b="1" i="1" spc="6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system</a:t>
            </a:r>
            <a:r>
              <a:rPr sz="2000" b="1" i="1" spc="6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virtualization</a:t>
            </a:r>
            <a:r>
              <a:rPr sz="2000" b="1" i="1" spc="6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(OS</a:t>
            </a:r>
            <a:r>
              <a:rPr sz="2000" b="1" i="1" spc="7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virtualization)</a:t>
            </a:r>
            <a:r>
              <a:rPr sz="2000" b="1" i="1" spc="6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is</a:t>
            </a:r>
            <a:r>
              <a:rPr sz="2000" b="1" i="1" spc="6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7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server</a:t>
            </a:r>
            <a:r>
              <a:rPr sz="2000" b="1" i="1" spc="65" dirty="0">
                <a:latin typeface="Times New Roman"/>
                <a:cs typeface="Times New Roman"/>
              </a:rPr>
              <a:t>  </a:t>
            </a:r>
            <a:r>
              <a:rPr sz="2000" b="1" i="1" spc="-10" dirty="0">
                <a:latin typeface="Times New Roman"/>
                <a:cs typeface="Times New Roman"/>
              </a:rPr>
              <a:t>virtualization </a:t>
            </a:r>
            <a:r>
              <a:rPr sz="2000" b="1" i="1" dirty="0">
                <a:latin typeface="Times New Roman"/>
                <a:cs typeface="Times New Roman"/>
              </a:rPr>
              <a:t>technology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that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involves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tailoring</a:t>
            </a:r>
            <a:r>
              <a:rPr sz="2000" b="1" i="1" spc="11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11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standard</a:t>
            </a:r>
            <a:r>
              <a:rPr sz="2000" b="1" i="1" spc="10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operating</a:t>
            </a:r>
            <a:r>
              <a:rPr sz="2000" b="1" i="1" spc="1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system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so</a:t>
            </a:r>
            <a:r>
              <a:rPr sz="2000" b="1" i="1" spc="11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that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it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can</a:t>
            </a:r>
            <a:r>
              <a:rPr sz="2000" b="1" i="1" spc="105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run </a:t>
            </a:r>
            <a:r>
              <a:rPr sz="2000" b="1" i="1" dirty="0">
                <a:latin typeface="Times New Roman"/>
                <a:cs typeface="Times New Roman"/>
              </a:rPr>
              <a:t>different</a:t>
            </a:r>
            <a:r>
              <a:rPr sz="2000" b="1" i="1" spc="-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applications</a:t>
            </a:r>
            <a:r>
              <a:rPr sz="2000" b="1" i="1" spc="-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handled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by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multiple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users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single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computer</a:t>
            </a:r>
            <a:r>
              <a:rPr sz="2000" b="1" i="1" spc="-5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at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E2680-8A8B-DD59-65B4-2A7ED8E1D9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9935">
              <a:lnSpc>
                <a:spcPct val="100000"/>
              </a:lnSpc>
              <a:spcBef>
                <a:spcPts val="100"/>
              </a:spcBef>
            </a:pPr>
            <a:r>
              <a:rPr dirty="0"/>
              <a:t>Library</a:t>
            </a:r>
            <a:r>
              <a:rPr spc="-10" dirty="0"/>
              <a:t> Level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2" y="932802"/>
            <a:ext cx="855916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cumbersome,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 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 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 make use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libraries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user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6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documented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well,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why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library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preferred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scenarios.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hooks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controls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communication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73657-ADEE-6171-C458-DCBFAAAB67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6" y="4532501"/>
            <a:ext cx="819785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API</a:t>
            </a:r>
            <a:r>
              <a:rPr sz="2400" b="1" i="1" spc="1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stands</a:t>
            </a:r>
            <a:r>
              <a:rPr sz="2400" b="1" i="1" spc="16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400" b="1" i="1" spc="1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Application</a:t>
            </a:r>
            <a:r>
              <a:rPr sz="2400" b="1" i="1" spc="1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r>
              <a:rPr sz="2400" b="1" i="1" spc="1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Interface.</a:t>
            </a:r>
            <a:r>
              <a:rPr sz="2400" b="1" i="1" spc="1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400" b="1" i="1" spc="15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context</a:t>
            </a:r>
            <a:r>
              <a:rPr sz="2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APIs,</a:t>
            </a:r>
            <a:r>
              <a:rPr sz="2400" b="1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word</a:t>
            </a:r>
            <a:r>
              <a:rPr sz="2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Application</a:t>
            </a:r>
            <a:r>
              <a:rPr sz="2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refers</a:t>
            </a:r>
            <a:r>
              <a:rPr sz="2400" b="1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any</a:t>
            </a:r>
            <a:r>
              <a:rPr sz="2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with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i="1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distinct</a:t>
            </a:r>
            <a:r>
              <a:rPr sz="2400" b="1" i="1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function.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2400" b="1" i="1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400" b="1" i="1" spc="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thought</a:t>
            </a:r>
            <a:r>
              <a:rPr sz="2400" b="1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contract</a:t>
            </a:r>
            <a:r>
              <a:rPr sz="2400" b="1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service</a:t>
            </a:r>
            <a:r>
              <a:rPr sz="2400" b="1" i="1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400" b="1" i="1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400" b="1" i="1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applications.</a:t>
            </a:r>
            <a:r>
              <a:rPr sz="2400" b="1" i="1" spc="2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This</a:t>
            </a:r>
            <a:r>
              <a:rPr sz="2400" b="1" i="1" spc="2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contract</a:t>
            </a:r>
            <a:r>
              <a:rPr sz="2400" b="1" i="1" spc="2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defines</a:t>
            </a:r>
            <a:r>
              <a:rPr sz="2400" b="1" i="1" spc="2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how</a:t>
            </a:r>
            <a:r>
              <a:rPr sz="2400" b="1" i="1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communicate</a:t>
            </a:r>
            <a:r>
              <a:rPr sz="2400" b="1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4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requests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responses.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758" y="403859"/>
            <a:ext cx="4372952" cy="6172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5474" y="1694979"/>
            <a:ext cx="4279265" cy="2426335"/>
            <a:chOff x="2575474" y="1694979"/>
            <a:chExt cx="4279265" cy="2426335"/>
          </a:xfrm>
        </p:grpSpPr>
        <p:sp>
          <p:nvSpPr>
            <p:cNvPr id="5" name="object 5"/>
            <p:cNvSpPr/>
            <p:nvPr/>
          </p:nvSpPr>
          <p:spPr>
            <a:xfrm>
              <a:off x="2588174" y="1707679"/>
              <a:ext cx="4253865" cy="2089150"/>
            </a:xfrm>
            <a:custGeom>
              <a:avLst/>
              <a:gdLst/>
              <a:ahLst/>
              <a:cxnLst/>
              <a:rect l="l" t="t" r="r" b="b"/>
              <a:pathLst>
                <a:path w="4253865" h="2089150">
                  <a:moveTo>
                    <a:pt x="2584737" y="0"/>
                  </a:moveTo>
                  <a:lnTo>
                    <a:pt x="2533979" y="2954"/>
                  </a:lnTo>
                  <a:lnTo>
                    <a:pt x="2484297" y="9870"/>
                  </a:lnTo>
                  <a:lnTo>
                    <a:pt x="2436233" y="20626"/>
                  </a:lnTo>
                  <a:lnTo>
                    <a:pt x="2390326" y="35104"/>
                  </a:lnTo>
                  <a:lnTo>
                    <a:pt x="2347117" y="53182"/>
                  </a:lnTo>
                  <a:lnTo>
                    <a:pt x="2307145" y="74741"/>
                  </a:lnTo>
                  <a:lnTo>
                    <a:pt x="2270951" y="99660"/>
                  </a:lnTo>
                  <a:lnTo>
                    <a:pt x="2239076" y="127819"/>
                  </a:lnTo>
                  <a:lnTo>
                    <a:pt x="2212059" y="159098"/>
                  </a:lnTo>
                  <a:lnTo>
                    <a:pt x="2184068" y="141882"/>
                  </a:lnTo>
                  <a:lnTo>
                    <a:pt x="2122965" y="111851"/>
                  </a:lnTo>
                  <a:lnTo>
                    <a:pt x="2041515" y="83891"/>
                  </a:lnTo>
                  <a:lnTo>
                    <a:pt x="1991801" y="72226"/>
                  </a:lnTo>
                  <a:lnTo>
                    <a:pt x="1941353" y="64075"/>
                  </a:lnTo>
                  <a:lnTo>
                    <a:pt x="1890528" y="59364"/>
                  </a:lnTo>
                  <a:lnTo>
                    <a:pt x="1839682" y="58021"/>
                  </a:lnTo>
                  <a:lnTo>
                    <a:pt x="1789172" y="59972"/>
                  </a:lnTo>
                  <a:lnTo>
                    <a:pt x="1739354" y="65144"/>
                  </a:lnTo>
                  <a:lnTo>
                    <a:pt x="1690585" y="73465"/>
                  </a:lnTo>
                  <a:lnTo>
                    <a:pt x="1643221" y="84860"/>
                  </a:lnTo>
                  <a:lnTo>
                    <a:pt x="1597618" y="99256"/>
                  </a:lnTo>
                  <a:lnTo>
                    <a:pt x="1554134" y="116581"/>
                  </a:lnTo>
                  <a:lnTo>
                    <a:pt x="1513124" y="136760"/>
                  </a:lnTo>
                  <a:lnTo>
                    <a:pt x="1474946" y="159722"/>
                  </a:lnTo>
                  <a:lnTo>
                    <a:pt x="1439955" y="185392"/>
                  </a:lnTo>
                  <a:lnTo>
                    <a:pt x="1408508" y="213697"/>
                  </a:lnTo>
                  <a:lnTo>
                    <a:pt x="1380961" y="244564"/>
                  </a:lnTo>
                  <a:lnTo>
                    <a:pt x="1337445" y="228928"/>
                  </a:lnTo>
                  <a:lnTo>
                    <a:pt x="1292534" y="215565"/>
                  </a:lnTo>
                  <a:lnTo>
                    <a:pt x="1246425" y="204499"/>
                  </a:lnTo>
                  <a:lnTo>
                    <a:pt x="1199315" y="195752"/>
                  </a:lnTo>
                  <a:lnTo>
                    <a:pt x="1151401" y="189350"/>
                  </a:lnTo>
                  <a:lnTo>
                    <a:pt x="1102880" y="185316"/>
                  </a:lnTo>
                  <a:lnTo>
                    <a:pt x="1053948" y="183673"/>
                  </a:lnTo>
                  <a:lnTo>
                    <a:pt x="1004804" y="184446"/>
                  </a:lnTo>
                  <a:lnTo>
                    <a:pt x="955643" y="187658"/>
                  </a:lnTo>
                  <a:lnTo>
                    <a:pt x="899204" y="194453"/>
                  </a:lnTo>
                  <a:lnTo>
                    <a:pt x="844742" y="204266"/>
                  </a:lnTo>
                  <a:lnTo>
                    <a:pt x="792430" y="216948"/>
                  </a:lnTo>
                  <a:lnTo>
                    <a:pt x="742437" y="232348"/>
                  </a:lnTo>
                  <a:lnTo>
                    <a:pt x="694935" y="250317"/>
                  </a:lnTo>
                  <a:lnTo>
                    <a:pt x="650094" y="270705"/>
                  </a:lnTo>
                  <a:lnTo>
                    <a:pt x="608087" y="293363"/>
                  </a:lnTo>
                  <a:lnTo>
                    <a:pt x="569083" y="318141"/>
                  </a:lnTo>
                  <a:lnTo>
                    <a:pt x="533254" y="344889"/>
                  </a:lnTo>
                  <a:lnTo>
                    <a:pt x="500771" y="373458"/>
                  </a:lnTo>
                  <a:lnTo>
                    <a:pt x="471804" y="403698"/>
                  </a:lnTo>
                  <a:lnTo>
                    <a:pt x="446525" y="435459"/>
                  </a:lnTo>
                  <a:lnTo>
                    <a:pt x="425104" y="468591"/>
                  </a:lnTo>
                  <a:lnTo>
                    <a:pt x="407713" y="502945"/>
                  </a:lnTo>
                  <a:lnTo>
                    <a:pt x="385703" y="574720"/>
                  </a:lnTo>
                  <a:lnTo>
                    <a:pt x="381427" y="611842"/>
                  </a:lnTo>
                  <a:lnTo>
                    <a:pt x="381864" y="649586"/>
                  </a:lnTo>
                  <a:lnTo>
                    <a:pt x="387185" y="687804"/>
                  </a:lnTo>
                  <a:lnTo>
                    <a:pt x="383625" y="694266"/>
                  </a:lnTo>
                  <a:lnTo>
                    <a:pt x="326568" y="700865"/>
                  </a:lnTo>
                  <a:lnTo>
                    <a:pt x="271976" y="712426"/>
                  </a:lnTo>
                  <a:lnTo>
                    <a:pt x="220496" y="728671"/>
                  </a:lnTo>
                  <a:lnTo>
                    <a:pt x="172775" y="749318"/>
                  </a:lnTo>
                  <a:lnTo>
                    <a:pt x="129459" y="774088"/>
                  </a:lnTo>
                  <a:lnTo>
                    <a:pt x="91196" y="802698"/>
                  </a:lnTo>
                  <a:lnTo>
                    <a:pt x="58632" y="834870"/>
                  </a:lnTo>
                  <a:lnTo>
                    <a:pt x="32699" y="869857"/>
                  </a:lnTo>
                  <a:lnTo>
                    <a:pt x="14404" y="906001"/>
                  </a:lnTo>
                  <a:lnTo>
                    <a:pt x="3565" y="942834"/>
                  </a:lnTo>
                  <a:lnTo>
                    <a:pt x="0" y="979887"/>
                  </a:lnTo>
                  <a:lnTo>
                    <a:pt x="3525" y="1016693"/>
                  </a:lnTo>
                  <a:lnTo>
                    <a:pt x="31118" y="1087689"/>
                  </a:lnTo>
                  <a:lnTo>
                    <a:pt x="54820" y="1120942"/>
                  </a:lnTo>
                  <a:lnTo>
                    <a:pt x="84884" y="1152074"/>
                  </a:lnTo>
                  <a:lnTo>
                    <a:pt x="121125" y="1180617"/>
                  </a:lnTo>
                  <a:lnTo>
                    <a:pt x="163363" y="1206103"/>
                  </a:lnTo>
                  <a:lnTo>
                    <a:pt x="211413" y="1228062"/>
                  </a:lnTo>
                  <a:lnTo>
                    <a:pt x="172093" y="1260546"/>
                  </a:lnTo>
                  <a:lnTo>
                    <a:pt x="140574" y="1296130"/>
                  </a:lnTo>
                  <a:lnTo>
                    <a:pt x="117163" y="1334186"/>
                  </a:lnTo>
                  <a:lnTo>
                    <a:pt x="102166" y="1374086"/>
                  </a:lnTo>
                  <a:lnTo>
                    <a:pt x="95888" y="1415202"/>
                  </a:lnTo>
                  <a:lnTo>
                    <a:pt x="98637" y="1456906"/>
                  </a:lnTo>
                  <a:lnTo>
                    <a:pt x="123938" y="1525867"/>
                  </a:lnTo>
                  <a:lnTo>
                    <a:pt x="145353" y="1557379"/>
                  </a:lnTo>
                  <a:lnTo>
                    <a:pt x="172016" y="1586600"/>
                  </a:lnTo>
                  <a:lnTo>
                    <a:pt x="203481" y="1613294"/>
                  </a:lnTo>
                  <a:lnTo>
                    <a:pt x="239302" y="1637227"/>
                  </a:lnTo>
                  <a:lnTo>
                    <a:pt x="279033" y="1658164"/>
                  </a:lnTo>
                  <a:lnTo>
                    <a:pt x="322226" y="1675870"/>
                  </a:lnTo>
                  <a:lnTo>
                    <a:pt x="368436" y="1690111"/>
                  </a:lnTo>
                  <a:lnTo>
                    <a:pt x="417217" y="1700652"/>
                  </a:lnTo>
                  <a:lnTo>
                    <a:pt x="468123" y="1707258"/>
                  </a:lnTo>
                  <a:lnTo>
                    <a:pt x="520706" y="1709694"/>
                  </a:lnTo>
                  <a:lnTo>
                    <a:pt x="574521" y="1707726"/>
                  </a:lnTo>
                  <a:lnTo>
                    <a:pt x="582507" y="1716870"/>
                  </a:lnTo>
                  <a:lnTo>
                    <a:pt x="612077" y="1747414"/>
                  </a:lnTo>
                  <a:lnTo>
                    <a:pt x="644312" y="1776076"/>
                  </a:lnTo>
                  <a:lnTo>
                    <a:pt x="679034" y="1802826"/>
                  </a:lnTo>
                  <a:lnTo>
                    <a:pt x="716067" y="1827636"/>
                  </a:lnTo>
                  <a:lnTo>
                    <a:pt x="755236" y="1850475"/>
                  </a:lnTo>
                  <a:lnTo>
                    <a:pt x="796363" y="1871315"/>
                  </a:lnTo>
                  <a:lnTo>
                    <a:pt x="839273" y="1890125"/>
                  </a:lnTo>
                  <a:lnTo>
                    <a:pt x="883789" y="1906877"/>
                  </a:lnTo>
                  <a:lnTo>
                    <a:pt x="929736" y="1921541"/>
                  </a:lnTo>
                  <a:lnTo>
                    <a:pt x="976936" y="1934087"/>
                  </a:lnTo>
                  <a:lnTo>
                    <a:pt x="1025213" y="1944487"/>
                  </a:lnTo>
                  <a:lnTo>
                    <a:pt x="1074392" y="1952710"/>
                  </a:lnTo>
                  <a:lnTo>
                    <a:pt x="1124295" y="1958728"/>
                  </a:lnTo>
                  <a:lnTo>
                    <a:pt x="1174746" y="1962511"/>
                  </a:lnTo>
                  <a:lnTo>
                    <a:pt x="1225570" y="1964029"/>
                  </a:lnTo>
                  <a:lnTo>
                    <a:pt x="1276590" y="1963253"/>
                  </a:lnTo>
                  <a:lnTo>
                    <a:pt x="1327630" y="1960154"/>
                  </a:lnTo>
                  <a:lnTo>
                    <a:pt x="1378512" y="1954703"/>
                  </a:lnTo>
                  <a:lnTo>
                    <a:pt x="1429062" y="1946869"/>
                  </a:lnTo>
                  <a:lnTo>
                    <a:pt x="1479102" y="1936624"/>
                  </a:lnTo>
                  <a:lnTo>
                    <a:pt x="1528457" y="1923937"/>
                  </a:lnTo>
                  <a:lnTo>
                    <a:pt x="1576950" y="1908781"/>
                  </a:lnTo>
                  <a:lnTo>
                    <a:pt x="1624405" y="1891124"/>
                  </a:lnTo>
                  <a:lnTo>
                    <a:pt x="1658325" y="1922186"/>
                  </a:lnTo>
                  <a:lnTo>
                    <a:pt x="1695907" y="1951006"/>
                  </a:lnTo>
                  <a:lnTo>
                    <a:pt x="1736894" y="1977462"/>
                  </a:lnTo>
                  <a:lnTo>
                    <a:pt x="1781030" y="2001427"/>
                  </a:lnTo>
                  <a:lnTo>
                    <a:pt x="1828060" y="2022780"/>
                  </a:lnTo>
                  <a:lnTo>
                    <a:pt x="1877727" y="2041396"/>
                  </a:lnTo>
                  <a:lnTo>
                    <a:pt x="1929774" y="2057150"/>
                  </a:lnTo>
                  <a:lnTo>
                    <a:pt x="1983947" y="2069920"/>
                  </a:lnTo>
                  <a:lnTo>
                    <a:pt x="2036715" y="2079089"/>
                  </a:lnTo>
                  <a:lnTo>
                    <a:pt x="2089564" y="2085270"/>
                  </a:lnTo>
                  <a:lnTo>
                    <a:pt x="2142282" y="2088537"/>
                  </a:lnTo>
                  <a:lnTo>
                    <a:pt x="2194656" y="2088969"/>
                  </a:lnTo>
                  <a:lnTo>
                    <a:pt x="2246472" y="2086641"/>
                  </a:lnTo>
                  <a:lnTo>
                    <a:pt x="2297517" y="2081631"/>
                  </a:lnTo>
                  <a:lnTo>
                    <a:pt x="2347578" y="2074014"/>
                  </a:lnTo>
                  <a:lnTo>
                    <a:pt x="2396443" y="2063867"/>
                  </a:lnTo>
                  <a:lnTo>
                    <a:pt x="2443897" y="2051266"/>
                  </a:lnTo>
                  <a:lnTo>
                    <a:pt x="2489728" y="2036289"/>
                  </a:lnTo>
                  <a:lnTo>
                    <a:pt x="2533723" y="2019011"/>
                  </a:lnTo>
                  <a:lnTo>
                    <a:pt x="2575668" y="1999510"/>
                  </a:lnTo>
                  <a:lnTo>
                    <a:pt x="2615351" y="1977861"/>
                  </a:lnTo>
                  <a:lnTo>
                    <a:pt x="2652558" y="1954141"/>
                  </a:lnTo>
                  <a:lnTo>
                    <a:pt x="2687076" y="1928426"/>
                  </a:lnTo>
                  <a:lnTo>
                    <a:pt x="2718692" y="1900794"/>
                  </a:lnTo>
                  <a:lnTo>
                    <a:pt x="2747194" y="1871321"/>
                  </a:lnTo>
                  <a:lnTo>
                    <a:pt x="2772366" y="1840083"/>
                  </a:lnTo>
                  <a:lnTo>
                    <a:pt x="2793998" y="1807156"/>
                  </a:lnTo>
                  <a:lnTo>
                    <a:pt x="2811875" y="1772618"/>
                  </a:lnTo>
                  <a:lnTo>
                    <a:pt x="2857521" y="1789776"/>
                  </a:lnTo>
                  <a:lnTo>
                    <a:pt x="2905102" y="1803994"/>
                  </a:lnTo>
                  <a:lnTo>
                    <a:pt x="2954312" y="1815214"/>
                  </a:lnTo>
                  <a:lnTo>
                    <a:pt x="3004845" y="1823375"/>
                  </a:lnTo>
                  <a:lnTo>
                    <a:pt x="3056396" y="1828419"/>
                  </a:lnTo>
                  <a:lnTo>
                    <a:pt x="3108659" y="1830286"/>
                  </a:lnTo>
                  <a:lnTo>
                    <a:pt x="3166852" y="1828649"/>
                  </a:lnTo>
                  <a:lnTo>
                    <a:pt x="3223408" y="1823202"/>
                  </a:lnTo>
                  <a:lnTo>
                    <a:pt x="3278039" y="1814135"/>
                  </a:lnTo>
                  <a:lnTo>
                    <a:pt x="3330457" y="1801637"/>
                  </a:lnTo>
                  <a:lnTo>
                    <a:pt x="3380374" y="1785898"/>
                  </a:lnTo>
                  <a:lnTo>
                    <a:pt x="3427502" y="1767107"/>
                  </a:lnTo>
                  <a:lnTo>
                    <a:pt x="3471553" y="1745454"/>
                  </a:lnTo>
                  <a:lnTo>
                    <a:pt x="3512241" y="1721130"/>
                  </a:lnTo>
                  <a:lnTo>
                    <a:pt x="3549276" y="1694323"/>
                  </a:lnTo>
                  <a:lnTo>
                    <a:pt x="3582371" y="1665223"/>
                  </a:lnTo>
                  <a:lnTo>
                    <a:pt x="3611238" y="1634020"/>
                  </a:lnTo>
                  <a:lnTo>
                    <a:pt x="3635589" y="1600903"/>
                  </a:lnTo>
                  <a:lnTo>
                    <a:pt x="3655137" y="1566063"/>
                  </a:lnTo>
                  <a:lnTo>
                    <a:pt x="3669593" y="1529689"/>
                  </a:lnTo>
                  <a:lnTo>
                    <a:pt x="3678670" y="1491970"/>
                  </a:lnTo>
                  <a:lnTo>
                    <a:pt x="3682079" y="1453096"/>
                  </a:lnTo>
                  <a:lnTo>
                    <a:pt x="3738229" y="1446094"/>
                  </a:lnTo>
                  <a:lnTo>
                    <a:pt x="3793070" y="1435934"/>
                  </a:lnTo>
                  <a:lnTo>
                    <a:pt x="3846317" y="1422696"/>
                  </a:lnTo>
                  <a:lnTo>
                    <a:pt x="3897681" y="1406464"/>
                  </a:lnTo>
                  <a:lnTo>
                    <a:pt x="3946876" y="1387319"/>
                  </a:lnTo>
                  <a:lnTo>
                    <a:pt x="3993615" y="1365344"/>
                  </a:lnTo>
                  <a:lnTo>
                    <a:pt x="4040055" y="1339200"/>
                  </a:lnTo>
                  <a:lnTo>
                    <a:pt x="4082062" y="1310870"/>
                  </a:lnTo>
                  <a:lnTo>
                    <a:pt x="4119595" y="1280576"/>
                  </a:lnTo>
                  <a:lnTo>
                    <a:pt x="4152609" y="1248538"/>
                  </a:lnTo>
                  <a:lnTo>
                    <a:pt x="4181062" y="1214976"/>
                  </a:lnTo>
                  <a:lnTo>
                    <a:pt x="4204909" y="1180112"/>
                  </a:lnTo>
                  <a:lnTo>
                    <a:pt x="4224109" y="1144165"/>
                  </a:lnTo>
                  <a:lnTo>
                    <a:pt x="4238617" y="1107356"/>
                  </a:lnTo>
                  <a:lnTo>
                    <a:pt x="4248390" y="1069905"/>
                  </a:lnTo>
                  <a:lnTo>
                    <a:pt x="4253385" y="1032034"/>
                  </a:lnTo>
                  <a:lnTo>
                    <a:pt x="4253559" y="993963"/>
                  </a:lnTo>
                  <a:lnTo>
                    <a:pt x="4248868" y="955912"/>
                  </a:lnTo>
                  <a:lnTo>
                    <a:pt x="4239270" y="918102"/>
                  </a:lnTo>
                  <a:lnTo>
                    <a:pt x="4224720" y="880753"/>
                  </a:lnTo>
                  <a:lnTo>
                    <a:pt x="4205176" y="844086"/>
                  </a:lnTo>
                  <a:lnTo>
                    <a:pt x="4180594" y="808322"/>
                  </a:lnTo>
                  <a:lnTo>
                    <a:pt x="4150932" y="773680"/>
                  </a:lnTo>
                  <a:lnTo>
                    <a:pt x="4116145" y="740382"/>
                  </a:lnTo>
                  <a:lnTo>
                    <a:pt x="4123084" y="729066"/>
                  </a:lnTo>
                  <a:lnTo>
                    <a:pt x="4140285" y="694266"/>
                  </a:lnTo>
                  <a:lnTo>
                    <a:pt x="4152326" y="656765"/>
                  </a:lnTo>
                  <a:lnTo>
                    <a:pt x="4158167" y="619369"/>
                  </a:lnTo>
                  <a:lnTo>
                    <a:pt x="4158032" y="582341"/>
                  </a:lnTo>
                  <a:lnTo>
                    <a:pt x="4140733" y="510447"/>
                  </a:lnTo>
                  <a:lnTo>
                    <a:pt x="4124018" y="476107"/>
                  </a:lnTo>
                  <a:lnTo>
                    <a:pt x="4102225" y="443191"/>
                  </a:lnTo>
                  <a:lnTo>
                    <a:pt x="4075578" y="411961"/>
                  </a:lnTo>
                  <a:lnTo>
                    <a:pt x="4044302" y="382682"/>
                  </a:lnTo>
                  <a:lnTo>
                    <a:pt x="4008620" y="355617"/>
                  </a:lnTo>
                  <a:lnTo>
                    <a:pt x="3968759" y="331030"/>
                  </a:lnTo>
                  <a:lnTo>
                    <a:pt x="3924941" y="309184"/>
                  </a:lnTo>
                  <a:lnTo>
                    <a:pt x="3877392" y="290343"/>
                  </a:lnTo>
                  <a:lnTo>
                    <a:pt x="3826335" y="274771"/>
                  </a:lnTo>
                  <a:lnTo>
                    <a:pt x="3771995" y="262730"/>
                  </a:lnTo>
                  <a:lnTo>
                    <a:pt x="3755779" y="219900"/>
                  </a:lnTo>
                  <a:lnTo>
                    <a:pt x="3731071" y="179266"/>
                  </a:lnTo>
                  <a:lnTo>
                    <a:pt x="3698341" y="141378"/>
                  </a:lnTo>
                  <a:lnTo>
                    <a:pt x="3658059" y="106786"/>
                  </a:lnTo>
                  <a:lnTo>
                    <a:pt x="3610695" y="76040"/>
                  </a:lnTo>
                  <a:lnTo>
                    <a:pt x="3569192" y="54991"/>
                  </a:lnTo>
                  <a:lnTo>
                    <a:pt x="3525425" y="37400"/>
                  </a:lnTo>
                  <a:lnTo>
                    <a:pt x="3479804" y="23245"/>
                  </a:lnTo>
                  <a:lnTo>
                    <a:pt x="3432741" y="12503"/>
                  </a:lnTo>
                  <a:lnTo>
                    <a:pt x="3384647" y="5151"/>
                  </a:lnTo>
                  <a:lnTo>
                    <a:pt x="3335934" y="1165"/>
                  </a:lnTo>
                  <a:lnTo>
                    <a:pt x="3287012" y="523"/>
                  </a:lnTo>
                  <a:lnTo>
                    <a:pt x="3238294" y="3201"/>
                  </a:lnTo>
                  <a:lnTo>
                    <a:pt x="3190189" y="9176"/>
                  </a:lnTo>
                  <a:lnTo>
                    <a:pt x="3143109" y="18426"/>
                  </a:lnTo>
                  <a:lnTo>
                    <a:pt x="3097466" y="30927"/>
                  </a:lnTo>
                  <a:lnTo>
                    <a:pt x="3053671" y="46657"/>
                  </a:lnTo>
                  <a:lnTo>
                    <a:pt x="3012134" y="65591"/>
                  </a:lnTo>
                  <a:lnTo>
                    <a:pt x="2973268" y="87707"/>
                  </a:lnTo>
                  <a:lnTo>
                    <a:pt x="2937483" y="112982"/>
                  </a:lnTo>
                  <a:lnTo>
                    <a:pt x="2905573" y="88058"/>
                  </a:lnTo>
                  <a:lnTo>
                    <a:pt x="2869741" y="65818"/>
                  </a:lnTo>
                  <a:lnTo>
                    <a:pt x="2830344" y="46464"/>
                  </a:lnTo>
                  <a:lnTo>
                    <a:pt x="2787735" y="30198"/>
                  </a:lnTo>
                  <a:lnTo>
                    <a:pt x="2738071" y="16106"/>
                  </a:lnTo>
                  <a:lnTo>
                    <a:pt x="2687324" y="6455"/>
                  </a:lnTo>
                  <a:lnTo>
                    <a:pt x="2636032" y="1127"/>
                  </a:lnTo>
                  <a:lnTo>
                    <a:pt x="2584737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4279" y="3861185"/>
              <a:ext cx="232044" cy="2468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20789" y="3634343"/>
              <a:ext cx="348615" cy="348615"/>
            </a:xfrm>
            <a:custGeom>
              <a:avLst/>
              <a:gdLst/>
              <a:ahLst/>
              <a:cxnLst/>
              <a:rect l="l" t="t" r="r" b="b"/>
              <a:pathLst>
                <a:path w="348614" h="348614">
                  <a:moveTo>
                    <a:pt x="174132" y="0"/>
                  </a:moveTo>
                  <a:lnTo>
                    <a:pt x="127853" y="6213"/>
                  </a:lnTo>
                  <a:lnTo>
                    <a:pt x="86260" y="23750"/>
                  </a:lnTo>
                  <a:lnTo>
                    <a:pt x="51015" y="50954"/>
                  </a:lnTo>
                  <a:lnTo>
                    <a:pt x="23782" y="86170"/>
                  </a:lnTo>
                  <a:lnTo>
                    <a:pt x="6222" y="127740"/>
                  </a:lnTo>
                  <a:lnTo>
                    <a:pt x="0" y="174010"/>
                  </a:lnTo>
                  <a:lnTo>
                    <a:pt x="6222" y="220278"/>
                  </a:lnTo>
                  <a:lnTo>
                    <a:pt x="23782" y="261844"/>
                  </a:lnTo>
                  <a:lnTo>
                    <a:pt x="51015" y="297055"/>
                  </a:lnTo>
                  <a:lnTo>
                    <a:pt x="86260" y="324254"/>
                  </a:lnTo>
                  <a:lnTo>
                    <a:pt x="127853" y="341787"/>
                  </a:lnTo>
                  <a:lnTo>
                    <a:pt x="174132" y="347999"/>
                  </a:lnTo>
                  <a:lnTo>
                    <a:pt x="220357" y="341787"/>
                  </a:lnTo>
                  <a:lnTo>
                    <a:pt x="261910" y="324254"/>
                  </a:lnTo>
                  <a:lnTo>
                    <a:pt x="297126" y="297055"/>
                  </a:lnTo>
                  <a:lnTo>
                    <a:pt x="324342" y="261844"/>
                  </a:lnTo>
                  <a:lnTo>
                    <a:pt x="341892" y="220278"/>
                  </a:lnTo>
                  <a:lnTo>
                    <a:pt x="348112" y="174010"/>
                  </a:lnTo>
                  <a:lnTo>
                    <a:pt x="341892" y="127740"/>
                  </a:lnTo>
                  <a:lnTo>
                    <a:pt x="324342" y="86170"/>
                  </a:lnTo>
                  <a:lnTo>
                    <a:pt x="297126" y="50954"/>
                  </a:lnTo>
                  <a:lnTo>
                    <a:pt x="261910" y="23750"/>
                  </a:lnTo>
                  <a:lnTo>
                    <a:pt x="220357" y="6213"/>
                  </a:lnTo>
                  <a:lnTo>
                    <a:pt x="174132" y="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8174" y="1707679"/>
              <a:ext cx="4253865" cy="2089150"/>
            </a:xfrm>
            <a:custGeom>
              <a:avLst/>
              <a:gdLst/>
              <a:ahLst/>
              <a:cxnLst/>
              <a:rect l="l" t="t" r="r" b="b"/>
              <a:pathLst>
                <a:path w="4253865" h="2089150">
                  <a:moveTo>
                    <a:pt x="387185" y="687804"/>
                  </a:moveTo>
                  <a:lnTo>
                    <a:pt x="381864" y="649586"/>
                  </a:lnTo>
                  <a:lnTo>
                    <a:pt x="381427" y="611842"/>
                  </a:lnTo>
                  <a:lnTo>
                    <a:pt x="385703" y="574720"/>
                  </a:lnTo>
                  <a:lnTo>
                    <a:pt x="407713" y="502945"/>
                  </a:lnTo>
                  <a:lnTo>
                    <a:pt x="425104" y="468591"/>
                  </a:lnTo>
                  <a:lnTo>
                    <a:pt x="446525" y="435459"/>
                  </a:lnTo>
                  <a:lnTo>
                    <a:pt x="471804" y="403698"/>
                  </a:lnTo>
                  <a:lnTo>
                    <a:pt x="500771" y="373458"/>
                  </a:lnTo>
                  <a:lnTo>
                    <a:pt x="533254" y="344889"/>
                  </a:lnTo>
                  <a:lnTo>
                    <a:pt x="569083" y="318141"/>
                  </a:lnTo>
                  <a:lnTo>
                    <a:pt x="608087" y="293363"/>
                  </a:lnTo>
                  <a:lnTo>
                    <a:pt x="650094" y="270705"/>
                  </a:lnTo>
                  <a:lnTo>
                    <a:pt x="694935" y="250317"/>
                  </a:lnTo>
                  <a:lnTo>
                    <a:pt x="742437" y="232348"/>
                  </a:lnTo>
                  <a:lnTo>
                    <a:pt x="792430" y="216948"/>
                  </a:lnTo>
                  <a:lnTo>
                    <a:pt x="844742" y="204266"/>
                  </a:lnTo>
                  <a:lnTo>
                    <a:pt x="899204" y="194453"/>
                  </a:lnTo>
                  <a:lnTo>
                    <a:pt x="955643" y="187658"/>
                  </a:lnTo>
                  <a:lnTo>
                    <a:pt x="1004804" y="184446"/>
                  </a:lnTo>
                  <a:lnTo>
                    <a:pt x="1053948" y="183673"/>
                  </a:lnTo>
                  <a:lnTo>
                    <a:pt x="1102880" y="185316"/>
                  </a:lnTo>
                  <a:lnTo>
                    <a:pt x="1151401" y="189350"/>
                  </a:lnTo>
                  <a:lnTo>
                    <a:pt x="1199315" y="195752"/>
                  </a:lnTo>
                  <a:lnTo>
                    <a:pt x="1246425" y="204499"/>
                  </a:lnTo>
                  <a:lnTo>
                    <a:pt x="1292534" y="215565"/>
                  </a:lnTo>
                  <a:lnTo>
                    <a:pt x="1337445" y="228928"/>
                  </a:lnTo>
                  <a:lnTo>
                    <a:pt x="1380961" y="244564"/>
                  </a:lnTo>
                  <a:lnTo>
                    <a:pt x="1408508" y="213697"/>
                  </a:lnTo>
                  <a:lnTo>
                    <a:pt x="1439955" y="185392"/>
                  </a:lnTo>
                  <a:lnTo>
                    <a:pt x="1474946" y="159722"/>
                  </a:lnTo>
                  <a:lnTo>
                    <a:pt x="1513124" y="136760"/>
                  </a:lnTo>
                  <a:lnTo>
                    <a:pt x="1554134" y="116581"/>
                  </a:lnTo>
                  <a:lnTo>
                    <a:pt x="1597618" y="99256"/>
                  </a:lnTo>
                  <a:lnTo>
                    <a:pt x="1643221" y="84860"/>
                  </a:lnTo>
                  <a:lnTo>
                    <a:pt x="1690585" y="73465"/>
                  </a:lnTo>
                  <a:lnTo>
                    <a:pt x="1739354" y="65144"/>
                  </a:lnTo>
                  <a:lnTo>
                    <a:pt x="1789172" y="59972"/>
                  </a:lnTo>
                  <a:lnTo>
                    <a:pt x="1839682" y="58021"/>
                  </a:lnTo>
                  <a:lnTo>
                    <a:pt x="1890528" y="59364"/>
                  </a:lnTo>
                  <a:lnTo>
                    <a:pt x="1941353" y="64075"/>
                  </a:lnTo>
                  <a:lnTo>
                    <a:pt x="1991801" y="72226"/>
                  </a:lnTo>
                  <a:lnTo>
                    <a:pt x="2041515" y="83891"/>
                  </a:lnTo>
                  <a:lnTo>
                    <a:pt x="2090139" y="99144"/>
                  </a:lnTo>
                  <a:lnTo>
                    <a:pt x="2154323" y="126115"/>
                  </a:lnTo>
                  <a:lnTo>
                    <a:pt x="2212059" y="159098"/>
                  </a:lnTo>
                  <a:lnTo>
                    <a:pt x="2239076" y="127819"/>
                  </a:lnTo>
                  <a:lnTo>
                    <a:pt x="2270951" y="99660"/>
                  </a:lnTo>
                  <a:lnTo>
                    <a:pt x="2307145" y="74741"/>
                  </a:lnTo>
                  <a:lnTo>
                    <a:pt x="2347117" y="53182"/>
                  </a:lnTo>
                  <a:lnTo>
                    <a:pt x="2390326" y="35104"/>
                  </a:lnTo>
                  <a:lnTo>
                    <a:pt x="2436233" y="20626"/>
                  </a:lnTo>
                  <a:lnTo>
                    <a:pt x="2484297" y="9870"/>
                  </a:lnTo>
                  <a:lnTo>
                    <a:pt x="2533979" y="2954"/>
                  </a:lnTo>
                  <a:lnTo>
                    <a:pt x="2584737" y="0"/>
                  </a:lnTo>
                  <a:lnTo>
                    <a:pt x="2636032" y="1127"/>
                  </a:lnTo>
                  <a:lnTo>
                    <a:pt x="2687324" y="6455"/>
                  </a:lnTo>
                  <a:lnTo>
                    <a:pt x="2738071" y="16106"/>
                  </a:lnTo>
                  <a:lnTo>
                    <a:pt x="2787735" y="30198"/>
                  </a:lnTo>
                  <a:lnTo>
                    <a:pt x="2830344" y="46464"/>
                  </a:lnTo>
                  <a:lnTo>
                    <a:pt x="2869741" y="65818"/>
                  </a:lnTo>
                  <a:lnTo>
                    <a:pt x="2905573" y="88058"/>
                  </a:lnTo>
                  <a:lnTo>
                    <a:pt x="2937483" y="112982"/>
                  </a:lnTo>
                  <a:lnTo>
                    <a:pt x="2973268" y="87707"/>
                  </a:lnTo>
                  <a:lnTo>
                    <a:pt x="3012134" y="65591"/>
                  </a:lnTo>
                  <a:lnTo>
                    <a:pt x="3053671" y="46657"/>
                  </a:lnTo>
                  <a:lnTo>
                    <a:pt x="3097466" y="30927"/>
                  </a:lnTo>
                  <a:lnTo>
                    <a:pt x="3143109" y="18426"/>
                  </a:lnTo>
                  <a:lnTo>
                    <a:pt x="3190189" y="9176"/>
                  </a:lnTo>
                  <a:lnTo>
                    <a:pt x="3238294" y="3201"/>
                  </a:lnTo>
                  <a:lnTo>
                    <a:pt x="3287012" y="523"/>
                  </a:lnTo>
                  <a:lnTo>
                    <a:pt x="3335934" y="1165"/>
                  </a:lnTo>
                  <a:lnTo>
                    <a:pt x="3384647" y="5151"/>
                  </a:lnTo>
                  <a:lnTo>
                    <a:pt x="3432741" y="12503"/>
                  </a:lnTo>
                  <a:lnTo>
                    <a:pt x="3479804" y="23245"/>
                  </a:lnTo>
                  <a:lnTo>
                    <a:pt x="3525425" y="37400"/>
                  </a:lnTo>
                  <a:lnTo>
                    <a:pt x="3569192" y="54991"/>
                  </a:lnTo>
                  <a:lnTo>
                    <a:pt x="3610695" y="76040"/>
                  </a:lnTo>
                  <a:lnTo>
                    <a:pt x="3658059" y="106786"/>
                  </a:lnTo>
                  <a:lnTo>
                    <a:pt x="3698341" y="141378"/>
                  </a:lnTo>
                  <a:lnTo>
                    <a:pt x="3731071" y="179266"/>
                  </a:lnTo>
                  <a:lnTo>
                    <a:pt x="3755779" y="219900"/>
                  </a:lnTo>
                  <a:lnTo>
                    <a:pt x="3771995" y="262730"/>
                  </a:lnTo>
                  <a:lnTo>
                    <a:pt x="3826335" y="274771"/>
                  </a:lnTo>
                  <a:lnTo>
                    <a:pt x="3877392" y="290343"/>
                  </a:lnTo>
                  <a:lnTo>
                    <a:pt x="3924941" y="309184"/>
                  </a:lnTo>
                  <a:lnTo>
                    <a:pt x="3968759" y="331030"/>
                  </a:lnTo>
                  <a:lnTo>
                    <a:pt x="4008620" y="355617"/>
                  </a:lnTo>
                  <a:lnTo>
                    <a:pt x="4044302" y="382682"/>
                  </a:lnTo>
                  <a:lnTo>
                    <a:pt x="4075578" y="411961"/>
                  </a:lnTo>
                  <a:lnTo>
                    <a:pt x="4102225" y="443191"/>
                  </a:lnTo>
                  <a:lnTo>
                    <a:pt x="4124018" y="476107"/>
                  </a:lnTo>
                  <a:lnTo>
                    <a:pt x="4140733" y="510447"/>
                  </a:lnTo>
                  <a:lnTo>
                    <a:pt x="4158032" y="582341"/>
                  </a:lnTo>
                  <a:lnTo>
                    <a:pt x="4158167" y="619369"/>
                  </a:lnTo>
                  <a:lnTo>
                    <a:pt x="4152326" y="656765"/>
                  </a:lnTo>
                  <a:lnTo>
                    <a:pt x="4140285" y="694266"/>
                  </a:lnTo>
                  <a:lnTo>
                    <a:pt x="4123084" y="729066"/>
                  </a:lnTo>
                  <a:lnTo>
                    <a:pt x="4116145" y="740382"/>
                  </a:lnTo>
                  <a:lnTo>
                    <a:pt x="4150932" y="773680"/>
                  </a:lnTo>
                  <a:lnTo>
                    <a:pt x="4180594" y="808322"/>
                  </a:lnTo>
                  <a:lnTo>
                    <a:pt x="4205176" y="844086"/>
                  </a:lnTo>
                  <a:lnTo>
                    <a:pt x="4224720" y="880753"/>
                  </a:lnTo>
                  <a:lnTo>
                    <a:pt x="4239270" y="918102"/>
                  </a:lnTo>
                  <a:lnTo>
                    <a:pt x="4248868" y="955912"/>
                  </a:lnTo>
                  <a:lnTo>
                    <a:pt x="4253559" y="993963"/>
                  </a:lnTo>
                  <a:lnTo>
                    <a:pt x="4253385" y="1032034"/>
                  </a:lnTo>
                  <a:lnTo>
                    <a:pt x="4248390" y="1069905"/>
                  </a:lnTo>
                  <a:lnTo>
                    <a:pt x="4238617" y="1107356"/>
                  </a:lnTo>
                  <a:lnTo>
                    <a:pt x="4224109" y="1144165"/>
                  </a:lnTo>
                  <a:lnTo>
                    <a:pt x="4204909" y="1180112"/>
                  </a:lnTo>
                  <a:lnTo>
                    <a:pt x="4181062" y="1214976"/>
                  </a:lnTo>
                  <a:lnTo>
                    <a:pt x="4152609" y="1248538"/>
                  </a:lnTo>
                  <a:lnTo>
                    <a:pt x="4119595" y="1280576"/>
                  </a:lnTo>
                  <a:lnTo>
                    <a:pt x="4082062" y="1310870"/>
                  </a:lnTo>
                  <a:lnTo>
                    <a:pt x="4040055" y="1339200"/>
                  </a:lnTo>
                  <a:lnTo>
                    <a:pt x="3993615" y="1365344"/>
                  </a:lnTo>
                  <a:lnTo>
                    <a:pt x="3946876" y="1387319"/>
                  </a:lnTo>
                  <a:lnTo>
                    <a:pt x="3897681" y="1406464"/>
                  </a:lnTo>
                  <a:lnTo>
                    <a:pt x="3846317" y="1422696"/>
                  </a:lnTo>
                  <a:lnTo>
                    <a:pt x="3793070" y="1435934"/>
                  </a:lnTo>
                  <a:lnTo>
                    <a:pt x="3738229" y="1446094"/>
                  </a:lnTo>
                  <a:lnTo>
                    <a:pt x="3682079" y="1453096"/>
                  </a:lnTo>
                  <a:lnTo>
                    <a:pt x="3678670" y="1491970"/>
                  </a:lnTo>
                  <a:lnTo>
                    <a:pt x="3669593" y="1529689"/>
                  </a:lnTo>
                  <a:lnTo>
                    <a:pt x="3655137" y="1566063"/>
                  </a:lnTo>
                  <a:lnTo>
                    <a:pt x="3635589" y="1600903"/>
                  </a:lnTo>
                  <a:lnTo>
                    <a:pt x="3611238" y="1634020"/>
                  </a:lnTo>
                  <a:lnTo>
                    <a:pt x="3582371" y="1665223"/>
                  </a:lnTo>
                  <a:lnTo>
                    <a:pt x="3549276" y="1694323"/>
                  </a:lnTo>
                  <a:lnTo>
                    <a:pt x="3512241" y="1721130"/>
                  </a:lnTo>
                  <a:lnTo>
                    <a:pt x="3471553" y="1745454"/>
                  </a:lnTo>
                  <a:lnTo>
                    <a:pt x="3427502" y="1767107"/>
                  </a:lnTo>
                  <a:lnTo>
                    <a:pt x="3380374" y="1785898"/>
                  </a:lnTo>
                  <a:lnTo>
                    <a:pt x="3330457" y="1801637"/>
                  </a:lnTo>
                  <a:lnTo>
                    <a:pt x="3278039" y="1814135"/>
                  </a:lnTo>
                  <a:lnTo>
                    <a:pt x="3223408" y="1823202"/>
                  </a:lnTo>
                  <a:lnTo>
                    <a:pt x="3166852" y="1828649"/>
                  </a:lnTo>
                  <a:lnTo>
                    <a:pt x="3108659" y="1830286"/>
                  </a:lnTo>
                  <a:lnTo>
                    <a:pt x="3056396" y="1828419"/>
                  </a:lnTo>
                  <a:lnTo>
                    <a:pt x="3004845" y="1823375"/>
                  </a:lnTo>
                  <a:lnTo>
                    <a:pt x="2954312" y="1815214"/>
                  </a:lnTo>
                  <a:lnTo>
                    <a:pt x="2905102" y="1803994"/>
                  </a:lnTo>
                  <a:lnTo>
                    <a:pt x="2857521" y="1789776"/>
                  </a:lnTo>
                  <a:lnTo>
                    <a:pt x="2811875" y="1772618"/>
                  </a:lnTo>
                  <a:lnTo>
                    <a:pt x="2793998" y="1807156"/>
                  </a:lnTo>
                  <a:lnTo>
                    <a:pt x="2772366" y="1840083"/>
                  </a:lnTo>
                  <a:lnTo>
                    <a:pt x="2747194" y="1871321"/>
                  </a:lnTo>
                  <a:lnTo>
                    <a:pt x="2718692" y="1900794"/>
                  </a:lnTo>
                  <a:lnTo>
                    <a:pt x="2687076" y="1928426"/>
                  </a:lnTo>
                  <a:lnTo>
                    <a:pt x="2652558" y="1954141"/>
                  </a:lnTo>
                  <a:lnTo>
                    <a:pt x="2615351" y="1977861"/>
                  </a:lnTo>
                  <a:lnTo>
                    <a:pt x="2575668" y="1999510"/>
                  </a:lnTo>
                  <a:lnTo>
                    <a:pt x="2533723" y="2019011"/>
                  </a:lnTo>
                  <a:lnTo>
                    <a:pt x="2489728" y="2036289"/>
                  </a:lnTo>
                  <a:lnTo>
                    <a:pt x="2443897" y="2051266"/>
                  </a:lnTo>
                  <a:lnTo>
                    <a:pt x="2396443" y="2063867"/>
                  </a:lnTo>
                  <a:lnTo>
                    <a:pt x="2347578" y="2074014"/>
                  </a:lnTo>
                  <a:lnTo>
                    <a:pt x="2297517" y="2081631"/>
                  </a:lnTo>
                  <a:lnTo>
                    <a:pt x="2246472" y="2086641"/>
                  </a:lnTo>
                  <a:lnTo>
                    <a:pt x="2194656" y="2088969"/>
                  </a:lnTo>
                  <a:lnTo>
                    <a:pt x="2142282" y="2088537"/>
                  </a:lnTo>
                  <a:lnTo>
                    <a:pt x="2089564" y="2085270"/>
                  </a:lnTo>
                  <a:lnTo>
                    <a:pt x="2036715" y="2079089"/>
                  </a:lnTo>
                  <a:lnTo>
                    <a:pt x="1983947" y="2069920"/>
                  </a:lnTo>
                  <a:lnTo>
                    <a:pt x="1929774" y="2057150"/>
                  </a:lnTo>
                  <a:lnTo>
                    <a:pt x="1877727" y="2041396"/>
                  </a:lnTo>
                  <a:lnTo>
                    <a:pt x="1828060" y="2022780"/>
                  </a:lnTo>
                  <a:lnTo>
                    <a:pt x="1781030" y="2001427"/>
                  </a:lnTo>
                  <a:lnTo>
                    <a:pt x="1736894" y="1977462"/>
                  </a:lnTo>
                  <a:lnTo>
                    <a:pt x="1695907" y="1951006"/>
                  </a:lnTo>
                  <a:lnTo>
                    <a:pt x="1658325" y="1922186"/>
                  </a:lnTo>
                  <a:lnTo>
                    <a:pt x="1624405" y="1891124"/>
                  </a:lnTo>
                  <a:lnTo>
                    <a:pt x="1576950" y="1908781"/>
                  </a:lnTo>
                  <a:lnTo>
                    <a:pt x="1528457" y="1923937"/>
                  </a:lnTo>
                  <a:lnTo>
                    <a:pt x="1479102" y="1936624"/>
                  </a:lnTo>
                  <a:lnTo>
                    <a:pt x="1429062" y="1946869"/>
                  </a:lnTo>
                  <a:lnTo>
                    <a:pt x="1378512" y="1954703"/>
                  </a:lnTo>
                  <a:lnTo>
                    <a:pt x="1327630" y="1960154"/>
                  </a:lnTo>
                  <a:lnTo>
                    <a:pt x="1276590" y="1963253"/>
                  </a:lnTo>
                  <a:lnTo>
                    <a:pt x="1225570" y="1964029"/>
                  </a:lnTo>
                  <a:lnTo>
                    <a:pt x="1174746" y="1962511"/>
                  </a:lnTo>
                  <a:lnTo>
                    <a:pt x="1124295" y="1958728"/>
                  </a:lnTo>
                  <a:lnTo>
                    <a:pt x="1074392" y="1952710"/>
                  </a:lnTo>
                  <a:lnTo>
                    <a:pt x="1025213" y="1944487"/>
                  </a:lnTo>
                  <a:lnTo>
                    <a:pt x="976936" y="1934087"/>
                  </a:lnTo>
                  <a:lnTo>
                    <a:pt x="929736" y="1921541"/>
                  </a:lnTo>
                  <a:lnTo>
                    <a:pt x="883789" y="1906877"/>
                  </a:lnTo>
                  <a:lnTo>
                    <a:pt x="839273" y="1890125"/>
                  </a:lnTo>
                  <a:lnTo>
                    <a:pt x="796363" y="1871315"/>
                  </a:lnTo>
                  <a:lnTo>
                    <a:pt x="755236" y="1850475"/>
                  </a:lnTo>
                  <a:lnTo>
                    <a:pt x="716067" y="1827636"/>
                  </a:lnTo>
                  <a:lnTo>
                    <a:pt x="679034" y="1802826"/>
                  </a:lnTo>
                  <a:lnTo>
                    <a:pt x="644312" y="1776076"/>
                  </a:lnTo>
                  <a:lnTo>
                    <a:pt x="612077" y="1747414"/>
                  </a:lnTo>
                  <a:lnTo>
                    <a:pt x="582507" y="1716870"/>
                  </a:lnTo>
                  <a:lnTo>
                    <a:pt x="579855" y="1713822"/>
                  </a:lnTo>
                  <a:lnTo>
                    <a:pt x="577173" y="1710774"/>
                  </a:lnTo>
                  <a:lnTo>
                    <a:pt x="574521" y="1707726"/>
                  </a:lnTo>
                  <a:lnTo>
                    <a:pt x="520706" y="1709694"/>
                  </a:lnTo>
                  <a:lnTo>
                    <a:pt x="468123" y="1707258"/>
                  </a:lnTo>
                  <a:lnTo>
                    <a:pt x="417217" y="1700652"/>
                  </a:lnTo>
                  <a:lnTo>
                    <a:pt x="368436" y="1690111"/>
                  </a:lnTo>
                  <a:lnTo>
                    <a:pt x="322226" y="1675870"/>
                  </a:lnTo>
                  <a:lnTo>
                    <a:pt x="279033" y="1658164"/>
                  </a:lnTo>
                  <a:lnTo>
                    <a:pt x="239302" y="1637227"/>
                  </a:lnTo>
                  <a:lnTo>
                    <a:pt x="203481" y="1613294"/>
                  </a:lnTo>
                  <a:lnTo>
                    <a:pt x="172016" y="1586600"/>
                  </a:lnTo>
                  <a:lnTo>
                    <a:pt x="145353" y="1557379"/>
                  </a:lnTo>
                  <a:lnTo>
                    <a:pt x="123938" y="1525867"/>
                  </a:lnTo>
                  <a:lnTo>
                    <a:pt x="98637" y="1456906"/>
                  </a:lnTo>
                  <a:lnTo>
                    <a:pt x="95888" y="1415202"/>
                  </a:lnTo>
                  <a:lnTo>
                    <a:pt x="102166" y="1374086"/>
                  </a:lnTo>
                  <a:lnTo>
                    <a:pt x="117163" y="1334186"/>
                  </a:lnTo>
                  <a:lnTo>
                    <a:pt x="140574" y="1296130"/>
                  </a:lnTo>
                  <a:lnTo>
                    <a:pt x="172093" y="1260546"/>
                  </a:lnTo>
                  <a:lnTo>
                    <a:pt x="211413" y="1228062"/>
                  </a:lnTo>
                  <a:lnTo>
                    <a:pt x="163363" y="1206103"/>
                  </a:lnTo>
                  <a:lnTo>
                    <a:pt x="121125" y="1180617"/>
                  </a:lnTo>
                  <a:lnTo>
                    <a:pt x="84884" y="1152074"/>
                  </a:lnTo>
                  <a:lnTo>
                    <a:pt x="54820" y="1120942"/>
                  </a:lnTo>
                  <a:lnTo>
                    <a:pt x="31118" y="1087689"/>
                  </a:lnTo>
                  <a:lnTo>
                    <a:pt x="13958" y="1052783"/>
                  </a:lnTo>
                  <a:lnTo>
                    <a:pt x="0" y="979887"/>
                  </a:lnTo>
                  <a:lnTo>
                    <a:pt x="3565" y="942834"/>
                  </a:lnTo>
                  <a:lnTo>
                    <a:pt x="14404" y="906001"/>
                  </a:lnTo>
                  <a:lnTo>
                    <a:pt x="32699" y="869857"/>
                  </a:lnTo>
                  <a:lnTo>
                    <a:pt x="58632" y="834870"/>
                  </a:lnTo>
                  <a:lnTo>
                    <a:pt x="91196" y="802698"/>
                  </a:lnTo>
                  <a:lnTo>
                    <a:pt x="129459" y="774088"/>
                  </a:lnTo>
                  <a:lnTo>
                    <a:pt x="172775" y="749318"/>
                  </a:lnTo>
                  <a:lnTo>
                    <a:pt x="220496" y="728671"/>
                  </a:lnTo>
                  <a:lnTo>
                    <a:pt x="271976" y="712426"/>
                  </a:lnTo>
                  <a:lnTo>
                    <a:pt x="326568" y="700865"/>
                  </a:lnTo>
                  <a:lnTo>
                    <a:pt x="383625" y="694266"/>
                  </a:lnTo>
                  <a:lnTo>
                    <a:pt x="387185" y="687804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0205" y="3979418"/>
              <a:ext cx="141498" cy="1413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04159" y="1813925"/>
              <a:ext cx="3898265" cy="2279650"/>
            </a:xfrm>
            <a:custGeom>
              <a:avLst/>
              <a:gdLst/>
              <a:ahLst/>
              <a:cxnLst/>
              <a:rect l="l" t="t" r="r" b="b"/>
              <a:pathLst>
                <a:path w="3898265" h="2279650">
                  <a:moveTo>
                    <a:pt x="1192164" y="2163333"/>
                  </a:moveTo>
                  <a:lnTo>
                    <a:pt x="1183044" y="2208454"/>
                  </a:lnTo>
                  <a:lnTo>
                    <a:pt x="1158179" y="2245313"/>
                  </a:lnTo>
                  <a:lnTo>
                    <a:pt x="1121312" y="2270171"/>
                  </a:lnTo>
                  <a:lnTo>
                    <a:pt x="1076187" y="2279288"/>
                  </a:lnTo>
                  <a:lnTo>
                    <a:pt x="1030997" y="2270171"/>
                  </a:lnTo>
                  <a:lnTo>
                    <a:pt x="994105" y="2245313"/>
                  </a:lnTo>
                  <a:lnTo>
                    <a:pt x="969237" y="2208454"/>
                  </a:lnTo>
                  <a:lnTo>
                    <a:pt x="960119" y="2163333"/>
                  </a:lnTo>
                  <a:lnTo>
                    <a:pt x="969237" y="2118137"/>
                  </a:lnTo>
                  <a:lnTo>
                    <a:pt x="994105" y="2081244"/>
                  </a:lnTo>
                  <a:lnTo>
                    <a:pt x="1030997" y="2056376"/>
                  </a:lnTo>
                  <a:lnTo>
                    <a:pt x="1076187" y="2047259"/>
                  </a:lnTo>
                  <a:lnTo>
                    <a:pt x="1121312" y="2056376"/>
                  </a:lnTo>
                  <a:lnTo>
                    <a:pt x="1158179" y="2081244"/>
                  </a:lnTo>
                  <a:lnTo>
                    <a:pt x="1183044" y="2118137"/>
                  </a:lnTo>
                  <a:lnTo>
                    <a:pt x="1192164" y="2163333"/>
                  </a:lnTo>
                  <a:close/>
                </a:path>
                <a:path w="3898265" h="2279650">
                  <a:moveTo>
                    <a:pt x="1364741" y="1994428"/>
                  </a:moveTo>
                  <a:lnTo>
                    <a:pt x="1358522" y="2040696"/>
                  </a:lnTo>
                  <a:lnTo>
                    <a:pt x="1340972" y="2082262"/>
                  </a:lnTo>
                  <a:lnTo>
                    <a:pt x="1313756" y="2117472"/>
                  </a:lnTo>
                  <a:lnTo>
                    <a:pt x="1278540" y="2144672"/>
                  </a:lnTo>
                  <a:lnTo>
                    <a:pt x="1236987" y="2162205"/>
                  </a:lnTo>
                  <a:lnTo>
                    <a:pt x="1190762" y="2168417"/>
                  </a:lnTo>
                  <a:lnTo>
                    <a:pt x="1144483" y="2162205"/>
                  </a:lnTo>
                  <a:lnTo>
                    <a:pt x="1102890" y="2144672"/>
                  </a:lnTo>
                  <a:lnTo>
                    <a:pt x="1067645" y="2117472"/>
                  </a:lnTo>
                  <a:lnTo>
                    <a:pt x="1040412" y="2082262"/>
                  </a:lnTo>
                  <a:lnTo>
                    <a:pt x="1022852" y="2040696"/>
                  </a:lnTo>
                  <a:lnTo>
                    <a:pt x="1016629" y="1994428"/>
                  </a:lnTo>
                  <a:lnTo>
                    <a:pt x="1022852" y="1948158"/>
                  </a:lnTo>
                  <a:lnTo>
                    <a:pt x="1040412" y="1906588"/>
                  </a:lnTo>
                  <a:lnTo>
                    <a:pt x="1067645" y="1871372"/>
                  </a:lnTo>
                  <a:lnTo>
                    <a:pt x="1102890" y="1844168"/>
                  </a:lnTo>
                  <a:lnTo>
                    <a:pt x="1144483" y="1826631"/>
                  </a:lnTo>
                  <a:lnTo>
                    <a:pt x="1190762" y="1820417"/>
                  </a:lnTo>
                  <a:lnTo>
                    <a:pt x="1236987" y="1826631"/>
                  </a:lnTo>
                  <a:lnTo>
                    <a:pt x="1278540" y="1844168"/>
                  </a:lnTo>
                  <a:lnTo>
                    <a:pt x="1313756" y="1871372"/>
                  </a:lnTo>
                  <a:lnTo>
                    <a:pt x="1340972" y="1906588"/>
                  </a:lnTo>
                  <a:lnTo>
                    <a:pt x="1358522" y="1948158"/>
                  </a:lnTo>
                  <a:lnTo>
                    <a:pt x="1364741" y="1994428"/>
                  </a:lnTo>
                  <a:close/>
                </a:path>
                <a:path w="3898265" h="2279650">
                  <a:moveTo>
                    <a:pt x="249173" y="1152296"/>
                  </a:moveTo>
                  <a:lnTo>
                    <a:pt x="197081" y="1152888"/>
                  </a:lnTo>
                  <a:lnTo>
                    <a:pt x="145569" y="1149236"/>
                  </a:lnTo>
                  <a:lnTo>
                    <a:pt x="95186" y="1141426"/>
                  </a:lnTo>
                  <a:lnTo>
                    <a:pt x="46480" y="1129545"/>
                  </a:lnTo>
                  <a:lnTo>
                    <a:pt x="0" y="1113678"/>
                  </a:lnTo>
                </a:path>
                <a:path w="3898265" h="2279650">
                  <a:moveTo>
                    <a:pt x="469026" y="1573804"/>
                  </a:moveTo>
                  <a:lnTo>
                    <a:pt x="442461" y="1580248"/>
                  </a:lnTo>
                  <a:lnTo>
                    <a:pt x="415381" y="1585493"/>
                  </a:lnTo>
                  <a:lnTo>
                    <a:pt x="387844" y="1589526"/>
                  </a:lnTo>
                  <a:lnTo>
                    <a:pt x="359907" y="1592336"/>
                  </a:lnTo>
                </a:path>
                <a:path w="3898265" h="2279650">
                  <a:moveTo>
                    <a:pt x="1408175" y="1776496"/>
                  </a:moveTo>
                  <a:lnTo>
                    <a:pt x="1389263" y="1756350"/>
                  </a:lnTo>
                  <a:lnTo>
                    <a:pt x="1371977" y="1735576"/>
                  </a:lnTo>
                  <a:lnTo>
                    <a:pt x="1356376" y="1714208"/>
                  </a:lnTo>
                  <a:lnTo>
                    <a:pt x="1342522" y="1692280"/>
                  </a:lnTo>
                </a:path>
                <a:path w="3898265" h="2279650">
                  <a:moveTo>
                    <a:pt x="2622560" y="1566671"/>
                  </a:moveTo>
                  <a:lnTo>
                    <a:pt x="2618773" y="1590112"/>
                  </a:lnTo>
                  <a:lnTo>
                    <a:pt x="2613137" y="1613329"/>
                  </a:lnTo>
                  <a:lnTo>
                    <a:pt x="2605667" y="1636306"/>
                  </a:lnTo>
                  <a:lnTo>
                    <a:pt x="2596377" y="1659026"/>
                  </a:lnTo>
                </a:path>
                <a:path w="3898265" h="2279650">
                  <a:moveTo>
                    <a:pt x="3144011" y="996452"/>
                  </a:moveTo>
                  <a:lnTo>
                    <a:pt x="3195928" y="1015636"/>
                  </a:lnTo>
                  <a:lnTo>
                    <a:pt x="3244000" y="1038037"/>
                  </a:lnTo>
                  <a:lnTo>
                    <a:pt x="3287986" y="1063393"/>
                  </a:lnTo>
                  <a:lnTo>
                    <a:pt x="3327644" y="1091444"/>
                  </a:lnTo>
                  <a:lnTo>
                    <a:pt x="3362734" y="1121930"/>
                  </a:lnTo>
                  <a:lnTo>
                    <a:pt x="3393014" y="1154590"/>
                  </a:lnTo>
                  <a:lnTo>
                    <a:pt x="3418241" y="1189164"/>
                  </a:lnTo>
                  <a:lnTo>
                    <a:pt x="3438176" y="1225392"/>
                  </a:lnTo>
                  <a:lnTo>
                    <a:pt x="3452576" y="1263013"/>
                  </a:lnTo>
                  <a:lnTo>
                    <a:pt x="3461201" y="1301767"/>
                  </a:lnTo>
                  <a:lnTo>
                    <a:pt x="3463808" y="1341394"/>
                  </a:lnTo>
                </a:path>
                <a:path w="3898265" h="2279650">
                  <a:moveTo>
                    <a:pt x="3898269" y="629046"/>
                  </a:moveTo>
                  <a:lnTo>
                    <a:pt x="3871183" y="665371"/>
                  </a:lnTo>
                  <a:lnTo>
                    <a:pt x="3838167" y="699275"/>
                  </a:lnTo>
                  <a:lnTo>
                    <a:pt x="3799579" y="730420"/>
                  </a:lnTo>
                  <a:lnTo>
                    <a:pt x="3755775" y="758464"/>
                  </a:lnTo>
                </a:path>
                <a:path w="3898265" h="2279650">
                  <a:moveTo>
                    <a:pt x="3556497" y="149108"/>
                  </a:moveTo>
                  <a:lnTo>
                    <a:pt x="3560058" y="164301"/>
                  </a:lnTo>
                  <a:lnTo>
                    <a:pt x="3562513" y="179557"/>
                  </a:lnTo>
                  <a:lnTo>
                    <a:pt x="3563865" y="194859"/>
                  </a:lnTo>
                  <a:lnTo>
                    <a:pt x="3564117" y="210190"/>
                  </a:lnTo>
                </a:path>
                <a:path w="3898265" h="2279650">
                  <a:moveTo>
                    <a:pt x="2647309" y="77876"/>
                  </a:moveTo>
                  <a:lnTo>
                    <a:pt x="2662336" y="57118"/>
                  </a:lnTo>
                  <a:lnTo>
                    <a:pt x="2679534" y="37177"/>
                  </a:lnTo>
                  <a:lnTo>
                    <a:pt x="2698847" y="18117"/>
                  </a:lnTo>
                  <a:lnTo>
                    <a:pt x="2720218" y="0"/>
                  </a:lnTo>
                </a:path>
                <a:path w="3898265" h="2279650">
                  <a:moveTo>
                    <a:pt x="1965076" y="115061"/>
                  </a:moveTo>
                  <a:lnTo>
                    <a:pt x="1971572" y="97716"/>
                  </a:lnTo>
                  <a:lnTo>
                    <a:pt x="1979626" y="80718"/>
                  </a:lnTo>
                  <a:lnTo>
                    <a:pt x="1989229" y="64098"/>
                  </a:lnTo>
                  <a:lnTo>
                    <a:pt x="2000371" y="47884"/>
                  </a:lnTo>
                </a:path>
                <a:path w="3898265" h="2279650">
                  <a:moveTo>
                    <a:pt x="1164457" y="137800"/>
                  </a:moveTo>
                  <a:lnTo>
                    <a:pt x="1198566" y="152180"/>
                  </a:lnTo>
                  <a:lnTo>
                    <a:pt x="1231292" y="167872"/>
                  </a:lnTo>
                  <a:lnTo>
                    <a:pt x="1262544" y="184850"/>
                  </a:lnTo>
                  <a:lnTo>
                    <a:pt x="1292230" y="203088"/>
                  </a:lnTo>
                </a:path>
                <a:path w="3898265" h="2279650">
                  <a:moveTo>
                    <a:pt x="193547" y="650138"/>
                  </a:moveTo>
                  <a:lnTo>
                    <a:pt x="186431" y="633199"/>
                  </a:lnTo>
                  <a:lnTo>
                    <a:pt x="180324" y="616122"/>
                  </a:lnTo>
                  <a:lnTo>
                    <a:pt x="175242" y="598909"/>
                  </a:lnTo>
                  <a:lnTo>
                    <a:pt x="171200" y="581558"/>
                  </a:lnTo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044445" y="2394962"/>
            <a:ext cx="104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FFFFFF"/>
                </a:solidFill>
              </a:rPr>
              <a:t>API?</a:t>
            </a:r>
            <a:endParaRPr sz="360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70EC9C-31C8-D846-D084-AF894A959B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25" dirty="0"/>
              <a:t> </a:t>
            </a:r>
            <a:r>
              <a:rPr dirty="0"/>
              <a:t>calls</a:t>
            </a:r>
            <a:r>
              <a:rPr spc="-5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hooks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932802"/>
            <a:ext cx="8342630" cy="28219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programming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(APIs)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interact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another.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medium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which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they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interact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message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asking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spc="-10" dirty="0">
                <a:latin typeface="Times New Roman"/>
                <a:cs typeface="Times New Roman"/>
              </a:rPr>
              <a:t>information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hooking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instrument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modify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behavior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calls.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75408-C238-028D-A31E-CFB7717284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spc="-55" dirty="0"/>
              <a:t> </a:t>
            </a:r>
            <a:r>
              <a:rPr spc="-10" dirty="0"/>
              <a:t>Level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58" y="932802"/>
            <a:ext cx="855916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application-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desire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only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last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implementation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computing.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platform.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generally used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 run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 that use </a:t>
            </a:r>
            <a:r>
              <a:rPr sz="2000" spc="-10" dirty="0">
                <a:latin typeface="Times New Roman"/>
                <a:cs typeface="Times New Roman"/>
              </a:rPr>
              <a:t>high-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languages.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above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layer,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turn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high-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compiled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the application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seamlessly.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Application</a:t>
            </a:r>
            <a:r>
              <a:rPr sz="2000" b="1" i="1" spc="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virtualization</a:t>
            </a:r>
            <a:r>
              <a:rPr sz="2000" b="1" i="1" spc="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is</a:t>
            </a:r>
            <a:r>
              <a:rPr sz="2000" b="1" i="1" spc="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process</a:t>
            </a:r>
            <a:r>
              <a:rPr sz="2000" b="1" i="1" spc="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that</a:t>
            </a:r>
            <a:r>
              <a:rPr sz="2000" b="1" i="1" spc="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deceives</a:t>
            </a:r>
            <a:r>
              <a:rPr sz="2000" b="1" i="1" spc="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7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standard</a:t>
            </a:r>
            <a:r>
              <a:rPr sz="2000" b="1" i="1" spc="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app</a:t>
            </a:r>
            <a:r>
              <a:rPr sz="2000" b="1" i="1" spc="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into</a:t>
            </a:r>
            <a:r>
              <a:rPr sz="2000" b="1" i="1" spc="6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believing </a:t>
            </a:r>
            <a:r>
              <a:rPr sz="2000" b="1" i="1" dirty="0">
                <a:latin typeface="Times New Roman"/>
                <a:cs typeface="Times New Roman"/>
              </a:rPr>
              <a:t>that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it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interfaces</a:t>
            </a:r>
            <a:r>
              <a:rPr sz="2000" b="1" i="1" spc="2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directly</a:t>
            </a:r>
            <a:r>
              <a:rPr sz="2000" b="1" i="1" spc="229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with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operating</a:t>
            </a:r>
            <a:r>
              <a:rPr sz="2000" b="1" i="1" spc="229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system's</a:t>
            </a:r>
            <a:r>
              <a:rPr sz="2000" b="1" i="1" spc="229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capacities</a:t>
            </a:r>
            <a:r>
              <a:rPr sz="2000" b="1" i="1" spc="2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when,</a:t>
            </a:r>
            <a:r>
              <a:rPr sz="2000" b="1" i="1" spc="2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</a:t>
            </a:r>
            <a:r>
              <a:rPr sz="2000" b="1" i="1" spc="2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fact,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it </a:t>
            </a:r>
            <a:r>
              <a:rPr sz="2000" b="1" i="1" dirty="0">
                <a:latin typeface="Times New Roman"/>
                <a:cs typeface="Times New Roman"/>
              </a:rPr>
              <a:t>does</a:t>
            </a:r>
            <a:r>
              <a:rPr sz="2000" b="1" i="1" spc="1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not.</a:t>
            </a:r>
            <a:r>
              <a:rPr sz="2000" b="1" i="1" spc="19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This</a:t>
            </a:r>
            <a:r>
              <a:rPr sz="2000" b="1" i="1" spc="18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ruse</a:t>
            </a:r>
            <a:r>
              <a:rPr sz="2000" b="1" i="1" spc="18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requires</a:t>
            </a:r>
            <a:r>
              <a:rPr sz="2000" b="1" i="1" spc="1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19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virtualization</a:t>
            </a:r>
            <a:r>
              <a:rPr sz="2000" b="1" i="1" spc="18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layer</a:t>
            </a:r>
            <a:r>
              <a:rPr sz="2000" b="1" i="1" spc="1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inserted</a:t>
            </a:r>
            <a:r>
              <a:rPr sz="2000" b="1" i="1" spc="18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between</a:t>
            </a:r>
            <a:r>
              <a:rPr sz="2000" b="1" i="1" spc="18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1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app</a:t>
            </a:r>
            <a:r>
              <a:rPr sz="2000" b="1" i="1" spc="185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and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OS.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FAD29-C4EB-2D9A-0D46-14433E8861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247" y="137160"/>
            <a:ext cx="667876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3460" marR="5080" indent="-2271395" algn="just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VIRTUALIZATION</a:t>
            </a:r>
            <a:r>
              <a:rPr spc="45" dirty="0"/>
              <a:t> </a:t>
            </a:r>
            <a:r>
              <a:rPr spc="-20" dirty="0"/>
              <a:t>STRUCTURES/TOOLS</a:t>
            </a:r>
            <a:r>
              <a:rPr spc="-100" dirty="0"/>
              <a:t> </a:t>
            </a:r>
            <a:r>
              <a:rPr spc="-25" dirty="0"/>
              <a:t>AND </a:t>
            </a:r>
            <a:r>
              <a:rPr spc="-10" dirty="0"/>
              <a:t>MECHANISMS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5" y="1364987"/>
            <a:ext cx="848614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general,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typical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architecture.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inserted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system.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case,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dirty="0">
                <a:latin typeface="Times New Roman"/>
                <a:cs typeface="Times New Roman"/>
              </a:rPr>
              <a:t>converting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Therefore,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Linux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simultaneously.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Depending</a:t>
            </a:r>
            <a:r>
              <a:rPr sz="2000" b="1" i="1" spc="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</a:t>
            </a:r>
            <a:r>
              <a:rPr sz="2000" b="1" i="1" spc="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position</a:t>
            </a:r>
            <a:r>
              <a:rPr sz="2000" b="1" i="1" spc="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virtualization</a:t>
            </a:r>
            <a:r>
              <a:rPr sz="2000" b="1" i="1" spc="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layer,</a:t>
            </a:r>
            <a:r>
              <a:rPr sz="2000" b="1" i="1" spc="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there</a:t>
            </a:r>
            <a:r>
              <a:rPr sz="2000" b="1" i="1" spc="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are</a:t>
            </a:r>
            <a:r>
              <a:rPr sz="2000" b="1" i="1" spc="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several</a:t>
            </a:r>
            <a:r>
              <a:rPr sz="2000" b="1" i="1" spc="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classes</a:t>
            </a:r>
            <a:r>
              <a:rPr sz="2000" b="1" i="1" spc="15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of </a:t>
            </a:r>
            <a:r>
              <a:rPr sz="2000" b="1" i="1" dirty="0">
                <a:latin typeface="Times New Roman"/>
                <a:cs typeface="Times New Roman"/>
              </a:rPr>
              <a:t>VM</a:t>
            </a:r>
            <a:r>
              <a:rPr sz="2000" b="1" i="1" spc="2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architectures,</a:t>
            </a:r>
            <a:r>
              <a:rPr sz="2000" b="1" i="1" spc="2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namely</a:t>
            </a:r>
            <a:r>
              <a:rPr sz="2000" b="1" i="1" spc="2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2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hypervisor</a:t>
            </a:r>
            <a:r>
              <a:rPr sz="2000" b="1" i="1" spc="25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architecture,</a:t>
            </a:r>
            <a:r>
              <a:rPr sz="2000" b="1" i="1" spc="25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para-</a:t>
            </a:r>
            <a:r>
              <a:rPr sz="2000" b="1" i="1" dirty="0">
                <a:latin typeface="Times New Roman"/>
                <a:cs typeface="Times New Roman"/>
              </a:rPr>
              <a:t>virtualization,</a:t>
            </a:r>
            <a:r>
              <a:rPr sz="2000" b="1" i="1" spc="250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and </a:t>
            </a:r>
            <a:r>
              <a:rPr sz="2000" b="1" i="1" dirty="0">
                <a:latin typeface="Times New Roman"/>
                <a:cs typeface="Times New Roman"/>
              </a:rPr>
              <a:t>host-based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virtualization.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CBCF6-ED4A-C071-E39D-E4C7E20851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09544"/>
            <a:ext cx="693648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Hypervisor</a:t>
            </a:r>
            <a:r>
              <a:rPr sz="3200" spc="-85" dirty="0"/>
              <a:t> </a:t>
            </a:r>
            <a:r>
              <a:rPr sz="3200" dirty="0"/>
              <a:t>and</a:t>
            </a:r>
            <a:r>
              <a:rPr sz="3200" spc="-20" dirty="0"/>
              <a:t> </a:t>
            </a:r>
            <a:r>
              <a:rPr sz="3200" spc="-10" dirty="0"/>
              <a:t>Xen</a:t>
            </a:r>
            <a:r>
              <a:rPr sz="3200" spc="-140" dirty="0"/>
              <a:t> </a:t>
            </a:r>
            <a:r>
              <a:rPr sz="3200"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1004768"/>
            <a:ext cx="848550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hardware-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bare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metal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like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CPU,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memory, </a:t>
            </a:r>
            <a:r>
              <a:rPr sz="2000" dirty="0">
                <a:latin typeface="Times New Roman"/>
                <a:cs typeface="Times New Roman"/>
              </a:rPr>
              <a:t>disk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interfaces.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OS.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either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hypervisor.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hypercalls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spc="-20" dirty="0">
                <a:latin typeface="Times New Roman"/>
                <a:cs typeface="Times New Roman"/>
              </a:rPr>
              <a:t>TYPE-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Hypervisor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underlying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system.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“Native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Hypervisor”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“Bare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metal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hypervisor”.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base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spc="-20" dirty="0">
                <a:latin typeface="Times New Roman"/>
                <a:cs typeface="Times New Roman"/>
              </a:rPr>
              <a:t>TYPE-</a:t>
            </a:r>
            <a:r>
              <a:rPr sz="2000" b="1" dirty="0">
                <a:latin typeface="Times New Roman"/>
                <a:cs typeface="Times New Roman"/>
              </a:rPr>
              <a:t>2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Hypervisor:</a:t>
            </a: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underlying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system.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‘Hosted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Hypervisor”.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kind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hypervisors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doesn’t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underlying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system(physical machine)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62D08-975E-E069-EB58-AF17209E24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552" y="276236"/>
            <a:ext cx="663168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Hypervisor</a:t>
            </a:r>
            <a:r>
              <a:rPr sz="2800" spc="-85" dirty="0"/>
              <a:t> </a:t>
            </a:r>
            <a:r>
              <a:rPr sz="2800" dirty="0"/>
              <a:t>and</a:t>
            </a:r>
            <a:r>
              <a:rPr sz="2800" spc="-20" dirty="0"/>
              <a:t> </a:t>
            </a:r>
            <a:r>
              <a:rPr sz="2800" spc="-10" dirty="0"/>
              <a:t>Xen</a:t>
            </a:r>
            <a:r>
              <a:rPr sz="2800" spc="-140" dirty="0"/>
              <a:t> </a:t>
            </a:r>
            <a:r>
              <a:rPr sz="2800"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1004768"/>
            <a:ext cx="848550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Xen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Architecture: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developed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 </a:t>
            </a:r>
            <a:r>
              <a:rPr sz="2000" dirty="0">
                <a:latin typeface="Times New Roman"/>
                <a:cs typeface="Times New Roman"/>
              </a:rPr>
              <a:t>Cambridge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University.  Xen  is  a  </a:t>
            </a:r>
            <a:r>
              <a:rPr sz="2000" spc="-10" dirty="0">
                <a:latin typeface="Times New Roman"/>
                <a:cs typeface="Times New Roman"/>
              </a:rPr>
              <a:t>micro-</a:t>
            </a:r>
            <a:r>
              <a:rPr sz="2000" dirty="0">
                <a:latin typeface="Times New Roman"/>
                <a:cs typeface="Times New Roman"/>
              </a:rPr>
              <a:t>kernel  hypervisor,  which  separates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policy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mechanism.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implements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mechanisms,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leaving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policy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handled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0.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natively.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just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mechanism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 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result,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kept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small.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kernel,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35A86-18CF-07C5-6AD9-6EC41C2B1A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912" y="209544"/>
            <a:ext cx="59481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820" algn="just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Xen</a:t>
            </a:r>
            <a:r>
              <a:rPr sz="3200" spc="-140" dirty="0"/>
              <a:t> </a:t>
            </a:r>
            <a:r>
              <a:rPr sz="3200"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849" y="1694091"/>
            <a:ext cx="8651031" cy="34329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FC1FD-3F52-D954-5E88-EBCF250AC9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912" y="209544"/>
            <a:ext cx="59481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897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Xen</a:t>
            </a:r>
            <a:r>
              <a:rPr sz="3200" spc="-140" dirty="0"/>
              <a:t> </a:t>
            </a:r>
            <a:r>
              <a:rPr sz="3200"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9" y="1004768"/>
            <a:ext cx="848550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OS,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ability,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0,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privileged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Xen.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loaded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boots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available.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devices.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Therefore,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responsibilities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allocate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domains).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29B39-6833-F452-D399-86F3C6048A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8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Xen</a:t>
            </a:r>
            <a:r>
              <a:rPr spc="-14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1" y="1004768"/>
            <a:ext cx="848550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Pros: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469900" marR="6985" indent="-457200">
              <a:lnSpc>
                <a:spcPct val="100000"/>
              </a:lnSpc>
              <a:buAutoNum type="alphaLcParenR"/>
              <a:tabLst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lighter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flexible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delivers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functionalities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optimized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manner.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lphaLcParenR"/>
            </a:pPr>
            <a:endParaRPr sz="2000">
              <a:latin typeface="Times New Roman"/>
              <a:cs typeface="Times New Roman"/>
            </a:endParaRPr>
          </a:p>
          <a:p>
            <a:pPr marL="12700" marR="5080" indent="369570" algn="just">
              <a:lnSpc>
                <a:spcPct val="100000"/>
              </a:lnSpc>
              <a:buAutoNum type="alphaLcParenR"/>
              <a:tabLst>
                <a:tab pos="382270" algn="l"/>
              </a:tabLst>
            </a:pP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balancing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workload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efficiently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capture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CPU, </a:t>
            </a:r>
            <a:r>
              <a:rPr sz="2000" dirty="0">
                <a:latin typeface="Times New Roman"/>
                <a:cs typeface="Times New Roman"/>
              </a:rPr>
              <a:t>Memory,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input-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input-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modes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workload: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enhancement,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density.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AutoNum type="alphaLcParenR"/>
            </a:pPr>
            <a:endParaRPr sz="2000">
              <a:latin typeface="Times New Roman"/>
              <a:cs typeface="Times New Roman"/>
            </a:endParaRPr>
          </a:p>
          <a:p>
            <a:pPr marL="12700" marR="5080" indent="271780" algn="just">
              <a:lnSpc>
                <a:spcPct val="100000"/>
              </a:lnSpc>
              <a:buAutoNum type="alphaLcParenR"/>
              <a:tabLst>
                <a:tab pos="28448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equipped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Citrix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storage </a:t>
            </a:r>
            <a:r>
              <a:rPr sz="2000" dirty="0">
                <a:latin typeface="Times New Roman"/>
                <a:cs typeface="Times New Roman"/>
              </a:rPr>
              <a:t>link.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system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administrator 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 of arrays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Giant </a:t>
            </a:r>
            <a:r>
              <a:rPr sz="2000" dirty="0">
                <a:latin typeface="Times New Roman"/>
                <a:cs typeface="Times New Roman"/>
              </a:rPr>
              <a:t>companies-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Hp,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Netapp,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lphaLcParenR"/>
            </a:pPr>
            <a:endParaRPr sz="2000">
              <a:latin typeface="Times New Roman"/>
              <a:cs typeface="Times New Roman"/>
            </a:endParaRPr>
          </a:p>
          <a:p>
            <a:pPr marL="12700" marR="5715" indent="332740" algn="just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34544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processor,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Iive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migration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another,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conversion </a:t>
            </a:r>
            <a:r>
              <a:rPr sz="2000" dirty="0">
                <a:latin typeface="Times New Roman"/>
                <a:cs typeface="Times New Roman"/>
              </a:rPr>
              <a:t>tools,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centralized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multiserver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over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linux.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413F9-A7EC-B605-B533-A317B59458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8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Xen</a:t>
            </a:r>
            <a:r>
              <a:rPr spc="-14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1004768"/>
            <a:ext cx="8484870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Cons: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lphaLcParenR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Xen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linux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window.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lphaLcParenR"/>
            </a:pPr>
            <a:endParaRPr sz="2000">
              <a:latin typeface="Times New Roman"/>
              <a:cs typeface="Times New Roman"/>
            </a:endParaRPr>
          </a:p>
          <a:p>
            <a:pPr marL="365760" indent="-353060">
              <a:lnSpc>
                <a:spcPct val="100000"/>
              </a:lnSpc>
              <a:buAutoNum type="alphaLcParenR"/>
              <a:tabLst>
                <a:tab pos="365760" algn="l"/>
                <a:tab pos="929640" algn="l"/>
                <a:tab pos="1618615" algn="l"/>
                <a:tab pos="2013585" algn="l"/>
                <a:tab pos="3097530" algn="l"/>
                <a:tab pos="4365625" algn="l"/>
                <a:tab pos="4704080" algn="l"/>
                <a:tab pos="5633720" algn="l"/>
                <a:tab pos="6083300" algn="l"/>
                <a:tab pos="7182484" algn="l"/>
                <a:tab pos="7701915" algn="l"/>
              </a:tabLst>
            </a:pPr>
            <a:r>
              <a:rPr sz="2000" spc="-25" dirty="0">
                <a:latin typeface="Times New Roman"/>
                <a:cs typeface="Times New Roman"/>
              </a:rPr>
              <a:t>Xen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relies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3rd-party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component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manage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resources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like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drivers,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storage,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backup,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recovery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 fault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tolerance.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-635">
              <a:lnSpc>
                <a:spcPct val="100000"/>
              </a:lnSpc>
              <a:buAutoNum type="alphaLcParenR" startAt="3"/>
              <a:tabLst>
                <a:tab pos="12700" algn="l"/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	Xen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could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burden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Linux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kernel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 </a:t>
            </a:r>
            <a:r>
              <a:rPr sz="2000" spc="-10" dirty="0">
                <a:latin typeface="Times New Roman"/>
                <a:cs typeface="Times New Roman"/>
              </a:rPr>
              <a:t>passes.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AutoNum type="alphaLcParenR" startAt="3"/>
            </a:pPr>
            <a:endParaRPr sz="20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00000"/>
              </a:lnSpc>
              <a:buAutoNum type="alphaLcParenR" startAt="3"/>
              <a:tabLst>
                <a:tab pos="12700" algn="l"/>
                <a:tab pos="321945" algn="l"/>
              </a:tabLst>
            </a:pPr>
            <a:r>
              <a:rPr sz="2000" dirty="0">
                <a:latin typeface="Times New Roman"/>
                <a:cs typeface="Times New Roman"/>
              </a:rPr>
              <a:t>	Xen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sometimes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input-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starvation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VM’s.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642E8-8436-86D4-BBD5-CAB0E53500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75" dirty="0"/>
              <a:t> </a:t>
            </a:r>
            <a:r>
              <a:rPr spc="-10" dirty="0"/>
              <a:t>Translation</a:t>
            </a:r>
            <a:r>
              <a:rPr spc="-4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Full</a:t>
            </a:r>
            <a:r>
              <a:rPr spc="-8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2" y="1148829"/>
            <a:ext cx="848614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Depending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implementation</a:t>
            </a:r>
            <a:r>
              <a:rPr sz="2000" spc="2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technologies,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1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classified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categories: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host-based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virtualization.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modify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OS.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relies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binary </a:t>
            </a:r>
            <a:r>
              <a:rPr sz="2000" dirty="0">
                <a:latin typeface="Times New Roman"/>
                <a:cs typeface="Times New Roman"/>
              </a:rPr>
              <a:t>translation</a:t>
            </a:r>
            <a:r>
              <a:rPr sz="2000" spc="3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trap</a:t>
            </a:r>
            <a:r>
              <a:rPr sz="2000" spc="3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virtualize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certain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sensitive, </a:t>
            </a:r>
            <a:r>
              <a:rPr sz="2000" dirty="0">
                <a:latin typeface="Times New Roman"/>
                <a:cs typeface="Times New Roman"/>
              </a:rPr>
              <a:t>nonvirtualizable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instructions.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OSes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consist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noncritical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critical instructions.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host-based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system, both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host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guest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 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guest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27D25-0127-6AB3-537E-71B37D7919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75" dirty="0"/>
              <a:t> </a:t>
            </a:r>
            <a:r>
              <a:rPr spc="-10" dirty="0"/>
              <a:t>Translation</a:t>
            </a:r>
            <a:r>
              <a:rPr spc="-4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Full</a:t>
            </a:r>
            <a:r>
              <a:rPr spc="-8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1" y="1148829"/>
            <a:ext cx="848550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Full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Virtualization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noncritical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while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discovered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replaced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emulated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software.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approaches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virtualization.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Why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trapped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VMM?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translation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overhead.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635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Noncritical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threaten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system,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do.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Therefore,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noncritical  instructions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 hardware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promote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efficiency,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4ACF5-784D-A4CB-6544-463B8A98C9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75" dirty="0"/>
              <a:t> </a:t>
            </a:r>
            <a:r>
              <a:rPr spc="-10" dirty="0"/>
              <a:t>Translation</a:t>
            </a:r>
            <a:r>
              <a:rPr spc="-4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Full</a:t>
            </a:r>
            <a:r>
              <a:rPr spc="-8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9" y="1148829"/>
            <a:ext cx="848487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Host-</a:t>
            </a:r>
            <a:r>
              <a:rPr sz="2000" b="1" dirty="0">
                <a:latin typeface="Times New Roman"/>
                <a:cs typeface="Times New Roman"/>
              </a:rPr>
              <a:t>Based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Virtualization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alternative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install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host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OS.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OSes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installed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layer.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Dedicated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VMs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338" y="3371489"/>
            <a:ext cx="4442738" cy="32086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D22D9-980F-A30D-F8FE-110CD7814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75" dirty="0"/>
              <a:t> </a:t>
            </a:r>
            <a:r>
              <a:rPr spc="-10" dirty="0"/>
              <a:t>Translation</a:t>
            </a:r>
            <a:r>
              <a:rPr spc="-4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Full</a:t>
            </a:r>
            <a:r>
              <a:rPr spc="-8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4" y="1148829"/>
            <a:ext cx="848487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Host-</a:t>
            </a:r>
            <a:r>
              <a:rPr sz="2000" b="1" dirty="0">
                <a:latin typeface="Times New Roman"/>
                <a:cs typeface="Times New Roman"/>
              </a:rPr>
              <a:t>Based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Virtualization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host-based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distinct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advantages: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First,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install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modifying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OS.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virtualizing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rely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other </a:t>
            </a:r>
            <a:r>
              <a:rPr sz="2000" dirty="0">
                <a:latin typeface="Times New Roman"/>
                <a:cs typeface="Times New Roman"/>
              </a:rPr>
              <a:t>low-level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simplify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deployment.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Second,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host-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approach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appeals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configurations. </a:t>
            </a:r>
            <a:r>
              <a:rPr sz="2000" dirty="0">
                <a:latin typeface="Times New Roman"/>
                <a:cs typeface="Times New Roman"/>
              </a:rPr>
              <a:t>Compared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hypervisor/VMM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host-based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low.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access,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four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  which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downgrades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significantly.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underlying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hardware,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translation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adopted.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Although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host-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has </a:t>
            </a:r>
            <a:r>
              <a:rPr sz="2000" spc="-10" dirty="0">
                <a:latin typeface="Times New Roman"/>
                <a:cs typeface="Times New Roman"/>
              </a:rPr>
              <a:t>flexibility,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practice.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345D3-D4FB-3463-E661-9C08AEF28B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907" y="211068"/>
            <a:ext cx="5668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Para-</a:t>
            </a:r>
            <a:r>
              <a:rPr spc="-10" dirty="0"/>
              <a:t>Virtualization</a:t>
            </a:r>
            <a:r>
              <a:rPr spc="-50" dirty="0"/>
              <a:t> </a:t>
            </a:r>
            <a:r>
              <a:rPr dirty="0"/>
              <a:t>with</a:t>
            </a:r>
            <a:r>
              <a:rPr spc="-15" dirty="0"/>
              <a:t> </a:t>
            </a:r>
            <a:r>
              <a:rPr dirty="0"/>
              <a:t>Compiler</a:t>
            </a:r>
            <a:r>
              <a:rPr spc="-75" dirty="0"/>
              <a:t> </a:t>
            </a:r>
            <a:r>
              <a:rPr spc="-10" dirty="0"/>
              <a:t>Support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397" y="1004768"/>
            <a:ext cx="852868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1303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Para-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modify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systems.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para-</a:t>
            </a:r>
            <a:r>
              <a:rPr sz="2000" spc="-10" dirty="0">
                <a:latin typeface="Times New Roman"/>
                <a:cs typeface="Times New Roman"/>
              </a:rPr>
              <a:t>virtualized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special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substantial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modifications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user </a:t>
            </a:r>
            <a:r>
              <a:rPr sz="2000" spc="-10" dirty="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degradation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 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much slower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machine.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9017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inserted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software </a:t>
            </a:r>
            <a:r>
              <a:rPr sz="2000" dirty="0">
                <a:latin typeface="Times New Roman"/>
                <a:cs typeface="Times New Roman"/>
              </a:rPr>
              <a:t>stack.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para-virtualization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attempts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overhead,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thus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modifying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kernel.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 guest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para-</a:t>
            </a:r>
            <a:r>
              <a:rPr sz="2000" spc="-10" dirty="0">
                <a:latin typeface="Times New Roman"/>
                <a:cs typeface="Times New Roman"/>
              </a:rPr>
              <a:t>virtualized.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 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assisted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intelligent </a:t>
            </a:r>
            <a:r>
              <a:rPr sz="2000" dirty="0">
                <a:latin typeface="Times New Roman"/>
                <a:cs typeface="Times New Roman"/>
              </a:rPr>
              <a:t>compiler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replace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nonvirtualizable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hypercalls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64A89-D6A7-8A21-7101-31C329F885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33" y="2132838"/>
            <a:ext cx="8615085" cy="29051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344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Para-</a:t>
            </a:r>
            <a:r>
              <a:rPr spc="-20" dirty="0"/>
              <a:t>Virtualization</a:t>
            </a:r>
            <a:r>
              <a:rPr spc="1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AEDEF-4B29-5F41-AE3E-FE4D7D8448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5" y="282899"/>
            <a:ext cx="82251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VIRTUALIZATION</a:t>
            </a:r>
            <a:r>
              <a:rPr spc="-10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CPU,</a:t>
            </a:r>
            <a:r>
              <a:rPr spc="-15" dirty="0"/>
              <a:t> </a:t>
            </a:r>
            <a:r>
              <a:rPr spc="-55" dirty="0"/>
              <a:t>MEMORY,</a:t>
            </a:r>
            <a:r>
              <a:rPr spc="-13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I/O</a:t>
            </a:r>
            <a:r>
              <a:rPr spc="-35" dirty="0"/>
              <a:t> </a:t>
            </a:r>
            <a:r>
              <a:rPr spc="-10" dirty="0"/>
              <a:t>DEVICES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4" y="1148837"/>
            <a:ext cx="841311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processors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x86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running </a:t>
            </a:r>
            <a:r>
              <a:rPr sz="2000" dirty="0">
                <a:latin typeface="Times New Roman"/>
                <a:cs typeface="Times New Roman"/>
              </a:rPr>
              <a:t>mode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hardware-</a:t>
            </a:r>
            <a:r>
              <a:rPr sz="2000" dirty="0">
                <a:latin typeface="Times New Roman"/>
                <a:cs typeface="Times New Roman"/>
              </a:rPr>
              <a:t>assisted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virtualization.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way,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sensitive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 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trapped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VMM.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35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513715" algn="l"/>
                <a:tab pos="970915" algn="l"/>
                <a:tab pos="1498600" algn="l"/>
                <a:tab pos="2905125" algn="l"/>
                <a:tab pos="3517900" algn="l"/>
                <a:tab pos="4031615" algn="l"/>
                <a:tab pos="4772660" algn="l"/>
                <a:tab pos="5400675" algn="l"/>
                <a:tab pos="6675120" algn="l"/>
                <a:tab pos="8102600" algn="l"/>
              </a:tabLst>
            </a:pPr>
            <a:r>
              <a:rPr sz="2000" spc="-2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x86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architecture,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Intel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AMD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have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proprietary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technologies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spc="-10" dirty="0">
                <a:latin typeface="Times New Roman"/>
                <a:cs typeface="Times New Roman"/>
              </a:rPr>
              <a:t>hardware-</a:t>
            </a:r>
            <a:r>
              <a:rPr sz="2000" dirty="0">
                <a:latin typeface="Times New Roman"/>
                <a:cs typeface="Times New Roman"/>
              </a:rPr>
              <a:t>assisted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virtualization.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41C3-E6F1-E8AF-2C88-2C64E45CF1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6730">
              <a:lnSpc>
                <a:spcPct val="100000"/>
              </a:lnSpc>
              <a:spcBef>
                <a:spcPts val="100"/>
              </a:spcBef>
            </a:pPr>
            <a:r>
              <a:rPr dirty="0"/>
              <a:t>CPU</a:t>
            </a:r>
            <a:r>
              <a:rPr spc="-9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3" y="1004768"/>
            <a:ext cx="8341995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duplicate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majority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native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Thus,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unprivileged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VMs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efficiency.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categories: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privileged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instructions, control-</a:t>
            </a:r>
            <a:r>
              <a:rPr sz="2000" dirty="0">
                <a:latin typeface="Times New Roman"/>
                <a:cs typeface="Times New Roman"/>
              </a:rPr>
              <a:t>sensitive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behavior-</a:t>
            </a:r>
            <a:r>
              <a:rPr sz="2000" dirty="0">
                <a:latin typeface="Times New Roman"/>
                <a:cs typeface="Times New Roman"/>
              </a:rPr>
              <a:t>sensitive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instructions.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92530" algn="l"/>
                <a:tab pos="2510790" algn="l"/>
                <a:tab pos="3422015" algn="l"/>
                <a:tab pos="3756025" algn="l"/>
                <a:tab pos="4004310" algn="l"/>
                <a:tab pos="5168900" algn="l"/>
                <a:tab pos="5868670" algn="l"/>
                <a:tab pos="6373495" algn="l"/>
                <a:tab pos="6901815" algn="l"/>
                <a:tab pos="7280275" algn="l"/>
                <a:tab pos="8174990" algn="l"/>
              </a:tabLst>
            </a:pPr>
            <a:r>
              <a:rPr sz="2000" spc="-10" dirty="0">
                <a:latin typeface="Times New Roman"/>
                <a:cs typeface="Times New Roman"/>
              </a:rPr>
              <a:t>Privileged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instructions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execute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privileged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mode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will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trapped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executed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outside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mode.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Control-</a:t>
            </a:r>
            <a:r>
              <a:rPr sz="2000" dirty="0">
                <a:latin typeface="Times New Roman"/>
                <a:cs typeface="Times New Roman"/>
              </a:rPr>
              <a:t>sensitive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attempt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used.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Behavior-</a:t>
            </a:r>
            <a:r>
              <a:rPr sz="2000" dirty="0">
                <a:latin typeface="Times New Roman"/>
                <a:cs typeface="Times New Roman"/>
              </a:rPr>
              <a:t>sensitive</a:t>
            </a:r>
            <a:r>
              <a:rPr sz="2000" spc="20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20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20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20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behaviors</a:t>
            </a:r>
            <a:r>
              <a:rPr sz="2000" spc="20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depending</a:t>
            </a:r>
            <a:r>
              <a:rPr sz="2000" spc="20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1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E8D9F-31E2-F52D-390C-DC93C39C3F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6730">
              <a:lnSpc>
                <a:spcPct val="100000"/>
              </a:lnSpc>
              <a:spcBef>
                <a:spcPts val="100"/>
              </a:spcBef>
            </a:pPr>
            <a:r>
              <a:rPr dirty="0"/>
              <a:t>CPU</a:t>
            </a:r>
            <a:r>
              <a:rPr spc="-9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60" y="1004768"/>
            <a:ext cx="8344534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virtualizable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ability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VM’s </a:t>
            </a:r>
            <a:r>
              <a:rPr sz="2000" dirty="0">
                <a:latin typeface="Times New Roman"/>
                <a:cs typeface="Times New Roman"/>
              </a:rPr>
              <a:t>privileged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unprivileged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CPU’s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VMM </a:t>
            </a:r>
            <a:r>
              <a:rPr sz="2000" dirty="0">
                <a:latin typeface="Times New Roman"/>
                <a:cs typeface="Times New Roman"/>
              </a:rPr>
              <a:t>runs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supervisor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mode.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privileged</a:t>
            </a:r>
            <a:r>
              <a:rPr sz="2000" spc="1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1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1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control-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behavior-sensitive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executed,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trapped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VMM.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unified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mediator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from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guarantee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correctness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stability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virtualizable.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RISC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architectures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3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naturally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virtualized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control-</a:t>
            </a:r>
            <a:r>
              <a:rPr sz="2000" spc="3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behavior-sensitive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privileged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instructions.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contrary,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x86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primarily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support virtualization.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65A89-8D98-85D2-0087-4B9F5771C3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1455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9" y="1004768"/>
            <a:ext cx="841375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similar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provided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modern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traditional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maintains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mappings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page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tables,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one-stage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modern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x86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CPUs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unit</a:t>
            </a:r>
            <a:r>
              <a:rPr sz="2000" spc="1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(MMU)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translation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lookaside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buffer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(TLB)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optimize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performance.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635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environment,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virtualization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sharing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 system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RAM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dynamically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allocating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 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VMs.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FA0E7-F3D3-3741-19F3-11CEA73A75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1455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1004768"/>
            <a:ext cx="841438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two-</a:t>
            </a:r>
            <a:r>
              <a:rPr sz="2000" dirty="0">
                <a:latin typeface="Times New Roman"/>
                <a:cs typeface="Times New Roman"/>
              </a:rPr>
              <a:t>stage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maintained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VMM,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respectively: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control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virtual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physical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VMs.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actual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A6B6B-06A9-1C7A-98A5-D989B9E97C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38" y="2262427"/>
            <a:ext cx="9043444" cy="33988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Two-</a:t>
            </a:r>
            <a:r>
              <a:rPr dirty="0"/>
              <a:t>level</a:t>
            </a:r>
            <a:r>
              <a:rPr spc="-25" dirty="0"/>
              <a:t> </a:t>
            </a:r>
            <a:r>
              <a:rPr dirty="0"/>
              <a:t>memory</a:t>
            </a:r>
            <a:r>
              <a:rPr spc="-30" dirty="0"/>
              <a:t> </a:t>
            </a:r>
            <a:r>
              <a:rPr dirty="0"/>
              <a:t>mapping</a:t>
            </a:r>
            <a:r>
              <a:rPr spc="-10" dirty="0"/>
              <a:t> procedure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A62D5-1B2E-BC9C-18F9-8C62B22A47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5645">
              <a:lnSpc>
                <a:spcPct val="100000"/>
              </a:lnSpc>
              <a:spcBef>
                <a:spcPts val="100"/>
              </a:spcBef>
            </a:pPr>
            <a:r>
              <a:rPr dirty="0"/>
              <a:t>I/O</a:t>
            </a:r>
            <a:r>
              <a:rPr spc="-5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932802"/>
            <a:ext cx="854329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24193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emulation,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para- </a:t>
            </a:r>
            <a:r>
              <a:rPr sz="2000" dirty="0">
                <a:latin typeface="Times New Roman"/>
                <a:cs typeface="Times New Roman"/>
              </a:rPr>
              <a:t>virtualization,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I/O.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approach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emulates </a:t>
            </a:r>
            <a:r>
              <a:rPr sz="2000" spc="-10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known,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world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devices.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enumeration,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identification,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interrupts,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DMA,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replicated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software.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35306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 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trapped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interacts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 </a:t>
            </a:r>
            <a:r>
              <a:rPr sz="2000" spc="-10" dirty="0"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A009E-A4E1-F739-BCE4-7B29113371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5645">
              <a:lnSpc>
                <a:spcPct val="100000"/>
              </a:lnSpc>
              <a:spcBef>
                <a:spcPts val="100"/>
              </a:spcBef>
            </a:pPr>
            <a:r>
              <a:rPr dirty="0"/>
              <a:t>I/O</a:t>
            </a:r>
            <a:r>
              <a:rPr spc="-50" dirty="0"/>
              <a:t> </a:t>
            </a:r>
            <a:r>
              <a:rPr spc="-10" dirty="0"/>
              <a:t>Virtualization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488" y="1472270"/>
            <a:ext cx="7233392" cy="34194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06397" y="5110351"/>
            <a:ext cx="3867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full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device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emulation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approach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3CD41-8F34-A8FC-22C3-75BF32D399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5645">
              <a:lnSpc>
                <a:spcPct val="100000"/>
              </a:lnSpc>
              <a:spcBef>
                <a:spcPts val="100"/>
              </a:spcBef>
            </a:pPr>
            <a:r>
              <a:rPr dirty="0"/>
              <a:t>I/O</a:t>
            </a:r>
            <a:r>
              <a:rPr spc="-50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1" y="932802"/>
            <a:ext cx="855853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achieve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close-to-</a:t>
            </a:r>
            <a:r>
              <a:rPr sz="2000" dirty="0">
                <a:latin typeface="Times New Roman"/>
                <a:cs typeface="Times New Roman"/>
              </a:rPr>
              <a:t>native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costs.  </a:t>
            </a:r>
            <a:r>
              <a:rPr sz="2000" spc="-10" dirty="0">
                <a:latin typeface="Times New Roman"/>
                <a:cs typeface="Times New Roman"/>
              </a:rPr>
              <a:t>However,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implementations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focus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networking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spc="-10" dirty="0">
                <a:latin typeface="Times New Roman"/>
                <a:cs typeface="Times New Roman"/>
              </a:rPr>
              <a:t>mainframes.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challenges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commodity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reclaimed (required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workload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migration)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later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reassign-</a:t>
            </a:r>
            <a:r>
              <a:rPr sz="2000" dirty="0">
                <a:latin typeface="Times New Roman"/>
                <a:cs typeface="Times New Roman"/>
              </a:rPr>
              <a:t>ment,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been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arbitrary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DMA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arbitrary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locations)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incorrectly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crash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whole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Since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software-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overhead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 </a:t>
            </a:r>
            <a:r>
              <a:rPr sz="2000" dirty="0">
                <a:latin typeface="Times New Roman"/>
                <a:cs typeface="Times New Roman"/>
              </a:rPr>
              <a:t>emulation,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hardware-</a:t>
            </a:r>
            <a:r>
              <a:rPr sz="2000" dirty="0">
                <a:latin typeface="Times New Roman"/>
                <a:cs typeface="Times New Roman"/>
              </a:rPr>
              <a:t>assisted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virtualization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critical.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136F5-BDF1-D8FE-9CBB-2999B9AB9E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7609" y="473842"/>
            <a:ext cx="5668645" cy="487680"/>
            <a:chOff x="1737609" y="473842"/>
            <a:chExt cx="5668645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2943" y="479175"/>
              <a:ext cx="5657600" cy="47649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1595" y="804275"/>
              <a:ext cx="118475" cy="971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9909" y="684794"/>
              <a:ext cx="141610" cy="2048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3817" y="680069"/>
              <a:ext cx="157352" cy="2136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579" y="673089"/>
              <a:ext cx="136641" cy="866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42943" y="479176"/>
              <a:ext cx="5657850" cy="476884"/>
            </a:xfrm>
            <a:custGeom>
              <a:avLst/>
              <a:gdLst/>
              <a:ahLst/>
              <a:cxnLst/>
              <a:rect l="l" t="t" r="r" b="b"/>
              <a:pathLst>
                <a:path w="5657850" h="476884">
                  <a:moveTo>
                    <a:pt x="4818394" y="145267"/>
                  </a:moveTo>
                  <a:lnTo>
                    <a:pt x="4826654" y="145267"/>
                  </a:lnTo>
                  <a:lnTo>
                    <a:pt x="4833512" y="145541"/>
                  </a:lnTo>
                  <a:lnTo>
                    <a:pt x="4838846" y="146182"/>
                  </a:lnTo>
                  <a:lnTo>
                    <a:pt x="4844180" y="146669"/>
                  </a:lnTo>
                  <a:lnTo>
                    <a:pt x="4848477" y="147553"/>
                  </a:lnTo>
                  <a:lnTo>
                    <a:pt x="4851647" y="148711"/>
                  </a:lnTo>
                  <a:lnTo>
                    <a:pt x="4854970" y="149717"/>
                  </a:lnTo>
                  <a:lnTo>
                    <a:pt x="4857256" y="151119"/>
                  </a:lnTo>
                  <a:lnTo>
                    <a:pt x="4858505" y="152887"/>
                  </a:lnTo>
                  <a:lnTo>
                    <a:pt x="4859907" y="154564"/>
                  </a:lnTo>
                  <a:lnTo>
                    <a:pt x="4860547" y="156453"/>
                  </a:lnTo>
                  <a:lnTo>
                    <a:pt x="4860547" y="158739"/>
                  </a:lnTo>
                  <a:lnTo>
                    <a:pt x="4860547" y="327538"/>
                  </a:lnTo>
                  <a:lnTo>
                    <a:pt x="4865638" y="371581"/>
                  </a:lnTo>
                  <a:lnTo>
                    <a:pt x="4888498" y="398251"/>
                  </a:lnTo>
                  <a:lnTo>
                    <a:pt x="4894837" y="401573"/>
                  </a:lnTo>
                  <a:lnTo>
                    <a:pt x="4902336" y="403219"/>
                  </a:lnTo>
                  <a:lnTo>
                    <a:pt x="4910839" y="403219"/>
                  </a:lnTo>
                  <a:lnTo>
                    <a:pt x="4951340" y="384898"/>
                  </a:lnTo>
                  <a:lnTo>
                    <a:pt x="4977774" y="357256"/>
                  </a:lnTo>
                  <a:lnTo>
                    <a:pt x="4977774" y="158739"/>
                  </a:lnTo>
                  <a:lnTo>
                    <a:pt x="4977774" y="156453"/>
                  </a:lnTo>
                  <a:lnTo>
                    <a:pt x="4986277" y="148711"/>
                  </a:lnTo>
                  <a:lnTo>
                    <a:pt x="4989569" y="147553"/>
                  </a:lnTo>
                  <a:lnTo>
                    <a:pt x="4993897" y="146669"/>
                  </a:lnTo>
                  <a:lnTo>
                    <a:pt x="4999231" y="146182"/>
                  </a:lnTo>
                  <a:lnTo>
                    <a:pt x="5004565" y="145541"/>
                  </a:lnTo>
                  <a:lnTo>
                    <a:pt x="5011423" y="145267"/>
                  </a:lnTo>
                  <a:lnTo>
                    <a:pt x="5019684" y="145267"/>
                  </a:lnTo>
                  <a:lnTo>
                    <a:pt x="5027944" y="145267"/>
                  </a:lnTo>
                  <a:lnTo>
                    <a:pt x="5034680" y="145541"/>
                  </a:lnTo>
                  <a:lnTo>
                    <a:pt x="5040014" y="146182"/>
                  </a:lnTo>
                  <a:lnTo>
                    <a:pt x="5045470" y="146669"/>
                  </a:lnTo>
                  <a:lnTo>
                    <a:pt x="5049645" y="147553"/>
                  </a:lnTo>
                  <a:lnTo>
                    <a:pt x="5052815" y="148711"/>
                  </a:lnTo>
                  <a:lnTo>
                    <a:pt x="5055863" y="149717"/>
                  </a:lnTo>
                  <a:lnTo>
                    <a:pt x="5058149" y="151119"/>
                  </a:lnTo>
                  <a:lnTo>
                    <a:pt x="5059429" y="152887"/>
                  </a:lnTo>
                  <a:lnTo>
                    <a:pt x="5060832" y="154564"/>
                  </a:lnTo>
                  <a:lnTo>
                    <a:pt x="5061472" y="156453"/>
                  </a:lnTo>
                  <a:lnTo>
                    <a:pt x="5061472" y="158739"/>
                  </a:lnTo>
                  <a:lnTo>
                    <a:pt x="5061472" y="457443"/>
                  </a:lnTo>
                  <a:lnTo>
                    <a:pt x="5061472" y="459607"/>
                  </a:lnTo>
                  <a:lnTo>
                    <a:pt x="5060953" y="461650"/>
                  </a:lnTo>
                  <a:lnTo>
                    <a:pt x="5059826" y="463295"/>
                  </a:lnTo>
                  <a:lnTo>
                    <a:pt x="5058667" y="464941"/>
                  </a:lnTo>
                  <a:lnTo>
                    <a:pt x="5056778" y="466343"/>
                  </a:lnTo>
                  <a:lnTo>
                    <a:pt x="5053974" y="467471"/>
                  </a:lnTo>
                  <a:lnTo>
                    <a:pt x="5051169" y="468629"/>
                  </a:lnTo>
                  <a:lnTo>
                    <a:pt x="5047481" y="469391"/>
                  </a:lnTo>
                  <a:lnTo>
                    <a:pt x="5042909" y="470032"/>
                  </a:lnTo>
                  <a:lnTo>
                    <a:pt x="5038337" y="470519"/>
                  </a:lnTo>
                  <a:lnTo>
                    <a:pt x="5032638" y="470794"/>
                  </a:lnTo>
                  <a:lnTo>
                    <a:pt x="5025658" y="470794"/>
                  </a:lnTo>
                  <a:lnTo>
                    <a:pt x="5018281" y="470794"/>
                  </a:lnTo>
                  <a:lnTo>
                    <a:pt x="4996824" y="467471"/>
                  </a:lnTo>
                  <a:lnTo>
                    <a:pt x="4994141" y="466343"/>
                  </a:lnTo>
                  <a:lnTo>
                    <a:pt x="4992252" y="464941"/>
                  </a:lnTo>
                  <a:lnTo>
                    <a:pt x="4991093" y="463295"/>
                  </a:lnTo>
                  <a:lnTo>
                    <a:pt x="4990087" y="461650"/>
                  </a:lnTo>
                  <a:lnTo>
                    <a:pt x="4989447" y="459607"/>
                  </a:lnTo>
                  <a:lnTo>
                    <a:pt x="4989447" y="457443"/>
                  </a:lnTo>
                  <a:lnTo>
                    <a:pt x="4989447" y="422909"/>
                  </a:lnTo>
                  <a:lnTo>
                    <a:pt x="4951831" y="455592"/>
                  </a:lnTo>
                  <a:lnTo>
                    <a:pt x="4913042" y="473160"/>
                  </a:lnTo>
                  <a:lnTo>
                    <a:pt x="4886090" y="476493"/>
                  </a:lnTo>
                  <a:lnTo>
                    <a:pt x="4871277" y="475874"/>
                  </a:lnTo>
                  <a:lnTo>
                    <a:pt x="4834274" y="466465"/>
                  </a:lnTo>
                  <a:lnTo>
                    <a:pt x="4800471" y="439033"/>
                  </a:lnTo>
                  <a:lnTo>
                    <a:pt x="4782061" y="398647"/>
                  </a:lnTo>
                  <a:lnTo>
                    <a:pt x="4776837" y="357928"/>
                  </a:lnTo>
                  <a:lnTo>
                    <a:pt x="4776484" y="341497"/>
                  </a:lnTo>
                  <a:lnTo>
                    <a:pt x="4776484" y="158739"/>
                  </a:lnTo>
                  <a:lnTo>
                    <a:pt x="4776484" y="156453"/>
                  </a:lnTo>
                  <a:lnTo>
                    <a:pt x="4777124" y="154564"/>
                  </a:lnTo>
                  <a:lnTo>
                    <a:pt x="4778373" y="152887"/>
                  </a:lnTo>
                  <a:lnTo>
                    <a:pt x="4779532" y="151119"/>
                  </a:lnTo>
                  <a:lnTo>
                    <a:pt x="4781818" y="149717"/>
                  </a:lnTo>
                  <a:lnTo>
                    <a:pt x="4785109" y="148711"/>
                  </a:lnTo>
                  <a:lnTo>
                    <a:pt x="4788279" y="147553"/>
                  </a:lnTo>
                  <a:lnTo>
                    <a:pt x="4792608" y="146669"/>
                  </a:lnTo>
                  <a:lnTo>
                    <a:pt x="4798063" y="146182"/>
                  </a:lnTo>
                  <a:lnTo>
                    <a:pt x="4803519" y="145541"/>
                  </a:lnTo>
                  <a:lnTo>
                    <a:pt x="4810377" y="145267"/>
                  </a:lnTo>
                  <a:lnTo>
                    <a:pt x="4818394" y="145267"/>
                  </a:lnTo>
                  <a:close/>
                </a:path>
                <a:path w="5657850" h="476884">
                  <a:moveTo>
                    <a:pt x="3926854" y="145267"/>
                  </a:moveTo>
                  <a:lnTo>
                    <a:pt x="3935114" y="145267"/>
                  </a:lnTo>
                  <a:lnTo>
                    <a:pt x="3941972" y="145541"/>
                  </a:lnTo>
                  <a:lnTo>
                    <a:pt x="3947306" y="146182"/>
                  </a:lnTo>
                  <a:lnTo>
                    <a:pt x="3952640" y="146669"/>
                  </a:lnTo>
                  <a:lnTo>
                    <a:pt x="3956937" y="147553"/>
                  </a:lnTo>
                  <a:lnTo>
                    <a:pt x="3960107" y="148711"/>
                  </a:lnTo>
                  <a:lnTo>
                    <a:pt x="3963430" y="149717"/>
                  </a:lnTo>
                  <a:lnTo>
                    <a:pt x="3965716" y="151119"/>
                  </a:lnTo>
                  <a:lnTo>
                    <a:pt x="3966965" y="152887"/>
                  </a:lnTo>
                  <a:lnTo>
                    <a:pt x="3968367" y="154564"/>
                  </a:lnTo>
                  <a:lnTo>
                    <a:pt x="3969007" y="156453"/>
                  </a:lnTo>
                  <a:lnTo>
                    <a:pt x="3969007" y="158739"/>
                  </a:lnTo>
                  <a:lnTo>
                    <a:pt x="3969007" y="327538"/>
                  </a:lnTo>
                  <a:lnTo>
                    <a:pt x="3974098" y="371581"/>
                  </a:lnTo>
                  <a:lnTo>
                    <a:pt x="3996958" y="398251"/>
                  </a:lnTo>
                  <a:lnTo>
                    <a:pt x="4003297" y="401573"/>
                  </a:lnTo>
                  <a:lnTo>
                    <a:pt x="4010796" y="403219"/>
                  </a:lnTo>
                  <a:lnTo>
                    <a:pt x="4019299" y="403219"/>
                  </a:lnTo>
                  <a:lnTo>
                    <a:pt x="4059800" y="384898"/>
                  </a:lnTo>
                  <a:lnTo>
                    <a:pt x="4086234" y="357256"/>
                  </a:lnTo>
                  <a:lnTo>
                    <a:pt x="4086234" y="158739"/>
                  </a:lnTo>
                  <a:lnTo>
                    <a:pt x="4086234" y="156453"/>
                  </a:lnTo>
                  <a:lnTo>
                    <a:pt x="4094737" y="148711"/>
                  </a:lnTo>
                  <a:lnTo>
                    <a:pt x="4098029" y="147553"/>
                  </a:lnTo>
                  <a:lnTo>
                    <a:pt x="4102357" y="146669"/>
                  </a:lnTo>
                  <a:lnTo>
                    <a:pt x="4107691" y="146182"/>
                  </a:lnTo>
                  <a:lnTo>
                    <a:pt x="4113025" y="145541"/>
                  </a:lnTo>
                  <a:lnTo>
                    <a:pt x="4119883" y="145267"/>
                  </a:lnTo>
                  <a:lnTo>
                    <a:pt x="4128144" y="145267"/>
                  </a:lnTo>
                  <a:lnTo>
                    <a:pt x="4136404" y="145267"/>
                  </a:lnTo>
                  <a:lnTo>
                    <a:pt x="4143140" y="145541"/>
                  </a:lnTo>
                  <a:lnTo>
                    <a:pt x="4148474" y="146182"/>
                  </a:lnTo>
                  <a:lnTo>
                    <a:pt x="4153930" y="146669"/>
                  </a:lnTo>
                  <a:lnTo>
                    <a:pt x="4158105" y="147553"/>
                  </a:lnTo>
                  <a:lnTo>
                    <a:pt x="4161275" y="148711"/>
                  </a:lnTo>
                  <a:lnTo>
                    <a:pt x="4164323" y="149717"/>
                  </a:lnTo>
                  <a:lnTo>
                    <a:pt x="4166609" y="151119"/>
                  </a:lnTo>
                  <a:lnTo>
                    <a:pt x="4167889" y="152887"/>
                  </a:lnTo>
                  <a:lnTo>
                    <a:pt x="4169292" y="154564"/>
                  </a:lnTo>
                  <a:lnTo>
                    <a:pt x="4169932" y="156453"/>
                  </a:lnTo>
                  <a:lnTo>
                    <a:pt x="4169932" y="158739"/>
                  </a:lnTo>
                  <a:lnTo>
                    <a:pt x="4169932" y="457443"/>
                  </a:lnTo>
                  <a:lnTo>
                    <a:pt x="4169932" y="459607"/>
                  </a:lnTo>
                  <a:lnTo>
                    <a:pt x="4169413" y="461650"/>
                  </a:lnTo>
                  <a:lnTo>
                    <a:pt x="4168286" y="463295"/>
                  </a:lnTo>
                  <a:lnTo>
                    <a:pt x="4167127" y="464941"/>
                  </a:lnTo>
                  <a:lnTo>
                    <a:pt x="4165238" y="466343"/>
                  </a:lnTo>
                  <a:lnTo>
                    <a:pt x="4162434" y="467471"/>
                  </a:lnTo>
                  <a:lnTo>
                    <a:pt x="4159629" y="468629"/>
                  </a:lnTo>
                  <a:lnTo>
                    <a:pt x="4155941" y="469391"/>
                  </a:lnTo>
                  <a:lnTo>
                    <a:pt x="4151369" y="470032"/>
                  </a:lnTo>
                  <a:lnTo>
                    <a:pt x="4146797" y="470519"/>
                  </a:lnTo>
                  <a:lnTo>
                    <a:pt x="4141098" y="470794"/>
                  </a:lnTo>
                  <a:lnTo>
                    <a:pt x="4134118" y="470794"/>
                  </a:lnTo>
                  <a:lnTo>
                    <a:pt x="4126741" y="470794"/>
                  </a:lnTo>
                  <a:lnTo>
                    <a:pt x="4105284" y="467471"/>
                  </a:lnTo>
                  <a:lnTo>
                    <a:pt x="4102601" y="466343"/>
                  </a:lnTo>
                  <a:lnTo>
                    <a:pt x="4100712" y="464941"/>
                  </a:lnTo>
                  <a:lnTo>
                    <a:pt x="4099553" y="463295"/>
                  </a:lnTo>
                  <a:lnTo>
                    <a:pt x="4098547" y="461650"/>
                  </a:lnTo>
                  <a:lnTo>
                    <a:pt x="4097907" y="459607"/>
                  </a:lnTo>
                  <a:lnTo>
                    <a:pt x="4097907" y="457443"/>
                  </a:lnTo>
                  <a:lnTo>
                    <a:pt x="4097907" y="422909"/>
                  </a:lnTo>
                  <a:lnTo>
                    <a:pt x="4060291" y="455592"/>
                  </a:lnTo>
                  <a:lnTo>
                    <a:pt x="4021502" y="473160"/>
                  </a:lnTo>
                  <a:lnTo>
                    <a:pt x="3994550" y="476493"/>
                  </a:lnTo>
                  <a:lnTo>
                    <a:pt x="3979737" y="475874"/>
                  </a:lnTo>
                  <a:lnTo>
                    <a:pt x="3942734" y="466465"/>
                  </a:lnTo>
                  <a:lnTo>
                    <a:pt x="3908931" y="439033"/>
                  </a:lnTo>
                  <a:lnTo>
                    <a:pt x="3890521" y="398647"/>
                  </a:lnTo>
                  <a:lnTo>
                    <a:pt x="3885297" y="357928"/>
                  </a:lnTo>
                  <a:lnTo>
                    <a:pt x="3884944" y="341497"/>
                  </a:lnTo>
                  <a:lnTo>
                    <a:pt x="3884944" y="158739"/>
                  </a:lnTo>
                  <a:lnTo>
                    <a:pt x="3884944" y="156453"/>
                  </a:lnTo>
                  <a:lnTo>
                    <a:pt x="3885584" y="154564"/>
                  </a:lnTo>
                  <a:lnTo>
                    <a:pt x="3886833" y="152887"/>
                  </a:lnTo>
                  <a:lnTo>
                    <a:pt x="3887992" y="151119"/>
                  </a:lnTo>
                  <a:lnTo>
                    <a:pt x="3890278" y="149717"/>
                  </a:lnTo>
                  <a:lnTo>
                    <a:pt x="3893569" y="148711"/>
                  </a:lnTo>
                  <a:lnTo>
                    <a:pt x="3896739" y="147553"/>
                  </a:lnTo>
                  <a:lnTo>
                    <a:pt x="3901068" y="146669"/>
                  </a:lnTo>
                  <a:lnTo>
                    <a:pt x="3906523" y="146182"/>
                  </a:lnTo>
                  <a:lnTo>
                    <a:pt x="3911979" y="145541"/>
                  </a:lnTo>
                  <a:lnTo>
                    <a:pt x="3918837" y="145267"/>
                  </a:lnTo>
                  <a:lnTo>
                    <a:pt x="3926854" y="145267"/>
                  </a:lnTo>
                  <a:close/>
                </a:path>
                <a:path w="5657850" h="476884">
                  <a:moveTo>
                    <a:pt x="956572" y="145267"/>
                  </a:moveTo>
                  <a:lnTo>
                    <a:pt x="964823" y="145267"/>
                  </a:lnTo>
                  <a:lnTo>
                    <a:pt x="971681" y="145541"/>
                  </a:lnTo>
                  <a:lnTo>
                    <a:pt x="977015" y="146182"/>
                  </a:lnTo>
                  <a:lnTo>
                    <a:pt x="982349" y="146669"/>
                  </a:lnTo>
                  <a:lnTo>
                    <a:pt x="986671" y="147553"/>
                  </a:lnTo>
                  <a:lnTo>
                    <a:pt x="989837" y="148711"/>
                  </a:lnTo>
                  <a:lnTo>
                    <a:pt x="993148" y="149717"/>
                  </a:lnTo>
                  <a:lnTo>
                    <a:pt x="995434" y="151119"/>
                  </a:lnTo>
                  <a:lnTo>
                    <a:pt x="996695" y="152887"/>
                  </a:lnTo>
                  <a:lnTo>
                    <a:pt x="998101" y="154564"/>
                  </a:lnTo>
                  <a:lnTo>
                    <a:pt x="998732" y="156453"/>
                  </a:lnTo>
                  <a:lnTo>
                    <a:pt x="998732" y="158739"/>
                  </a:lnTo>
                  <a:lnTo>
                    <a:pt x="998732" y="327538"/>
                  </a:lnTo>
                  <a:lnTo>
                    <a:pt x="1003816" y="371581"/>
                  </a:lnTo>
                  <a:lnTo>
                    <a:pt x="1026676" y="398251"/>
                  </a:lnTo>
                  <a:lnTo>
                    <a:pt x="1033022" y="401573"/>
                  </a:lnTo>
                  <a:lnTo>
                    <a:pt x="1040510" y="403219"/>
                  </a:lnTo>
                  <a:lnTo>
                    <a:pt x="1049024" y="403219"/>
                  </a:lnTo>
                  <a:lnTo>
                    <a:pt x="1089519" y="384898"/>
                  </a:lnTo>
                  <a:lnTo>
                    <a:pt x="1115948" y="357256"/>
                  </a:lnTo>
                  <a:lnTo>
                    <a:pt x="1115948" y="158739"/>
                  </a:lnTo>
                  <a:lnTo>
                    <a:pt x="1115948" y="156453"/>
                  </a:lnTo>
                  <a:lnTo>
                    <a:pt x="1124462" y="148711"/>
                  </a:lnTo>
                  <a:lnTo>
                    <a:pt x="1127759" y="147553"/>
                  </a:lnTo>
                  <a:lnTo>
                    <a:pt x="1132082" y="146669"/>
                  </a:lnTo>
                  <a:lnTo>
                    <a:pt x="1137416" y="146182"/>
                  </a:lnTo>
                  <a:lnTo>
                    <a:pt x="1142750" y="145541"/>
                  </a:lnTo>
                  <a:lnTo>
                    <a:pt x="1149608" y="145267"/>
                  </a:lnTo>
                  <a:lnTo>
                    <a:pt x="1157858" y="145267"/>
                  </a:lnTo>
                  <a:lnTo>
                    <a:pt x="1166122" y="145267"/>
                  </a:lnTo>
                  <a:lnTo>
                    <a:pt x="1172849" y="145541"/>
                  </a:lnTo>
                  <a:lnTo>
                    <a:pt x="1178183" y="146182"/>
                  </a:lnTo>
                  <a:lnTo>
                    <a:pt x="1183648" y="146669"/>
                  </a:lnTo>
                  <a:lnTo>
                    <a:pt x="1187839" y="147553"/>
                  </a:lnTo>
                  <a:lnTo>
                    <a:pt x="1191005" y="148711"/>
                  </a:lnTo>
                  <a:lnTo>
                    <a:pt x="1194053" y="149717"/>
                  </a:lnTo>
                  <a:lnTo>
                    <a:pt x="1196339" y="151119"/>
                  </a:lnTo>
                  <a:lnTo>
                    <a:pt x="1197614" y="152887"/>
                  </a:lnTo>
                  <a:lnTo>
                    <a:pt x="1199006" y="154564"/>
                  </a:lnTo>
                  <a:lnTo>
                    <a:pt x="1199650" y="156453"/>
                  </a:lnTo>
                  <a:lnTo>
                    <a:pt x="1199650" y="158739"/>
                  </a:lnTo>
                  <a:lnTo>
                    <a:pt x="1199650" y="457443"/>
                  </a:lnTo>
                  <a:lnTo>
                    <a:pt x="1199650" y="459607"/>
                  </a:lnTo>
                  <a:lnTo>
                    <a:pt x="1199138" y="461650"/>
                  </a:lnTo>
                  <a:lnTo>
                    <a:pt x="1197995" y="463295"/>
                  </a:lnTo>
                  <a:lnTo>
                    <a:pt x="1196852" y="464941"/>
                  </a:lnTo>
                  <a:lnTo>
                    <a:pt x="1194947" y="466343"/>
                  </a:lnTo>
                  <a:lnTo>
                    <a:pt x="1192148" y="467471"/>
                  </a:lnTo>
                  <a:lnTo>
                    <a:pt x="1189363" y="468629"/>
                  </a:lnTo>
                  <a:lnTo>
                    <a:pt x="1185671" y="469391"/>
                  </a:lnTo>
                  <a:lnTo>
                    <a:pt x="1181099" y="470032"/>
                  </a:lnTo>
                  <a:lnTo>
                    <a:pt x="1176527" y="470519"/>
                  </a:lnTo>
                  <a:lnTo>
                    <a:pt x="1170812" y="470794"/>
                  </a:lnTo>
                  <a:lnTo>
                    <a:pt x="1163836" y="470794"/>
                  </a:lnTo>
                  <a:lnTo>
                    <a:pt x="1156466" y="470794"/>
                  </a:lnTo>
                  <a:lnTo>
                    <a:pt x="1134998" y="467471"/>
                  </a:lnTo>
                  <a:lnTo>
                    <a:pt x="1132331" y="466343"/>
                  </a:lnTo>
                  <a:lnTo>
                    <a:pt x="1130426" y="464941"/>
                  </a:lnTo>
                  <a:lnTo>
                    <a:pt x="1129283" y="463295"/>
                  </a:lnTo>
                  <a:lnTo>
                    <a:pt x="1128272" y="461650"/>
                  </a:lnTo>
                  <a:lnTo>
                    <a:pt x="1127641" y="459607"/>
                  </a:lnTo>
                  <a:lnTo>
                    <a:pt x="1127641" y="457443"/>
                  </a:lnTo>
                  <a:lnTo>
                    <a:pt x="1127641" y="422909"/>
                  </a:lnTo>
                  <a:lnTo>
                    <a:pt x="1090007" y="455592"/>
                  </a:lnTo>
                  <a:lnTo>
                    <a:pt x="1051216" y="473160"/>
                  </a:lnTo>
                  <a:lnTo>
                    <a:pt x="1024259" y="476493"/>
                  </a:lnTo>
                  <a:lnTo>
                    <a:pt x="1009447" y="475874"/>
                  </a:lnTo>
                  <a:lnTo>
                    <a:pt x="972443" y="466465"/>
                  </a:lnTo>
                  <a:lnTo>
                    <a:pt x="938665" y="439033"/>
                  </a:lnTo>
                  <a:lnTo>
                    <a:pt x="920246" y="398647"/>
                  </a:lnTo>
                  <a:lnTo>
                    <a:pt x="915017" y="357928"/>
                  </a:lnTo>
                  <a:lnTo>
                    <a:pt x="914662" y="341497"/>
                  </a:lnTo>
                  <a:lnTo>
                    <a:pt x="914662" y="158739"/>
                  </a:lnTo>
                  <a:lnTo>
                    <a:pt x="914662" y="156453"/>
                  </a:lnTo>
                  <a:lnTo>
                    <a:pt x="915293" y="154564"/>
                  </a:lnTo>
                  <a:lnTo>
                    <a:pt x="916567" y="152887"/>
                  </a:lnTo>
                  <a:lnTo>
                    <a:pt x="917710" y="151119"/>
                  </a:lnTo>
                  <a:lnTo>
                    <a:pt x="919996" y="149717"/>
                  </a:lnTo>
                  <a:lnTo>
                    <a:pt x="923294" y="148711"/>
                  </a:lnTo>
                  <a:lnTo>
                    <a:pt x="926473" y="147553"/>
                  </a:lnTo>
                  <a:lnTo>
                    <a:pt x="930782" y="146669"/>
                  </a:lnTo>
                  <a:lnTo>
                    <a:pt x="936248" y="146182"/>
                  </a:lnTo>
                  <a:lnTo>
                    <a:pt x="941713" y="145541"/>
                  </a:lnTo>
                  <a:lnTo>
                    <a:pt x="948571" y="145267"/>
                  </a:lnTo>
                  <a:lnTo>
                    <a:pt x="956572" y="145267"/>
                  </a:lnTo>
                  <a:close/>
                </a:path>
                <a:path w="5657850" h="476884">
                  <a:moveTo>
                    <a:pt x="4386218" y="139933"/>
                  </a:moveTo>
                  <a:lnTo>
                    <a:pt x="4429134" y="146029"/>
                  </a:lnTo>
                  <a:lnTo>
                    <a:pt x="4436632" y="148711"/>
                  </a:lnTo>
                  <a:lnTo>
                    <a:pt x="4444130" y="151363"/>
                  </a:lnTo>
                  <a:lnTo>
                    <a:pt x="4450713" y="154289"/>
                  </a:lnTo>
                  <a:lnTo>
                    <a:pt x="4456687" y="157733"/>
                  </a:lnTo>
                  <a:lnTo>
                    <a:pt x="4462662" y="161025"/>
                  </a:lnTo>
                  <a:lnTo>
                    <a:pt x="4474457" y="172577"/>
                  </a:lnTo>
                  <a:lnTo>
                    <a:pt x="4475494" y="174223"/>
                  </a:lnTo>
                  <a:lnTo>
                    <a:pt x="4476256" y="176387"/>
                  </a:lnTo>
                  <a:lnTo>
                    <a:pt x="4476743" y="179191"/>
                  </a:lnTo>
                  <a:lnTo>
                    <a:pt x="4477383" y="181843"/>
                  </a:lnTo>
                  <a:lnTo>
                    <a:pt x="4477780" y="185165"/>
                  </a:lnTo>
                  <a:lnTo>
                    <a:pt x="4478145" y="188975"/>
                  </a:lnTo>
                  <a:lnTo>
                    <a:pt x="4478420" y="192907"/>
                  </a:lnTo>
                  <a:lnTo>
                    <a:pt x="4478664" y="197601"/>
                  </a:lnTo>
                  <a:lnTo>
                    <a:pt x="4478664" y="203179"/>
                  </a:lnTo>
                  <a:lnTo>
                    <a:pt x="4470160" y="238384"/>
                  </a:lnTo>
                  <a:lnTo>
                    <a:pt x="4466593" y="238384"/>
                  </a:lnTo>
                  <a:lnTo>
                    <a:pt x="4462783" y="238384"/>
                  </a:lnTo>
                  <a:lnTo>
                    <a:pt x="4458730" y="236860"/>
                  </a:lnTo>
                  <a:lnTo>
                    <a:pt x="4454523" y="233659"/>
                  </a:lnTo>
                  <a:lnTo>
                    <a:pt x="4450226" y="230611"/>
                  </a:lnTo>
                  <a:lnTo>
                    <a:pt x="4445257" y="227197"/>
                  </a:lnTo>
                  <a:lnTo>
                    <a:pt x="4439405" y="223387"/>
                  </a:lnTo>
                  <a:lnTo>
                    <a:pt x="4433706" y="219577"/>
                  </a:lnTo>
                  <a:lnTo>
                    <a:pt x="4389875" y="208269"/>
                  </a:lnTo>
                  <a:lnTo>
                    <a:pt x="4374456" y="209843"/>
                  </a:lnTo>
                  <a:lnTo>
                    <a:pt x="4339583" y="233537"/>
                  </a:lnTo>
                  <a:lnTo>
                    <a:pt x="4323300" y="284737"/>
                  </a:lnTo>
                  <a:lnTo>
                    <a:pt x="4322210" y="307726"/>
                  </a:lnTo>
                  <a:lnTo>
                    <a:pt x="4322493" y="319440"/>
                  </a:lnTo>
                  <a:lnTo>
                    <a:pt x="4329067" y="359099"/>
                  </a:lnTo>
                  <a:lnTo>
                    <a:pt x="4349104" y="391919"/>
                  </a:lnTo>
                  <a:lnTo>
                    <a:pt x="4390912" y="405871"/>
                  </a:lnTo>
                  <a:lnTo>
                    <a:pt x="4399288" y="405542"/>
                  </a:lnTo>
                  <a:lnTo>
                    <a:pt x="4436510" y="393313"/>
                  </a:lnTo>
                  <a:lnTo>
                    <a:pt x="4462783" y="374141"/>
                  </a:lnTo>
                  <a:lnTo>
                    <a:pt x="4466350" y="372343"/>
                  </a:lnTo>
                  <a:lnTo>
                    <a:pt x="4469276" y="372343"/>
                  </a:lnTo>
                  <a:lnTo>
                    <a:pt x="4471287" y="372343"/>
                  </a:lnTo>
                  <a:lnTo>
                    <a:pt x="4472933" y="372861"/>
                  </a:lnTo>
                  <a:lnTo>
                    <a:pt x="4474213" y="374020"/>
                  </a:lnTo>
                  <a:lnTo>
                    <a:pt x="4475616" y="375147"/>
                  </a:lnTo>
                  <a:lnTo>
                    <a:pt x="4476621" y="377189"/>
                  </a:lnTo>
                  <a:lnTo>
                    <a:pt x="4479944" y="402457"/>
                  </a:lnTo>
                  <a:lnTo>
                    <a:pt x="4479944" y="409834"/>
                  </a:lnTo>
                  <a:lnTo>
                    <a:pt x="4479944" y="415655"/>
                  </a:lnTo>
                  <a:lnTo>
                    <a:pt x="4479791" y="420502"/>
                  </a:lnTo>
                  <a:lnTo>
                    <a:pt x="4479426" y="424433"/>
                  </a:lnTo>
                  <a:lnTo>
                    <a:pt x="4479182" y="428365"/>
                  </a:lnTo>
                  <a:lnTo>
                    <a:pt x="4450713" y="460247"/>
                  </a:lnTo>
                  <a:lnTo>
                    <a:pt x="4408163" y="473445"/>
                  </a:lnTo>
                  <a:lnTo>
                    <a:pt x="4378201" y="476128"/>
                  </a:lnTo>
                  <a:lnTo>
                    <a:pt x="4361444" y="475459"/>
                  </a:lnTo>
                  <a:lnTo>
                    <a:pt x="4317120" y="465460"/>
                  </a:lnTo>
                  <a:lnTo>
                    <a:pt x="4281934" y="443651"/>
                  </a:lnTo>
                  <a:lnTo>
                    <a:pt x="4256510" y="410580"/>
                  </a:lnTo>
                  <a:lnTo>
                    <a:pt x="4241024" y="367155"/>
                  </a:lnTo>
                  <a:lnTo>
                    <a:pt x="4235829" y="313822"/>
                  </a:lnTo>
                  <a:lnTo>
                    <a:pt x="4236540" y="292112"/>
                  </a:lnTo>
                  <a:lnTo>
                    <a:pt x="4242156" y="253334"/>
                  </a:lnTo>
                  <a:lnTo>
                    <a:pt x="4260514" y="206402"/>
                  </a:lnTo>
                  <a:lnTo>
                    <a:pt x="4288860" y="172114"/>
                  </a:lnTo>
                  <a:lnTo>
                    <a:pt x="4325867" y="150357"/>
                  </a:lnTo>
                  <a:lnTo>
                    <a:pt x="4370161" y="140580"/>
                  </a:lnTo>
                  <a:lnTo>
                    <a:pt x="4386218" y="139933"/>
                  </a:lnTo>
                  <a:close/>
                </a:path>
                <a:path w="5657850" h="476884">
                  <a:moveTo>
                    <a:pt x="5516629" y="139567"/>
                  </a:moveTo>
                  <a:lnTo>
                    <a:pt x="5566761" y="145778"/>
                  </a:lnTo>
                  <a:lnTo>
                    <a:pt x="5605002" y="163841"/>
                  </a:lnTo>
                  <a:lnTo>
                    <a:pt x="5632469" y="191595"/>
                  </a:lnTo>
                  <a:lnTo>
                    <a:pt x="5649614" y="227716"/>
                  </a:lnTo>
                  <a:lnTo>
                    <a:pt x="5657102" y="270505"/>
                  </a:lnTo>
                  <a:lnTo>
                    <a:pt x="5657599" y="285993"/>
                  </a:lnTo>
                  <a:lnTo>
                    <a:pt x="5657599" y="299344"/>
                  </a:lnTo>
                  <a:lnTo>
                    <a:pt x="5657599" y="309615"/>
                  </a:lnTo>
                  <a:lnTo>
                    <a:pt x="5655313" y="317235"/>
                  </a:lnTo>
                  <a:lnTo>
                    <a:pt x="5650741" y="322051"/>
                  </a:lnTo>
                  <a:lnTo>
                    <a:pt x="5646169" y="327019"/>
                  </a:lnTo>
                  <a:lnTo>
                    <a:pt x="5639830" y="329427"/>
                  </a:lnTo>
                  <a:lnTo>
                    <a:pt x="5631813" y="329427"/>
                  </a:lnTo>
                  <a:lnTo>
                    <a:pt x="5449970" y="329427"/>
                  </a:lnTo>
                  <a:lnTo>
                    <a:pt x="5457157" y="371626"/>
                  </a:lnTo>
                  <a:lnTo>
                    <a:pt x="5486951" y="403983"/>
                  </a:lnTo>
                  <a:lnTo>
                    <a:pt x="5531748" y="412882"/>
                  </a:lnTo>
                  <a:lnTo>
                    <a:pt x="5542457" y="412686"/>
                  </a:lnTo>
                  <a:lnTo>
                    <a:pt x="5586231" y="406351"/>
                  </a:lnTo>
                  <a:lnTo>
                    <a:pt x="5619743" y="395599"/>
                  </a:lnTo>
                  <a:lnTo>
                    <a:pt x="5625077" y="393557"/>
                  </a:lnTo>
                  <a:lnTo>
                    <a:pt x="5629527" y="392429"/>
                  </a:lnTo>
                  <a:lnTo>
                    <a:pt x="5632850" y="392429"/>
                  </a:lnTo>
                  <a:lnTo>
                    <a:pt x="5634861" y="392429"/>
                  </a:lnTo>
                  <a:lnTo>
                    <a:pt x="5643000" y="406389"/>
                  </a:lnTo>
                  <a:lnTo>
                    <a:pt x="5643365" y="410077"/>
                  </a:lnTo>
                  <a:lnTo>
                    <a:pt x="5643518" y="414649"/>
                  </a:lnTo>
                  <a:lnTo>
                    <a:pt x="5643518" y="420227"/>
                  </a:lnTo>
                  <a:lnTo>
                    <a:pt x="5643518" y="425195"/>
                  </a:lnTo>
                  <a:lnTo>
                    <a:pt x="5643518" y="429371"/>
                  </a:lnTo>
                  <a:lnTo>
                    <a:pt x="5643243" y="432815"/>
                  </a:lnTo>
                  <a:lnTo>
                    <a:pt x="5643000" y="436229"/>
                  </a:lnTo>
                  <a:lnTo>
                    <a:pt x="5636660" y="452749"/>
                  </a:lnTo>
                  <a:lnTo>
                    <a:pt x="5635258" y="454273"/>
                  </a:lnTo>
                  <a:lnTo>
                    <a:pt x="5592261" y="468833"/>
                  </a:lnTo>
                  <a:lnTo>
                    <a:pt x="5545425" y="475811"/>
                  </a:lnTo>
                  <a:lnTo>
                    <a:pt x="5524006" y="476493"/>
                  </a:lnTo>
                  <a:lnTo>
                    <a:pt x="5504710" y="475874"/>
                  </a:lnTo>
                  <a:lnTo>
                    <a:pt x="5454145" y="466465"/>
                  </a:lnTo>
                  <a:lnTo>
                    <a:pt x="5414798" y="445536"/>
                  </a:lnTo>
                  <a:lnTo>
                    <a:pt x="5386602" y="412863"/>
                  </a:lnTo>
                  <a:lnTo>
                    <a:pt x="5369797" y="368150"/>
                  </a:lnTo>
                  <a:lnTo>
                    <a:pt x="5364229" y="311383"/>
                  </a:lnTo>
                  <a:lnTo>
                    <a:pt x="5364894" y="291968"/>
                  </a:lnTo>
                  <a:lnTo>
                    <a:pt x="5374654" y="239633"/>
                  </a:lnTo>
                  <a:lnTo>
                    <a:pt x="5395502" y="197041"/>
                  </a:lnTo>
                  <a:lnTo>
                    <a:pt x="5426675" y="165662"/>
                  </a:lnTo>
                  <a:lnTo>
                    <a:pt x="5467440" y="146203"/>
                  </a:lnTo>
                  <a:lnTo>
                    <a:pt x="5499345" y="140305"/>
                  </a:lnTo>
                  <a:lnTo>
                    <a:pt x="5516629" y="139567"/>
                  </a:lnTo>
                  <a:close/>
                </a:path>
                <a:path w="5657850" h="476884">
                  <a:moveTo>
                    <a:pt x="5296808" y="139567"/>
                  </a:moveTo>
                  <a:lnTo>
                    <a:pt x="5299703" y="139567"/>
                  </a:lnTo>
                  <a:lnTo>
                    <a:pt x="5302904" y="139811"/>
                  </a:lnTo>
                  <a:lnTo>
                    <a:pt x="5306196" y="140086"/>
                  </a:lnTo>
                  <a:lnTo>
                    <a:pt x="5309487" y="140451"/>
                  </a:lnTo>
                  <a:lnTo>
                    <a:pt x="5313054" y="140969"/>
                  </a:lnTo>
                  <a:lnTo>
                    <a:pt x="5316620" y="141853"/>
                  </a:lnTo>
                  <a:lnTo>
                    <a:pt x="5320155" y="142615"/>
                  </a:lnTo>
                  <a:lnTo>
                    <a:pt x="5334511" y="151363"/>
                  </a:lnTo>
                  <a:lnTo>
                    <a:pt x="5335030" y="152643"/>
                  </a:lnTo>
                  <a:lnTo>
                    <a:pt x="5337316" y="178429"/>
                  </a:lnTo>
                  <a:lnTo>
                    <a:pt x="5337316" y="186568"/>
                  </a:lnTo>
                  <a:lnTo>
                    <a:pt x="5337316" y="194553"/>
                  </a:lnTo>
                  <a:lnTo>
                    <a:pt x="5337194" y="201167"/>
                  </a:lnTo>
                  <a:lnTo>
                    <a:pt x="5336676" y="206227"/>
                  </a:lnTo>
                  <a:lnTo>
                    <a:pt x="5336279" y="211439"/>
                  </a:lnTo>
                  <a:lnTo>
                    <a:pt x="5327897" y="226039"/>
                  </a:lnTo>
                  <a:lnTo>
                    <a:pt x="5325611" y="226039"/>
                  </a:lnTo>
                  <a:lnTo>
                    <a:pt x="5323843" y="226039"/>
                  </a:lnTo>
                  <a:lnTo>
                    <a:pt x="5321801" y="225673"/>
                  </a:lnTo>
                  <a:lnTo>
                    <a:pt x="5319668" y="224789"/>
                  </a:lnTo>
                  <a:lnTo>
                    <a:pt x="5317382" y="224027"/>
                  </a:lnTo>
                  <a:lnTo>
                    <a:pt x="5314821" y="223265"/>
                  </a:lnTo>
                  <a:lnTo>
                    <a:pt x="5312048" y="222382"/>
                  </a:lnTo>
                  <a:lnTo>
                    <a:pt x="5309244" y="221467"/>
                  </a:lnTo>
                  <a:lnTo>
                    <a:pt x="5306196" y="220583"/>
                  </a:lnTo>
                  <a:lnTo>
                    <a:pt x="5302904" y="219821"/>
                  </a:lnTo>
                  <a:lnTo>
                    <a:pt x="5299459" y="219059"/>
                  </a:lnTo>
                  <a:lnTo>
                    <a:pt x="5295771" y="218693"/>
                  </a:lnTo>
                  <a:lnTo>
                    <a:pt x="5291839" y="218693"/>
                  </a:lnTo>
                  <a:lnTo>
                    <a:pt x="5287146" y="218693"/>
                  </a:lnTo>
                  <a:lnTo>
                    <a:pt x="5252856" y="239755"/>
                  </a:lnTo>
                  <a:lnTo>
                    <a:pt x="5229874" y="271271"/>
                  </a:lnTo>
                  <a:lnTo>
                    <a:pt x="5229874" y="457443"/>
                  </a:lnTo>
                  <a:lnTo>
                    <a:pt x="5229874" y="459607"/>
                  </a:lnTo>
                  <a:lnTo>
                    <a:pt x="5229234" y="461650"/>
                  </a:lnTo>
                  <a:lnTo>
                    <a:pt x="5227831" y="463295"/>
                  </a:lnTo>
                  <a:lnTo>
                    <a:pt x="5226551" y="464941"/>
                  </a:lnTo>
                  <a:lnTo>
                    <a:pt x="5224265" y="466343"/>
                  </a:lnTo>
                  <a:lnTo>
                    <a:pt x="5220973" y="467471"/>
                  </a:lnTo>
                  <a:lnTo>
                    <a:pt x="5217804" y="468629"/>
                  </a:lnTo>
                  <a:lnTo>
                    <a:pt x="5213475" y="469391"/>
                  </a:lnTo>
                  <a:lnTo>
                    <a:pt x="5208141" y="470032"/>
                  </a:lnTo>
                  <a:lnTo>
                    <a:pt x="5202685" y="470519"/>
                  </a:lnTo>
                  <a:lnTo>
                    <a:pt x="5195949" y="470794"/>
                  </a:lnTo>
                  <a:lnTo>
                    <a:pt x="5187689" y="470794"/>
                  </a:lnTo>
                  <a:lnTo>
                    <a:pt x="5179460" y="470794"/>
                  </a:lnTo>
                  <a:lnTo>
                    <a:pt x="5145414" y="459607"/>
                  </a:lnTo>
                  <a:lnTo>
                    <a:pt x="5145414" y="457443"/>
                  </a:lnTo>
                  <a:lnTo>
                    <a:pt x="5145414" y="158739"/>
                  </a:lnTo>
                  <a:lnTo>
                    <a:pt x="5145414" y="156453"/>
                  </a:lnTo>
                  <a:lnTo>
                    <a:pt x="5146054" y="154564"/>
                  </a:lnTo>
                  <a:lnTo>
                    <a:pt x="5147181" y="152887"/>
                  </a:lnTo>
                  <a:lnTo>
                    <a:pt x="5148218" y="151119"/>
                  </a:lnTo>
                  <a:lnTo>
                    <a:pt x="5150229" y="149717"/>
                  </a:lnTo>
                  <a:lnTo>
                    <a:pt x="5153155" y="148711"/>
                  </a:lnTo>
                  <a:lnTo>
                    <a:pt x="5156082" y="147553"/>
                  </a:lnTo>
                  <a:lnTo>
                    <a:pt x="5159770" y="146669"/>
                  </a:lnTo>
                  <a:lnTo>
                    <a:pt x="5164342" y="146182"/>
                  </a:lnTo>
                  <a:lnTo>
                    <a:pt x="5169036" y="145541"/>
                  </a:lnTo>
                  <a:lnTo>
                    <a:pt x="5174735" y="145267"/>
                  </a:lnTo>
                  <a:lnTo>
                    <a:pt x="5181593" y="145267"/>
                  </a:lnTo>
                  <a:lnTo>
                    <a:pt x="5188848" y="145267"/>
                  </a:lnTo>
                  <a:lnTo>
                    <a:pt x="5194700" y="145541"/>
                  </a:lnTo>
                  <a:lnTo>
                    <a:pt x="5199394" y="146182"/>
                  </a:lnTo>
                  <a:lnTo>
                    <a:pt x="5204088" y="146669"/>
                  </a:lnTo>
                  <a:lnTo>
                    <a:pt x="5207654" y="147553"/>
                  </a:lnTo>
                  <a:lnTo>
                    <a:pt x="5210305" y="148711"/>
                  </a:lnTo>
                  <a:lnTo>
                    <a:pt x="5212835" y="149717"/>
                  </a:lnTo>
                  <a:lnTo>
                    <a:pt x="5214634" y="151119"/>
                  </a:lnTo>
                  <a:lnTo>
                    <a:pt x="5215761" y="152887"/>
                  </a:lnTo>
                  <a:lnTo>
                    <a:pt x="5216920" y="154564"/>
                  </a:lnTo>
                  <a:lnTo>
                    <a:pt x="5217407" y="156453"/>
                  </a:lnTo>
                  <a:lnTo>
                    <a:pt x="5217407" y="158739"/>
                  </a:lnTo>
                  <a:lnTo>
                    <a:pt x="5217407" y="195833"/>
                  </a:lnTo>
                  <a:lnTo>
                    <a:pt x="5244684" y="163106"/>
                  </a:lnTo>
                  <a:lnTo>
                    <a:pt x="5278123" y="142097"/>
                  </a:lnTo>
                  <a:lnTo>
                    <a:pt x="5284341" y="140451"/>
                  </a:lnTo>
                  <a:lnTo>
                    <a:pt x="5290559" y="139567"/>
                  </a:lnTo>
                  <a:lnTo>
                    <a:pt x="5296808" y="139567"/>
                  </a:lnTo>
                  <a:close/>
                </a:path>
                <a:path w="5657850" h="476884">
                  <a:moveTo>
                    <a:pt x="3794144" y="139567"/>
                  </a:moveTo>
                  <a:lnTo>
                    <a:pt x="3797039" y="139567"/>
                  </a:lnTo>
                  <a:lnTo>
                    <a:pt x="3800240" y="139811"/>
                  </a:lnTo>
                  <a:lnTo>
                    <a:pt x="3803532" y="140086"/>
                  </a:lnTo>
                  <a:lnTo>
                    <a:pt x="3806823" y="140451"/>
                  </a:lnTo>
                  <a:lnTo>
                    <a:pt x="3810390" y="140969"/>
                  </a:lnTo>
                  <a:lnTo>
                    <a:pt x="3813956" y="141853"/>
                  </a:lnTo>
                  <a:lnTo>
                    <a:pt x="3817491" y="142615"/>
                  </a:lnTo>
                  <a:lnTo>
                    <a:pt x="3829196" y="147706"/>
                  </a:lnTo>
                  <a:lnTo>
                    <a:pt x="3830445" y="148833"/>
                  </a:lnTo>
                  <a:lnTo>
                    <a:pt x="3831329" y="149992"/>
                  </a:lnTo>
                  <a:lnTo>
                    <a:pt x="3831847" y="151363"/>
                  </a:lnTo>
                  <a:lnTo>
                    <a:pt x="3832366" y="152643"/>
                  </a:lnTo>
                  <a:lnTo>
                    <a:pt x="3834652" y="178429"/>
                  </a:lnTo>
                  <a:lnTo>
                    <a:pt x="3834652" y="186568"/>
                  </a:lnTo>
                  <a:lnTo>
                    <a:pt x="3834652" y="194553"/>
                  </a:lnTo>
                  <a:lnTo>
                    <a:pt x="3834530" y="201167"/>
                  </a:lnTo>
                  <a:lnTo>
                    <a:pt x="3834012" y="206227"/>
                  </a:lnTo>
                  <a:lnTo>
                    <a:pt x="3833615" y="211439"/>
                  </a:lnTo>
                  <a:lnTo>
                    <a:pt x="3825233" y="226039"/>
                  </a:lnTo>
                  <a:lnTo>
                    <a:pt x="3822947" y="226039"/>
                  </a:lnTo>
                  <a:lnTo>
                    <a:pt x="3821179" y="226039"/>
                  </a:lnTo>
                  <a:lnTo>
                    <a:pt x="3819137" y="225673"/>
                  </a:lnTo>
                  <a:lnTo>
                    <a:pt x="3817004" y="224789"/>
                  </a:lnTo>
                  <a:lnTo>
                    <a:pt x="3814718" y="224027"/>
                  </a:lnTo>
                  <a:lnTo>
                    <a:pt x="3812157" y="223265"/>
                  </a:lnTo>
                  <a:lnTo>
                    <a:pt x="3809384" y="222382"/>
                  </a:lnTo>
                  <a:lnTo>
                    <a:pt x="3806580" y="221467"/>
                  </a:lnTo>
                  <a:lnTo>
                    <a:pt x="3803532" y="220583"/>
                  </a:lnTo>
                  <a:lnTo>
                    <a:pt x="3800240" y="219821"/>
                  </a:lnTo>
                  <a:lnTo>
                    <a:pt x="3796795" y="219059"/>
                  </a:lnTo>
                  <a:lnTo>
                    <a:pt x="3793107" y="218693"/>
                  </a:lnTo>
                  <a:lnTo>
                    <a:pt x="3789175" y="218693"/>
                  </a:lnTo>
                  <a:lnTo>
                    <a:pt x="3784482" y="218693"/>
                  </a:lnTo>
                  <a:lnTo>
                    <a:pt x="3750192" y="239755"/>
                  </a:lnTo>
                  <a:lnTo>
                    <a:pt x="3727210" y="271271"/>
                  </a:lnTo>
                  <a:lnTo>
                    <a:pt x="3727210" y="457443"/>
                  </a:lnTo>
                  <a:lnTo>
                    <a:pt x="3727210" y="459607"/>
                  </a:lnTo>
                  <a:lnTo>
                    <a:pt x="3726570" y="461650"/>
                  </a:lnTo>
                  <a:lnTo>
                    <a:pt x="3725167" y="463295"/>
                  </a:lnTo>
                  <a:lnTo>
                    <a:pt x="3723887" y="464941"/>
                  </a:lnTo>
                  <a:lnTo>
                    <a:pt x="3721601" y="466343"/>
                  </a:lnTo>
                  <a:lnTo>
                    <a:pt x="3718309" y="467471"/>
                  </a:lnTo>
                  <a:lnTo>
                    <a:pt x="3715140" y="468629"/>
                  </a:lnTo>
                  <a:lnTo>
                    <a:pt x="3710811" y="469391"/>
                  </a:lnTo>
                  <a:lnTo>
                    <a:pt x="3705477" y="470032"/>
                  </a:lnTo>
                  <a:lnTo>
                    <a:pt x="3700021" y="470519"/>
                  </a:lnTo>
                  <a:lnTo>
                    <a:pt x="3693285" y="470794"/>
                  </a:lnTo>
                  <a:lnTo>
                    <a:pt x="3685025" y="470794"/>
                  </a:lnTo>
                  <a:lnTo>
                    <a:pt x="3676796" y="470794"/>
                  </a:lnTo>
                  <a:lnTo>
                    <a:pt x="3642750" y="459607"/>
                  </a:lnTo>
                  <a:lnTo>
                    <a:pt x="3642750" y="457443"/>
                  </a:lnTo>
                  <a:lnTo>
                    <a:pt x="3642750" y="158739"/>
                  </a:lnTo>
                  <a:lnTo>
                    <a:pt x="3642750" y="156453"/>
                  </a:lnTo>
                  <a:lnTo>
                    <a:pt x="3643390" y="154564"/>
                  </a:lnTo>
                  <a:lnTo>
                    <a:pt x="3644517" y="152887"/>
                  </a:lnTo>
                  <a:lnTo>
                    <a:pt x="3645554" y="151119"/>
                  </a:lnTo>
                  <a:lnTo>
                    <a:pt x="3647565" y="149717"/>
                  </a:lnTo>
                  <a:lnTo>
                    <a:pt x="3650491" y="148711"/>
                  </a:lnTo>
                  <a:lnTo>
                    <a:pt x="3653418" y="147553"/>
                  </a:lnTo>
                  <a:lnTo>
                    <a:pt x="3657106" y="146669"/>
                  </a:lnTo>
                  <a:lnTo>
                    <a:pt x="3661678" y="146182"/>
                  </a:lnTo>
                  <a:lnTo>
                    <a:pt x="3666372" y="145541"/>
                  </a:lnTo>
                  <a:lnTo>
                    <a:pt x="3672071" y="145267"/>
                  </a:lnTo>
                  <a:lnTo>
                    <a:pt x="3678929" y="145267"/>
                  </a:lnTo>
                  <a:lnTo>
                    <a:pt x="3686184" y="145267"/>
                  </a:lnTo>
                  <a:lnTo>
                    <a:pt x="3692036" y="145541"/>
                  </a:lnTo>
                  <a:lnTo>
                    <a:pt x="3696730" y="146182"/>
                  </a:lnTo>
                  <a:lnTo>
                    <a:pt x="3701424" y="146669"/>
                  </a:lnTo>
                  <a:lnTo>
                    <a:pt x="3704990" y="147553"/>
                  </a:lnTo>
                  <a:lnTo>
                    <a:pt x="3707641" y="148711"/>
                  </a:lnTo>
                  <a:lnTo>
                    <a:pt x="3710171" y="149717"/>
                  </a:lnTo>
                  <a:lnTo>
                    <a:pt x="3711970" y="151119"/>
                  </a:lnTo>
                  <a:lnTo>
                    <a:pt x="3713097" y="152887"/>
                  </a:lnTo>
                  <a:lnTo>
                    <a:pt x="3714256" y="154564"/>
                  </a:lnTo>
                  <a:lnTo>
                    <a:pt x="3714743" y="156453"/>
                  </a:lnTo>
                  <a:lnTo>
                    <a:pt x="3714743" y="158739"/>
                  </a:lnTo>
                  <a:lnTo>
                    <a:pt x="3714743" y="195833"/>
                  </a:lnTo>
                  <a:lnTo>
                    <a:pt x="3742020" y="163106"/>
                  </a:lnTo>
                  <a:lnTo>
                    <a:pt x="3775459" y="142097"/>
                  </a:lnTo>
                  <a:lnTo>
                    <a:pt x="3781677" y="140451"/>
                  </a:lnTo>
                  <a:lnTo>
                    <a:pt x="3787895" y="139567"/>
                  </a:lnTo>
                  <a:lnTo>
                    <a:pt x="3794144" y="139567"/>
                  </a:lnTo>
                  <a:close/>
                </a:path>
                <a:path w="5657850" h="476884">
                  <a:moveTo>
                    <a:pt x="3243827" y="139567"/>
                  </a:moveTo>
                  <a:lnTo>
                    <a:pt x="3287901" y="144658"/>
                  </a:lnTo>
                  <a:lnTo>
                    <a:pt x="3323715" y="159257"/>
                  </a:lnTo>
                  <a:lnTo>
                    <a:pt x="3325879" y="160903"/>
                  </a:lnTo>
                  <a:lnTo>
                    <a:pt x="3330208" y="170291"/>
                  </a:lnTo>
                  <a:lnTo>
                    <a:pt x="3330695" y="172577"/>
                  </a:lnTo>
                  <a:lnTo>
                    <a:pt x="3331092" y="175503"/>
                  </a:lnTo>
                  <a:lnTo>
                    <a:pt x="3331457" y="178948"/>
                  </a:lnTo>
                  <a:lnTo>
                    <a:pt x="3331732" y="182483"/>
                  </a:lnTo>
                  <a:lnTo>
                    <a:pt x="3331975" y="186689"/>
                  </a:lnTo>
                  <a:lnTo>
                    <a:pt x="3331975" y="191902"/>
                  </a:lnTo>
                  <a:lnTo>
                    <a:pt x="3331975" y="197845"/>
                  </a:lnTo>
                  <a:lnTo>
                    <a:pt x="3329689" y="215645"/>
                  </a:lnTo>
                  <a:lnTo>
                    <a:pt x="3328927" y="217931"/>
                  </a:lnTo>
                  <a:lnTo>
                    <a:pt x="3327922" y="219334"/>
                  </a:lnTo>
                  <a:lnTo>
                    <a:pt x="3326520" y="220217"/>
                  </a:lnTo>
                  <a:lnTo>
                    <a:pt x="3325239" y="220979"/>
                  </a:lnTo>
                  <a:lnTo>
                    <a:pt x="3323593" y="221345"/>
                  </a:lnTo>
                  <a:lnTo>
                    <a:pt x="3321826" y="221345"/>
                  </a:lnTo>
                  <a:lnTo>
                    <a:pt x="3319905" y="221345"/>
                  </a:lnTo>
                  <a:lnTo>
                    <a:pt x="3316735" y="220217"/>
                  </a:lnTo>
                  <a:lnTo>
                    <a:pt x="3312560" y="217810"/>
                  </a:lnTo>
                  <a:lnTo>
                    <a:pt x="3308232" y="215524"/>
                  </a:lnTo>
                  <a:lnTo>
                    <a:pt x="3302898" y="212963"/>
                  </a:lnTo>
                  <a:lnTo>
                    <a:pt x="3296558" y="210311"/>
                  </a:lnTo>
                  <a:lnTo>
                    <a:pt x="3290187" y="207629"/>
                  </a:lnTo>
                  <a:lnTo>
                    <a:pt x="3245869" y="199247"/>
                  </a:lnTo>
                  <a:lnTo>
                    <a:pt x="3238249" y="199247"/>
                  </a:lnTo>
                  <a:lnTo>
                    <a:pt x="3204356" y="218419"/>
                  </a:lnTo>
                  <a:lnTo>
                    <a:pt x="3201673" y="226557"/>
                  </a:lnTo>
                  <a:lnTo>
                    <a:pt x="3201673" y="231007"/>
                  </a:lnTo>
                  <a:lnTo>
                    <a:pt x="3201673" y="237987"/>
                  </a:lnTo>
                  <a:lnTo>
                    <a:pt x="3230114" y="263473"/>
                  </a:lnTo>
                  <a:lnTo>
                    <a:pt x="3255008" y="273285"/>
                  </a:lnTo>
                  <a:lnTo>
                    <a:pt x="3261673" y="275771"/>
                  </a:lnTo>
                  <a:lnTo>
                    <a:pt x="3302014" y="294010"/>
                  </a:lnTo>
                  <a:lnTo>
                    <a:pt x="3334936" y="323861"/>
                  </a:lnTo>
                  <a:lnTo>
                    <a:pt x="3348231" y="363126"/>
                  </a:lnTo>
                  <a:lnTo>
                    <a:pt x="3348618" y="372983"/>
                  </a:lnTo>
                  <a:lnTo>
                    <a:pt x="3348023" y="385374"/>
                  </a:lnTo>
                  <a:lnTo>
                    <a:pt x="3333822" y="427251"/>
                  </a:lnTo>
                  <a:lnTo>
                    <a:pt x="3303077" y="456483"/>
                  </a:lnTo>
                  <a:lnTo>
                    <a:pt x="3258851" y="472854"/>
                  </a:lnTo>
                  <a:lnTo>
                    <a:pt x="3219443" y="476493"/>
                  </a:lnTo>
                  <a:lnTo>
                    <a:pt x="3211168" y="476329"/>
                  </a:lnTo>
                  <a:lnTo>
                    <a:pt x="3172988" y="471121"/>
                  </a:lnTo>
                  <a:lnTo>
                    <a:pt x="3140073" y="459729"/>
                  </a:lnTo>
                  <a:lnTo>
                    <a:pt x="3134617" y="457078"/>
                  </a:lnTo>
                  <a:lnTo>
                    <a:pt x="3122669" y="441197"/>
                  </a:lnTo>
                  <a:lnTo>
                    <a:pt x="3121298" y="436107"/>
                  </a:lnTo>
                  <a:lnTo>
                    <a:pt x="3120658" y="428731"/>
                  </a:lnTo>
                  <a:lnTo>
                    <a:pt x="3120658" y="418825"/>
                  </a:lnTo>
                  <a:lnTo>
                    <a:pt x="3120658" y="412363"/>
                  </a:lnTo>
                  <a:lnTo>
                    <a:pt x="3129680" y="388101"/>
                  </a:lnTo>
                  <a:lnTo>
                    <a:pt x="3131691" y="388101"/>
                  </a:lnTo>
                  <a:lnTo>
                    <a:pt x="3134099" y="388101"/>
                  </a:lnTo>
                  <a:lnTo>
                    <a:pt x="3137787" y="389503"/>
                  </a:lnTo>
                  <a:lnTo>
                    <a:pt x="3142481" y="392308"/>
                  </a:lnTo>
                  <a:lnTo>
                    <a:pt x="3147328" y="395081"/>
                  </a:lnTo>
                  <a:lnTo>
                    <a:pt x="3185428" y="410839"/>
                  </a:lnTo>
                  <a:lnTo>
                    <a:pt x="3217675" y="415168"/>
                  </a:lnTo>
                  <a:lnTo>
                    <a:pt x="3225295" y="415168"/>
                  </a:lnTo>
                  <a:lnTo>
                    <a:pt x="3232032" y="414406"/>
                  </a:lnTo>
                  <a:lnTo>
                    <a:pt x="3238006" y="412882"/>
                  </a:lnTo>
                  <a:lnTo>
                    <a:pt x="3243980" y="411358"/>
                  </a:lnTo>
                  <a:lnTo>
                    <a:pt x="3266565" y="385571"/>
                  </a:lnTo>
                  <a:lnTo>
                    <a:pt x="3266565" y="379719"/>
                  </a:lnTo>
                  <a:lnTo>
                    <a:pt x="3266565" y="372983"/>
                  </a:lnTo>
                  <a:lnTo>
                    <a:pt x="3243980" y="349879"/>
                  </a:lnTo>
                  <a:lnTo>
                    <a:pt x="3237244" y="346313"/>
                  </a:lnTo>
                  <a:lnTo>
                    <a:pt x="3229502" y="343021"/>
                  </a:lnTo>
                  <a:lnTo>
                    <a:pt x="3220845" y="339851"/>
                  </a:lnTo>
                  <a:lnTo>
                    <a:pt x="3214398" y="337473"/>
                  </a:lnTo>
                  <a:lnTo>
                    <a:pt x="3174523" y="320010"/>
                  </a:lnTo>
                  <a:lnTo>
                    <a:pt x="3140034" y="292697"/>
                  </a:lnTo>
                  <a:lnTo>
                    <a:pt x="3123847" y="255951"/>
                  </a:lnTo>
                  <a:lnTo>
                    <a:pt x="3122304" y="236341"/>
                  </a:lnTo>
                  <a:lnTo>
                    <a:pt x="3122829" y="225882"/>
                  </a:lnTo>
                  <a:lnTo>
                    <a:pt x="3135328" y="188451"/>
                  </a:lnTo>
                  <a:lnTo>
                    <a:pt x="3163076" y="160407"/>
                  </a:lnTo>
                  <a:lnTo>
                    <a:pt x="3204771" y="143579"/>
                  </a:lnTo>
                  <a:lnTo>
                    <a:pt x="3230100" y="140017"/>
                  </a:lnTo>
                  <a:lnTo>
                    <a:pt x="3243827" y="139567"/>
                  </a:lnTo>
                  <a:close/>
                </a:path>
                <a:path w="5657850" h="476884">
                  <a:moveTo>
                    <a:pt x="2922660" y="139567"/>
                  </a:moveTo>
                  <a:lnTo>
                    <a:pt x="2969615" y="143476"/>
                  </a:lnTo>
                  <a:lnTo>
                    <a:pt x="3015127" y="160962"/>
                  </a:lnTo>
                  <a:lnTo>
                    <a:pt x="3042930" y="193546"/>
                  </a:lnTo>
                  <a:lnTo>
                    <a:pt x="3054032" y="242646"/>
                  </a:lnTo>
                  <a:lnTo>
                    <a:pt x="3054486" y="257555"/>
                  </a:lnTo>
                  <a:lnTo>
                    <a:pt x="3054486" y="458449"/>
                  </a:lnTo>
                  <a:lnTo>
                    <a:pt x="3054486" y="461497"/>
                  </a:lnTo>
                  <a:lnTo>
                    <a:pt x="3053480" y="464057"/>
                  </a:lnTo>
                  <a:lnTo>
                    <a:pt x="3051194" y="465825"/>
                  </a:lnTo>
                  <a:lnTo>
                    <a:pt x="3048908" y="467593"/>
                  </a:lnTo>
                  <a:lnTo>
                    <a:pt x="3045463" y="468873"/>
                  </a:lnTo>
                  <a:lnTo>
                    <a:pt x="3040648" y="469635"/>
                  </a:lnTo>
                  <a:lnTo>
                    <a:pt x="3035801" y="470397"/>
                  </a:lnTo>
                  <a:lnTo>
                    <a:pt x="3028699" y="470794"/>
                  </a:lnTo>
                  <a:lnTo>
                    <a:pt x="3019434" y="470794"/>
                  </a:lnTo>
                  <a:lnTo>
                    <a:pt x="3009284" y="470794"/>
                  </a:lnTo>
                  <a:lnTo>
                    <a:pt x="3002029" y="470397"/>
                  </a:lnTo>
                  <a:lnTo>
                    <a:pt x="2997457" y="469635"/>
                  </a:lnTo>
                  <a:lnTo>
                    <a:pt x="2992885" y="468873"/>
                  </a:lnTo>
                  <a:lnTo>
                    <a:pt x="2989594" y="467593"/>
                  </a:lnTo>
                  <a:lnTo>
                    <a:pt x="2987673" y="465825"/>
                  </a:lnTo>
                  <a:lnTo>
                    <a:pt x="2985784" y="464057"/>
                  </a:lnTo>
                  <a:lnTo>
                    <a:pt x="2984900" y="461497"/>
                  </a:lnTo>
                  <a:lnTo>
                    <a:pt x="2984900" y="458449"/>
                  </a:lnTo>
                  <a:lnTo>
                    <a:pt x="2984900" y="434583"/>
                  </a:lnTo>
                  <a:lnTo>
                    <a:pt x="2954322" y="459379"/>
                  </a:lnTo>
                  <a:lnTo>
                    <a:pt x="2917962" y="473731"/>
                  </a:lnTo>
                  <a:lnTo>
                    <a:pt x="2890412" y="476493"/>
                  </a:lnTo>
                  <a:lnTo>
                    <a:pt x="2878812" y="476109"/>
                  </a:lnTo>
                  <a:lnTo>
                    <a:pt x="2837117" y="466829"/>
                  </a:lnTo>
                  <a:lnTo>
                    <a:pt x="2805380" y="445388"/>
                  </a:lnTo>
                  <a:lnTo>
                    <a:pt x="2786158" y="412199"/>
                  </a:lnTo>
                  <a:lnTo>
                    <a:pt x="2781568" y="379354"/>
                  </a:lnTo>
                  <a:lnTo>
                    <a:pt x="2782208" y="366729"/>
                  </a:lnTo>
                  <a:lnTo>
                    <a:pt x="2797583" y="324785"/>
                  </a:lnTo>
                  <a:lnTo>
                    <a:pt x="2833043" y="296358"/>
                  </a:lnTo>
                  <a:lnTo>
                    <a:pt x="2872733" y="283585"/>
                  </a:lnTo>
                  <a:lnTo>
                    <a:pt x="2923405" y="277992"/>
                  </a:lnTo>
                  <a:lnTo>
                    <a:pt x="2942715" y="277611"/>
                  </a:lnTo>
                  <a:lnTo>
                    <a:pt x="2971793" y="277611"/>
                  </a:lnTo>
                  <a:lnTo>
                    <a:pt x="2971793" y="259445"/>
                  </a:lnTo>
                  <a:lnTo>
                    <a:pt x="2971793" y="250179"/>
                  </a:lnTo>
                  <a:lnTo>
                    <a:pt x="2970909" y="241919"/>
                  </a:lnTo>
                  <a:lnTo>
                    <a:pt x="2969020" y="234939"/>
                  </a:lnTo>
                  <a:lnTo>
                    <a:pt x="2967099" y="227837"/>
                  </a:lnTo>
                  <a:lnTo>
                    <a:pt x="2963929" y="221985"/>
                  </a:lnTo>
                  <a:lnTo>
                    <a:pt x="2959601" y="217291"/>
                  </a:lnTo>
                  <a:lnTo>
                    <a:pt x="2955304" y="212597"/>
                  </a:lnTo>
                  <a:lnTo>
                    <a:pt x="2915283" y="203575"/>
                  </a:lnTo>
                  <a:lnTo>
                    <a:pt x="2905003" y="203863"/>
                  </a:lnTo>
                  <a:lnTo>
                    <a:pt x="2861943" y="213241"/>
                  </a:lnTo>
                  <a:lnTo>
                    <a:pt x="2827013" y="228965"/>
                  </a:lnTo>
                  <a:lnTo>
                    <a:pt x="2821314" y="232135"/>
                  </a:lnTo>
                  <a:lnTo>
                    <a:pt x="2816620" y="233659"/>
                  </a:lnTo>
                  <a:lnTo>
                    <a:pt x="2813054" y="233659"/>
                  </a:lnTo>
                  <a:lnTo>
                    <a:pt x="2810646" y="233659"/>
                  </a:lnTo>
                  <a:lnTo>
                    <a:pt x="2808482" y="232897"/>
                  </a:lnTo>
                  <a:lnTo>
                    <a:pt x="2806592" y="231373"/>
                  </a:lnTo>
                  <a:lnTo>
                    <a:pt x="2804672" y="229849"/>
                  </a:lnTo>
                  <a:lnTo>
                    <a:pt x="2803148" y="227563"/>
                  </a:lnTo>
                  <a:lnTo>
                    <a:pt x="2801867" y="224668"/>
                  </a:lnTo>
                  <a:lnTo>
                    <a:pt x="2800618" y="221741"/>
                  </a:lnTo>
                  <a:lnTo>
                    <a:pt x="2799734" y="218175"/>
                  </a:lnTo>
                  <a:lnTo>
                    <a:pt x="2799094" y="214000"/>
                  </a:lnTo>
                  <a:lnTo>
                    <a:pt x="2798332" y="209671"/>
                  </a:lnTo>
                  <a:lnTo>
                    <a:pt x="2798057" y="204977"/>
                  </a:lnTo>
                  <a:lnTo>
                    <a:pt x="2798057" y="199887"/>
                  </a:lnTo>
                  <a:lnTo>
                    <a:pt x="2798057" y="193029"/>
                  </a:lnTo>
                  <a:lnTo>
                    <a:pt x="2798576" y="187573"/>
                  </a:lnTo>
                  <a:lnTo>
                    <a:pt x="2799734" y="183520"/>
                  </a:lnTo>
                  <a:lnTo>
                    <a:pt x="2800862" y="179435"/>
                  </a:lnTo>
                  <a:lnTo>
                    <a:pt x="2835220" y="156213"/>
                  </a:lnTo>
                  <a:lnTo>
                    <a:pt x="2875158" y="144529"/>
                  </a:lnTo>
                  <a:lnTo>
                    <a:pt x="2912832" y="139777"/>
                  </a:lnTo>
                  <a:lnTo>
                    <a:pt x="2922660" y="139567"/>
                  </a:lnTo>
                  <a:close/>
                </a:path>
                <a:path w="5657850" h="476884">
                  <a:moveTo>
                    <a:pt x="2722772" y="139567"/>
                  </a:moveTo>
                  <a:lnTo>
                    <a:pt x="2725667" y="139567"/>
                  </a:lnTo>
                  <a:lnTo>
                    <a:pt x="2728868" y="139811"/>
                  </a:lnTo>
                  <a:lnTo>
                    <a:pt x="2732160" y="140086"/>
                  </a:lnTo>
                  <a:lnTo>
                    <a:pt x="2735451" y="140451"/>
                  </a:lnTo>
                  <a:lnTo>
                    <a:pt x="2739018" y="140969"/>
                  </a:lnTo>
                  <a:lnTo>
                    <a:pt x="2742584" y="141853"/>
                  </a:lnTo>
                  <a:lnTo>
                    <a:pt x="2746119" y="142615"/>
                  </a:lnTo>
                  <a:lnTo>
                    <a:pt x="2760476" y="151363"/>
                  </a:lnTo>
                  <a:lnTo>
                    <a:pt x="2760994" y="152643"/>
                  </a:lnTo>
                  <a:lnTo>
                    <a:pt x="2763280" y="178429"/>
                  </a:lnTo>
                  <a:lnTo>
                    <a:pt x="2763280" y="186568"/>
                  </a:lnTo>
                  <a:lnTo>
                    <a:pt x="2763280" y="194553"/>
                  </a:lnTo>
                  <a:lnTo>
                    <a:pt x="2763158" y="201167"/>
                  </a:lnTo>
                  <a:lnTo>
                    <a:pt x="2762640" y="206227"/>
                  </a:lnTo>
                  <a:lnTo>
                    <a:pt x="2762243" y="211439"/>
                  </a:lnTo>
                  <a:lnTo>
                    <a:pt x="2761481" y="215371"/>
                  </a:lnTo>
                  <a:lnTo>
                    <a:pt x="2760597" y="218297"/>
                  </a:lnTo>
                  <a:lnTo>
                    <a:pt x="2759714" y="221223"/>
                  </a:lnTo>
                  <a:lnTo>
                    <a:pt x="2758586" y="223265"/>
                  </a:lnTo>
                  <a:lnTo>
                    <a:pt x="2757184" y="224393"/>
                  </a:lnTo>
                  <a:lnTo>
                    <a:pt x="2755660" y="225430"/>
                  </a:lnTo>
                  <a:lnTo>
                    <a:pt x="2753861" y="226039"/>
                  </a:lnTo>
                  <a:lnTo>
                    <a:pt x="2751575" y="226039"/>
                  </a:lnTo>
                  <a:lnTo>
                    <a:pt x="2749808" y="226039"/>
                  </a:lnTo>
                  <a:lnTo>
                    <a:pt x="2747765" y="225673"/>
                  </a:lnTo>
                  <a:lnTo>
                    <a:pt x="2745632" y="224789"/>
                  </a:lnTo>
                  <a:lnTo>
                    <a:pt x="2743346" y="224027"/>
                  </a:lnTo>
                  <a:lnTo>
                    <a:pt x="2740785" y="223265"/>
                  </a:lnTo>
                  <a:lnTo>
                    <a:pt x="2738012" y="222382"/>
                  </a:lnTo>
                  <a:lnTo>
                    <a:pt x="2735208" y="221467"/>
                  </a:lnTo>
                  <a:lnTo>
                    <a:pt x="2732160" y="220583"/>
                  </a:lnTo>
                  <a:lnTo>
                    <a:pt x="2728868" y="219821"/>
                  </a:lnTo>
                  <a:lnTo>
                    <a:pt x="2725424" y="219059"/>
                  </a:lnTo>
                  <a:lnTo>
                    <a:pt x="2721735" y="218693"/>
                  </a:lnTo>
                  <a:lnTo>
                    <a:pt x="2717804" y="218693"/>
                  </a:lnTo>
                  <a:lnTo>
                    <a:pt x="2713110" y="218693"/>
                  </a:lnTo>
                  <a:lnTo>
                    <a:pt x="2678820" y="239755"/>
                  </a:lnTo>
                  <a:lnTo>
                    <a:pt x="2655838" y="271271"/>
                  </a:lnTo>
                  <a:lnTo>
                    <a:pt x="2655838" y="457443"/>
                  </a:lnTo>
                  <a:lnTo>
                    <a:pt x="2655838" y="459607"/>
                  </a:lnTo>
                  <a:lnTo>
                    <a:pt x="2655198" y="461650"/>
                  </a:lnTo>
                  <a:lnTo>
                    <a:pt x="2653796" y="463295"/>
                  </a:lnTo>
                  <a:lnTo>
                    <a:pt x="2652515" y="464941"/>
                  </a:lnTo>
                  <a:lnTo>
                    <a:pt x="2650229" y="466343"/>
                  </a:lnTo>
                  <a:lnTo>
                    <a:pt x="2646938" y="467471"/>
                  </a:lnTo>
                  <a:lnTo>
                    <a:pt x="2643768" y="468629"/>
                  </a:lnTo>
                  <a:lnTo>
                    <a:pt x="2639439" y="469391"/>
                  </a:lnTo>
                  <a:lnTo>
                    <a:pt x="2634105" y="470032"/>
                  </a:lnTo>
                  <a:lnTo>
                    <a:pt x="2628650" y="470519"/>
                  </a:lnTo>
                  <a:lnTo>
                    <a:pt x="2621913" y="470794"/>
                  </a:lnTo>
                  <a:lnTo>
                    <a:pt x="2613653" y="470794"/>
                  </a:lnTo>
                  <a:lnTo>
                    <a:pt x="2605424" y="470794"/>
                  </a:lnTo>
                  <a:lnTo>
                    <a:pt x="2571378" y="459607"/>
                  </a:lnTo>
                  <a:lnTo>
                    <a:pt x="2571378" y="457443"/>
                  </a:lnTo>
                  <a:lnTo>
                    <a:pt x="2571378" y="158739"/>
                  </a:lnTo>
                  <a:lnTo>
                    <a:pt x="2571378" y="156453"/>
                  </a:lnTo>
                  <a:lnTo>
                    <a:pt x="2572018" y="154564"/>
                  </a:lnTo>
                  <a:lnTo>
                    <a:pt x="2573145" y="152887"/>
                  </a:lnTo>
                  <a:lnTo>
                    <a:pt x="2574182" y="151119"/>
                  </a:lnTo>
                  <a:lnTo>
                    <a:pt x="2576193" y="149717"/>
                  </a:lnTo>
                  <a:lnTo>
                    <a:pt x="2579120" y="148711"/>
                  </a:lnTo>
                  <a:lnTo>
                    <a:pt x="2582046" y="147553"/>
                  </a:lnTo>
                  <a:lnTo>
                    <a:pt x="2585734" y="146669"/>
                  </a:lnTo>
                  <a:lnTo>
                    <a:pt x="2590306" y="146182"/>
                  </a:lnTo>
                  <a:lnTo>
                    <a:pt x="2595000" y="145541"/>
                  </a:lnTo>
                  <a:lnTo>
                    <a:pt x="2600699" y="145267"/>
                  </a:lnTo>
                  <a:lnTo>
                    <a:pt x="2607557" y="145267"/>
                  </a:lnTo>
                  <a:lnTo>
                    <a:pt x="2614812" y="145267"/>
                  </a:lnTo>
                  <a:lnTo>
                    <a:pt x="2620664" y="145541"/>
                  </a:lnTo>
                  <a:lnTo>
                    <a:pt x="2625358" y="146182"/>
                  </a:lnTo>
                  <a:lnTo>
                    <a:pt x="2630052" y="146669"/>
                  </a:lnTo>
                  <a:lnTo>
                    <a:pt x="2633618" y="147553"/>
                  </a:lnTo>
                  <a:lnTo>
                    <a:pt x="2636270" y="148711"/>
                  </a:lnTo>
                  <a:lnTo>
                    <a:pt x="2638799" y="149717"/>
                  </a:lnTo>
                  <a:lnTo>
                    <a:pt x="2640598" y="151119"/>
                  </a:lnTo>
                  <a:lnTo>
                    <a:pt x="2641725" y="152887"/>
                  </a:lnTo>
                  <a:lnTo>
                    <a:pt x="2642884" y="154564"/>
                  </a:lnTo>
                  <a:lnTo>
                    <a:pt x="2643371" y="156453"/>
                  </a:lnTo>
                  <a:lnTo>
                    <a:pt x="2643371" y="158739"/>
                  </a:lnTo>
                  <a:lnTo>
                    <a:pt x="2643371" y="195833"/>
                  </a:lnTo>
                  <a:lnTo>
                    <a:pt x="2670648" y="163106"/>
                  </a:lnTo>
                  <a:lnTo>
                    <a:pt x="2704088" y="142097"/>
                  </a:lnTo>
                  <a:lnTo>
                    <a:pt x="2710305" y="140451"/>
                  </a:lnTo>
                  <a:lnTo>
                    <a:pt x="2716523" y="139567"/>
                  </a:lnTo>
                  <a:lnTo>
                    <a:pt x="2722772" y="139567"/>
                  </a:lnTo>
                  <a:close/>
                </a:path>
                <a:path w="5657850" h="476884">
                  <a:moveTo>
                    <a:pt x="2166634" y="139567"/>
                  </a:moveTo>
                  <a:lnTo>
                    <a:pt x="2206984" y="145290"/>
                  </a:lnTo>
                  <a:lnTo>
                    <a:pt x="2244868" y="168765"/>
                  </a:lnTo>
                  <a:lnTo>
                    <a:pt x="2267081" y="206125"/>
                  </a:lnTo>
                  <a:lnTo>
                    <a:pt x="2275733" y="257218"/>
                  </a:lnTo>
                  <a:lnTo>
                    <a:pt x="2276087" y="272917"/>
                  </a:lnTo>
                  <a:lnTo>
                    <a:pt x="2276087" y="457443"/>
                  </a:lnTo>
                  <a:lnTo>
                    <a:pt x="2276087" y="459607"/>
                  </a:lnTo>
                  <a:lnTo>
                    <a:pt x="2275478" y="461650"/>
                  </a:lnTo>
                  <a:lnTo>
                    <a:pt x="2274076" y="463295"/>
                  </a:lnTo>
                  <a:lnTo>
                    <a:pt x="2272796" y="464941"/>
                  </a:lnTo>
                  <a:lnTo>
                    <a:pt x="2270510" y="466343"/>
                  </a:lnTo>
                  <a:lnTo>
                    <a:pt x="2267340" y="467471"/>
                  </a:lnTo>
                  <a:lnTo>
                    <a:pt x="2264292" y="468629"/>
                  </a:lnTo>
                  <a:lnTo>
                    <a:pt x="2259963" y="469391"/>
                  </a:lnTo>
                  <a:lnTo>
                    <a:pt x="2254508" y="470032"/>
                  </a:lnTo>
                  <a:lnTo>
                    <a:pt x="2249052" y="470519"/>
                  </a:lnTo>
                  <a:lnTo>
                    <a:pt x="2242316" y="470794"/>
                  </a:lnTo>
                  <a:lnTo>
                    <a:pt x="2234177" y="470794"/>
                  </a:lnTo>
                  <a:lnTo>
                    <a:pt x="2225948" y="470794"/>
                  </a:lnTo>
                  <a:lnTo>
                    <a:pt x="2200802" y="467471"/>
                  </a:lnTo>
                  <a:lnTo>
                    <a:pt x="2197601" y="466343"/>
                  </a:lnTo>
                  <a:lnTo>
                    <a:pt x="2195468" y="464941"/>
                  </a:lnTo>
                  <a:lnTo>
                    <a:pt x="2194066" y="463295"/>
                  </a:lnTo>
                  <a:lnTo>
                    <a:pt x="2192664" y="461650"/>
                  </a:lnTo>
                  <a:lnTo>
                    <a:pt x="2192024" y="459607"/>
                  </a:lnTo>
                  <a:lnTo>
                    <a:pt x="2192024" y="457443"/>
                  </a:lnTo>
                  <a:lnTo>
                    <a:pt x="2192024" y="286999"/>
                  </a:lnTo>
                  <a:lnTo>
                    <a:pt x="2186690" y="244601"/>
                  </a:lnTo>
                  <a:lnTo>
                    <a:pt x="2157734" y="214609"/>
                  </a:lnTo>
                  <a:lnTo>
                    <a:pt x="2150235" y="212963"/>
                  </a:lnTo>
                  <a:lnTo>
                    <a:pt x="2141853" y="212963"/>
                  </a:lnTo>
                  <a:lnTo>
                    <a:pt x="2101065" y="231215"/>
                  </a:lnTo>
                  <a:lnTo>
                    <a:pt x="2075194" y="258805"/>
                  </a:lnTo>
                  <a:lnTo>
                    <a:pt x="2075194" y="457443"/>
                  </a:lnTo>
                  <a:lnTo>
                    <a:pt x="2075194" y="459607"/>
                  </a:lnTo>
                  <a:lnTo>
                    <a:pt x="2074554" y="461650"/>
                  </a:lnTo>
                  <a:lnTo>
                    <a:pt x="2073152" y="463295"/>
                  </a:lnTo>
                  <a:lnTo>
                    <a:pt x="2071871" y="464941"/>
                  </a:lnTo>
                  <a:lnTo>
                    <a:pt x="2069585" y="466343"/>
                  </a:lnTo>
                  <a:lnTo>
                    <a:pt x="2066294" y="467471"/>
                  </a:lnTo>
                  <a:lnTo>
                    <a:pt x="2063124" y="468629"/>
                  </a:lnTo>
                  <a:lnTo>
                    <a:pt x="2058795" y="469391"/>
                  </a:lnTo>
                  <a:lnTo>
                    <a:pt x="2053461" y="470032"/>
                  </a:lnTo>
                  <a:lnTo>
                    <a:pt x="2048006" y="470519"/>
                  </a:lnTo>
                  <a:lnTo>
                    <a:pt x="2041269" y="470794"/>
                  </a:lnTo>
                  <a:lnTo>
                    <a:pt x="2033009" y="470794"/>
                  </a:lnTo>
                  <a:lnTo>
                    <a:pt x="2024780" y="470794"/>
                  </a:lnTo>
                  <a:lnTo>
                    <a:pt x="1990734" y="459607"/>
                  </a:lnTo>
                  <a:lnTo>
                    <a:pt x="1990734" y="457443"/>
                  </a:lnTo>
                  <a:lnTo>
                    <a:pt x="1990734" y="158739"/>
                  </a:lnTo>
                  <a:lnTo>
                    <a:pt x="1990734" y="156453"/>
                  </a:lnTo>
                  <a:lnTo>
                    <a:pt x="1991374" y="154564"/>
                  </a:lnTo>
                  <a:lnTo>
                    <a:pt x="1992501" y="152887"/>
                  </a:lnTo>
                  <a:lnTo>
                    <a:pt x="1993538" y="151119"/>
                  </a:lnTo>
                  <a:lnTo>
                    <a:pt x="1995549" y="149717"/>
                  </a:lnTo>
                  <a:lnTo>
                    <a:pt x="1998476" y="148711"/>
                  </a:lnTo>
                  <a:lnTo>
                    <a:pt x="2001402" y="147553"/>
                  </a:lnTo>
                  <a:lnTo>
                    <a:pt x="2005090" y="146669"/>
                  </a:lnTo>
                  <a:lnTo>
                    <a:pt x="2009662" y="146182"/>
                  </a:lnTo>
                  <a:lnTo>
                    <a:pt x="2014356" y="145541"/>
                  </a:lnTo>
                  <a:lnTo>
                    <a:pt x="2020055" y="145267"/>
                  </a:lnTo>
                  <a:lnTo>
                    <a:pt x="2026913" y="145267"/>
                  </a:lnTo>
                  <a:lnTo>
                    <a:pt x="2034168" y="145267"/>
                  </a:lnTo>
                  <a:lnTo>
                    <a:pt x="2040020" y="145541"/>
                  </a:lnTo>
                  <a:lnTo>
                    <a:pt x="2044714" y="146182"/>
                  </a:lnTo>
                  <a:lnTo>
                    <a:pt x="2049408" y="146669"/>
                  </a:lnTo>
                  <a:lnTo>
                    <a:pt x="2052974" y="147553"/>
                  </a:lnTo>
                  <a:lnTo>
                    <a:pt x="2055626" y="148711"/>
                  </a:lnTo>
                  <a:lnTo>
                    <a:pt x="2058155" y="149717"/>
                  </a:lnTo>
                  <a:lnTo>
                    <a:pt x="2059954" y="151119"/>
                  </a:lnTo>
                  <a:lnTo>
                    <a:pt x="2061081" y="152887"/>
                  </a:lnTo>
                  <a:lnTo>
                    <a:pt x="2062240" y="154564"/>
                  </a:lnTo>
                  <a:lnTo>
                    <a:pt x="2062727" y="156453"/>
                  </a:lnTo>
                  <a:lnTo>
                    <a:pt x="2062727" y="158739"/>
                  </a:lnTo>
                  <a:lnTo>
                    <a:pt x="2062727" y="193151"/>
                  </a:lnTo>
                  <a:lnTo>
                    <a:pt x="2100425" y="160550"/>
                  </a:lnTo>
                  <a:lnTo>
                    <a:pt x="2139366" y="142966"/>
                  </a:lnTo>
                  <a:lnTo>
                    <a:pt x="2152858" y="140421"/>
                  </a:lnTo>
                  <a:lnTo>
                    <a:pt x="2166634" y="139567"/>
                  </a:lnTo>
                  <a:close/>
                </a:path>
                <a:path w="5657850" h="476884">
                  <a:moveTo>
                    <a:pt x="693170" y="139567"/>
                  </a:moveTo>
                  <a:lnTo>
                    <a:pt x="747464" y="145727"/>
                  </a:lnTo>
                  <a:lnTo>
                    <a:pt x="789799" y="163921"/>
                  </a:lnTo>
                  <a:lnTo>
                    <a:pt x="820659" y="193659"/>
                  </a:lnTo>
                  <a:lnTo>
                    <a:pt x="840236" y="234421"/>
                  </a:lnTo>
                  <a:lnTo>
                    <a:pt x="849037" y="285685"/>
                  </a:lnTo>
                  <a:lnTo>
                    <a:pt x="849629" y="305043"/>
                  </a:lnTo>
                  <a:lnTo>
                    <a:pt x="848991" y="323683"/>
                  </a:lnTo>
                  <a:lnTo>
                    <a:pt x="839605" y="374629"/>
                  </a:lnTo>
                  <a:lnTo>
                    <a:pt x="818671" y="417046"/>
                  </a:lnTo>
                  <a:lnTo>
                    <a:pt x="786083" y="449103"/>
                  </a:lnTo>
                  <a:lnTo>
                    <a:pt x="741809" y="469485"/>
                  </a:lnTo>
                  <a:lnTo>
                    <a:pt x="685799" y="476493"/>
                  </a:lnTo>
                  <a:lnTo>
                    <a:pt x="666540" y="475802"/>
                  </a:lnTo>
                  <a:lnTo>
                    <a:pt x="616589" y="465460"/>
                  </a:lnTo>
                  <a:lnTo>
                    <a:pt x="578027" y="443244"/>
                  </a:lnTo>
                  <a:lnTo>
                    <a:pt x="550754" y="409769"/>
                  </a:lnTo>
                  <a:lnTo>
                    <a:pt x="534770" y="365410"/>
                  </a:lnTo>
                  <a:lnTo>
                    <a:pt x="529471" y="311017"/>
                  </a:lnTo>
                  <a:lnTo>
                    <a:pt x="530114" y="292376"/>
                  </a:lnTo>
                  <a:lnTo>
                    <a:pt x="539758" y="241279"/>
                  </a:lnTo>
                  <a:lnTo>
                    <a:pt x="560790" y="198892"/>
                  </a:lnTo>
                  <a:lnTo>
                    <a:pt x="593316" y="166958"/>
                  </a:lnTo>
                  <a:lnTo>
                    <a:pt x="637395" y="146575"/>
                  </a:lnTo>
                  <a:lnTo>
                    <a:pt x="693170" y="139567"/>
                  </a:lnTo>
                  <a:close/>
                </a:path>
                <a:path w="5657850" h="476884">
                  <a:moveTo>
                    <a:pt x="4596652" y="66659"/>
                  </a:moveTo>
                  <a:lnTo>
                    <a:pt x="4605034" y="66659"/>
                  </a:lnTo>
                  <a:lnTo>
                    <a:pt x="4611892" y="66934"/>
                  </a:lnTo>
                  <a:lnTo>
                    <a:pt x="4638927" y="78485"/>
                  </a:lnTo>
                  <a:lnTo>
                    <a:pt x="4638927" y="80650"/>
                  </a:lnTo>
                  <a:lnTo>
                    <a:pt x="4638927" y="147309"/>
                  </a:lnTo>
                  <a:lnTo>
                    <a:pt x="4703819" y="147309"/>
                  </a:lnTo>
                  <a:lnTo>
                    <a:pt x="4706105" y="147309"/>
                  </a:lnTo>
                  <a:lnTo>
                    <a:pt x="4708026" y="147827"/>
                  </a:lnTo>
                  <a:lnTo>
                    <a:pt x="4709671" y="148955"/>
                  </a:lnTo>
                  <a:lnTo>
                    <a:pt x="4711439" y="150113"/>
                  </a:lnTo>
                  <a:lnTo>
                    <a:pt x="4712841" y="152003"/>
                  </a:lnTo>
                  <a:lnTo>
                    <a:pt x="4713878" y="154564"/>
                  </a:lnTo>
                  <a:lnTo>
                    <a:pt x="4715005" y="157093"/>
                  </a:lnTo>
                  <a:lnTo>
                    <a:pt x="4715889" y="160660"/>
                  </a:lnTo>
                  <a:lnTo>
                    <a:pt x="4716408" y="165079"/>
                  </a:lnTo>
                  <a:lnTo>
                    <a:pt x="4716926" y="169529"/>
                  </a:lnTo>
                  <a:lnTo>
                    <a:pt x="4717291" y="174985"/>
                  </a:lnTo>
                  <a:lnTo>
                    <a:pt x="4717291" y="181477"/>
                  </a:lnTo>
                  <a:lnTo>
                    <a:pt x="4708391" y="215645"/>
                  </a:lnTo>
                  <a:lnTo>
                    <a:pt x="4704216" y="215645"/>
                  </a:lnTo>
                  <a:lnTo>
                    <a:pt x="4638927" y="215645"/>
                  </a:lnTo>
                  <a:lnTo>
                    <a:pt x="4638927" y="355975"/>
                  </a:lnTo>
                  <a:lnTo>
                    <a:pt x="4639406" y="367400"/>
                  </a:lnTo>
                  <a:lnTo>
                    <a:pt x="4657330" y="401806"/>
                  </a:lnTo>
                  <a:lnTo>
                    <a:pt x="4674101" y="404865"/>
                  </a:lnTo>
                  <a:lnTo>
                    <a:pt x="4678551" y="404865"/>
                  </a:lnTo>
                  <a:lnTo>
                    <a:pt x="4695712" y="400933"/>
                  </a:lnTo>
                  <a:lnTo>
                    <a:pt x="4698485" y="400049"/>
                  </a:lnTo>
                  <a:lnTo>
                    <a:pt x="4700771" y="399013"/>
                  </a:lnTo>
                  <a:lnTo>
                    <a:pt x="4702692" y="398251"/>
                  </a:lnTo>
                  <a:lnTo>
                    <a:pt x="4704581" y="397489"/>
                  </a:lnTo>
                  <a:lnTo>
                    <a:pt x="4706380" y="397123"/>
                  </a:lnTo>
                  <a:lnTo>
                    <a:pt x="4707904" y="397123"/>
                  </a:lnTo>
                  <a:lnTo>
                    <a:pt x="4709153" y="397123"/>
                  </a:lnTo>
                  <a:lnTo>
                    <a:pt x="4710555" y="397489"/>
                  </a:lnTo>
                  <a:lnTo>
                    <a:pt x="4711714" y="398251"/>
                  </a:lnTo>
                  <a:lnTo>
                    <a:pt x="4712963" y="399013"/>
                  </a:lnTo>
                  <a:lnTo>
                    <a:pt x="4717291" y="421629"/>
                  </a:lnTo>
                  <a:lnTo>
                    <a:pt x="4717291" y="427969"/>
                  </a:lnTo>
                  <a:lnTo>
                    <a:pt x="4717291" y="437753"/>
                  </a:lnTo>
                  <a:lnTo>
                    <a:pt x="4716651" y="445251"/>
                  </a:lnTo>
                  <a:lnTo>
                    <a:pt x="4715402" y="450585"/>
                  </a:lnTo>
                  <a:lnTo>
                    <a:pt x="4714243" y="455797"/>
                  </a:lnTo>
                  <a:lnTo>
                    <a:pt x="4701686" y="467227"/>
                  </a:lnTo>
                  <a:lnTo>
                    <a:pt x="4697723" y="468995"/>
                  </a:lnTo>
                  <a:lnTo>
                    <a:pt x="4670809" y="474451"/>
                  </a:lnTo>
                  <a:lnTo>
                    <a:pt x="4664713" y="475091"/>
                  </a:lnTo>
                  <a:lnTo>
                    <a:pt x="4658496" y="475487"/>
                  </a:lnTo>
                  <a:lnTo>
                    <a:pt x="4652278" y="475487"/>
                  </a:lnTo>
                  <a:lnTo>
                    <a:pt x="4608722" y="469117"/>
                  </a:lnTo>
                  <a:lnTo>
                    <a:pt x="4572633" y="442500"/>
                  </a:lnTo>
                  <a:lnTo>
                    <a:pt x="4558065" y="405693"/>
                  </a:lnTo>
                  <a:lnTo>
                    <a:pt x="4554864" y="368686"/>
                  </a:lnTo>
                  <a:lnTo>
                    <a:pt x="4554864" y="215645"/>
                  </a:lnTo>
                  <a:lnTo>
                    <a:pt x="4519050" y="215645"/>
                  </a:lnTo>
                  <a:lnTo>
                    <a:pt x="4514721" y="215645"/>
                  </a:lnTo>
                  <a:lnTo>
                    <a:pt x="4511551" y="212963"/>
                  </a:lnTo>
                  <a:lnTo>
                    <a:pt x="4505974" y="181477"/>
                  </a:lnTo>
                  <a:lnTo>
                    <a:pt x="4505974" y="174985"/>
                  </a:lnTo>
                  <a:lnTo>
                    <a:pt x="4506217" y="169529"/>
                  </a:lnTo>
                  <a:lnTo>
                    <a:pt x="4506858" y="165079"/>
                  </a:lnTo>
                  <a:lnTo>
                    <a:pt x="4507376" y="160660"/>
                  </a:lnTo>
                  <a:lnTo>
                    <a:pt x="4517129" y="147309"/>
                  </a:lnTo>
                  <a:lnTo>
                    <a:pt x="4519293" y="147309"/>
                  </a:lnTo>
                  <a:lnTo>
                    <a:pt x="4554864" y="147309"/>
                  </a:lnTo>
                  <a:lnTo>
                    <a:pt x="4554864" y="80650"/>
                  </a:lnTo>
                  <a:lnTo>
                    <a:pt x="4554864" y="78485"/>
                  </a:lnTo>
                  <a:lnTo>
                    <a:pt x="4555504" y="76443"/>
                  </a:lnTo>
                  <a:lnTo>
                    <a:pt x="4588635" y="66659"/>
                  </a:lnTo>
                  <a:lnTo>
                    <a:pt x="4596652" y="66659"/>
                  </a:lnTo>
                  <a:close/>
                </a:path>
                <a:path w="5657850" h="476884">
                  <a:moveTo>
                    <a:pt x="3461272" y="66659"/>
                  </a:moveTo>
                  <a:lnTo>
                    <a:pt x="3469654" y="66659"/>
                  </a:lnTo>
                  <a:lnTo>
                    <a:pt x="3476512" y="66934"/>
                  </a:lnTo>
                  <a:lnTo>
                    <a:pt x="3503547" y="78485"/>
                  </a:lnTo>
                  <a:lnTo>
                    <a:pt x="3503547" y="80650"/>
                  </a:lnTo>
                  <a:lnTo>
                    <a:pt x="3503547" y="147309"/>
                  </a:lnTo>
                  <a:lnTo>
                    <a:pt x="3568439" y="147309"/>
                  </a:lnTo>
                  <a:lnTo>
                    <a:pt x="3570725" y="147309"/>
                  </a:lnTo>
                  <a:lnTo>
                    <a:pt x="3572646" y="147827"/>
                  </a:lnTo>
                  <a:lnTo>
                    <a:pt x="3574291" y="148955"/>
                  </a:lnTo>
                  <a:lnTo>
                    <a:pt x="3576059" y="150113"/>
                  </a:lnTo>
                  <a:lnTo>
                    <a:pt x="3577461" y="152003"/>
                  </a:lnTo>
                  <a:lnTo>
                    <a:pt x="3578498" y="154564"/>
                  </a:lnTo>
                  <a:lnTo>
                    <a:pt x="3579625" y="157093"/>
                  </a:lnTo>
                  <a:lnTo>
                    <a:pt x="3580509" y="160660"/>
                  </a:lnTo>
                  <a:lnTo>
                    <a:pt x="3581028" y="165079"/>
                  </a:lnTo>
                  <a:lnTo>
                    <a:pt x="3581546" y="169529"/>
                  </a:lnTo>
                  <a:lnTo>
                    <a:pt x="3581911" y="174985"/>
                  </a:lnTo>
                  <a:lnTo>
                    <a:pt x="3581911" y="181477"/>
                  </a:lnTo>
                  <a:lnTo>
                    <a:pt x="3573011" y="215645"/>
                  </a:lnTo>
                  <a:lnTo>
                    <a:pt x="3568836" y="215645"/>
                  </a:lnTo>
                  <a:lnTo>
                    <a:pt x="3503547" y="215645"/>
                  </a:lnTo>
                  <a:lnTo>
                    <a:pt x="3503547" y="355975"/>
                  </a:lnTo>
                  <a:lnTo>
                    <a:pt x="3504027" y="367400"/>
                  </a:lnTo>
                  <a:lnTo>
                    <a:pt x="3521950" y="401806"/>
                  </a:lnTo>
                  <a:lnTo>
                    <a:pt x="3538721" y="404865"/>
                  </a:lnTo>
                  <a:lnTo>
                    <a:pt x="3543171" y="404865"/>
                  </a:lnTo>
                  <a:lnTo>
                    <a:pt x="3560332" y="400933"/>
                  </a:lnTo>
                  <a:lnTo>
                    <a:pt x="3563105" y="400049"/>
                  </a:lnTo>
                  <a:lnTo>
                    <a:pt x="3565391" y="399013"/>
                  </a:lnTo>
                  <a:lnTo>
                    <a:pt x="3567312" y="398251"/>
                  </a:lnTo>
                  <a:lnTo>
                    <a:pt x="3569201" y="397489"/>
                  </a:lnTo>
                  <a:lnTo>
                    <a:pt x="3571000" y="397123"/>
                  </a:lnTo>
                  <a:lnTo>
                    <a:pt x="3572524" y="397123"/>
                  </a:lnTo>
                  <a:lnTo>
                    <a:pt x="3573773" y="397123"/>
                  </a:lnTo>
                  <a:lnTo>
                    <a:pt x="3575175" y="397489"/>
                  </a:lnTo>
                  <a:lnTo>
                    <a:pt x="3576334" y="398251"/>
                  </a:lnTo>
                  <a:lnTo>
                    <a:pt x="3577583" y="399013"/>
                  </a:lnTo>
                  <a:lnTo>
                    <a:pt x="3581911" y="421629"/>
                  </a:lnTo>
                  <a:lnTo>
                    <a:pt x="3581911" y="427969"/>
                  </a:lnTo>
                  <a:lnTo>
                    <a:pt x="3581911" y="437753"/>
                  </a:lnTo>
                  <a:lnTo>
                    <a:pt x="3581271" y="445251"/>
                  </a:lnTo>
                  <a:lnTo>
                    <a:pt x="3580022" y="450585"/>
                  </a:lnTo>
                  <a:lnTo>
                    <a:pt x="3578863" y="455797"/>
                  </a:lnTo>
                  <a:lnTo>
                    <a:pt x="3566306" y="467227"/>
                  </a:lnTo>
                  <a:lnTo>
                    <a:pt x="3562343" y="468995"/>
                  </a:lnTo>
                  <a:lnTo>
                    <a:pt x="3535551" y="474451"/>
                  </a:lnTo>
                  <a:lnTo>
                    <a:pt x="3529333" y="475091"/>
                  </a:lnTo>
                  <a:lnTo>
                    <a:pt x="3523116" y="475487"/>
                  </a:lnTo>
                  <a:lnTo>
                    <a:pt x="3516898" y="475487"/>
                  </a:lnTo>
                  <a:lnTo>
                    <a:pt x="3473342" y="469117"/>
                  </a:lnTo>
                  <a:lnTo>
                    <a:pt x="3437253" y="442500"/>
                  </a:lnTo>
                  <a:lnTo>
                    <a:pt x="3422685" y="405693"/>
                  </a:lnTo>
                  <a:lnTo>
                    <a:pt x="3419484" y="368686"/>
                  </a:lnTo>
                  <a:lnTo>
                    <a:pt x="3419484" y="215645"/>
                  </a:lnTo>
                  <a:lnTo>
                    <a:pt x="3383670" y="215645"/>
                  </a:lnTo>
                  <a:lnTo>
                    <a:pt x="3379341" y="215645"/>
                  </a:lnTo>
                  <a:lnTo>
                    <a:pt x="3376171" y="212963"/>
                  </a:lnTo>
                  <a:lnTo>
                    <a:pt x="3370594" y="181477"/>
                  </a:lnTo>
                  <a:lnTo>
                    <a:pt x="3370594" y="174985"/>
                  </a:lnTo>
                  <a:lnTo>
                    <a:pt x="3370837" y="169529"/>
                  </a:lnTo>
                  <a:lnTo>
                    <a:pt x="3371478" y="165079"/>
                  </a:lnTo>
                  <a:lnTo>
                    <a:pt x="3371996" y="160660"/>
                  </a:lnTo>
                  <a:lnTo>
                    <a:pt x="3381749" y="147309"/>
                  </a:lnTo>
                  <a:lnTo>
                    <a:pt x="3383913" y="147309"/>
                  </a:lnTo>
                  <a:lnTo>
                    <a:pt x="3419484" y="147309"/>
                  </a:lnTo>
                  <a:lnTo>
                    <a:pt x="3419484" y="80650"/>
                  </a:lnTo>
                  <a:lnTo>
                    <a:pt x="3419484" y="78485"/>
                  </a:lnTo>
                  <a:lnTo>
                    <a:pt x="3420124" y="76443"/>
                  </a:lnTo>
                  <a:lnTo>
                    <a:pt x="3453255" y="66659"/>
                  </a:lnTo>
                  <a:lnTo>
                    <a:pt x="3461272" y="66659"/>
                  </a:lnTo>
                  <a:close/>
                </a:path>
                <a:path w="5657850" h="476884">
                  <a:moveTo>
                    <a:pt x="1857140" y="33527"/>
                  </a:moveTo>
                  <a:lnTo>
                    <a:pt x="1865888" y="33527"/>
                  </a:lnTo>
                  <a:lnTo>
                    <a:pt x="1872989" y="33771"/>
                  </a:lnTo>
                  <a:lnTo>
                    <a:pt x="1878598" y="34533"/>
                  </a:lnTo>
                  <a:lnTo>
                    <a:pt x="1884176" y="35173"/>
                  </a:lnTo>
                  <a:lnTo>
                    <a:pt x="1888626" y="36057"/>
                  </a:lnTo>
                  <a:lnTo>
                    <a:pt x="1891917" y="37216"/>
                  </a:lnTo>
                  <a:lnTo>
                    <a:pt x="1895362" y="38221"/>
                  </a:lnTo>
                  <a:lnTo>
                    <a:pt x="1897770" y="39745"/>
                  </a:lnTo>
                  <a:lnTo>
                    <a:pt x="1899172" y="41513"/>
                  </a:lnTo>
                  <a:lnTo>
                    <a:pt x="1900574" y="43312"/>
                  </a:lnTo>
                  <a:lnTo>
                    <a:pt x="1901336" y="45323"/>
                  </a:lnTo>
                  <a:lnTo>
                    <a:pt x="1901336" y="47487"/>
                  </a:lnTo>
                  <a:lnTo>
                    <a:pt x="1901336" y="456681"/>
                  </a:lnTo>
                  <a:lnTo>
                    <a:pt x="1901336" y="458967"/>
                  </a:lnTo>
                  <a:lnTo>
                    <a:pt x="1900574" y="461009"/>
                  </a:lnTo>
                  <a:lnTo>
                    <a:pt x="1899172" y="462777"/>
                  </a:lnTo>
                  <a:lnTo>
                    <a:pt x="1897770" y="464545"/>
                  </a:lnTo>
                  <a:lnTo>
                    <a:pt x="1895362" y="465947"/>
                  </a:lnTo>
                  <a:lnTo>
                    <a:pt x="1891917" y="467105"/>
                  </a:lnTo>
                  <a:lnTo>
                    <a:pt x="1888626" y="468233"/>
                  </a:lnTo>
                  <a:lnTo>
                    <a:pt x="1884176" y="469117"/>
                  </a:lnTo>
                  <a:lnTo>
                    <a:pt x="1878598" y="469757"/>
                  </a:lnTo>
                  <a:lnTo>
                    <a:pt x="1872989" y="470519"/>
                  </a:lnTo>
                  <a:lnTo>
                    <a:pt x="1865888" y="470794"/>
                  </a:lnTo>
                  <a:lnTo>
                    <a:pt x="1857140" y="470794"/>
                  </a:lnTo>
                  <a:lnTo>
                    <a:pt x="1848605" y="470794"/>
                  </a:lnTo>
                  <a:lnTo>
                    <a:pt x="1841504" y="470519"/>
                  </a:lnTo>
                  <a:lnTo>
                    <a:pt x="1835926" y="469757"/>
                  </a:lnTo>
                  <a:lnTo>
                    <a:pt x="1830195" y="469117"/>
                  </a:lnTo>
                  <a:lnTo>
                    <a:pt x="1812944" y="458967"/>
                  </a:lnTo>
                  <a:lnTo>
                    <a:pt x="1812944" y="456681"/>
                  </a:lnTo>
                  <a:lnTo>
                    <a:pt x="1812944" y="47487"/>
                  </a:lnTo>
                  <a:lnTo>
                    <a:pt x="1812944" y="45323"/>
                  </a:lnTo>
                  <a:lnTo>
                    <a:pt x="1813706" y="43312"/>
                  </a:lnTo>
                  <a:lnTo>
                    <a:pt x="1815077" y="41513"/>
                  </a:lnTo>
                  <a:lnTo>
                    <a:pt x="1816601" y="39745"/>
                  </a:lnTo>
                  <a:lnTo>
                    <a:pt x="1819040" y="38221"/>
                  </a:lnTo>
                  <a:lnTo>
                    <a:pt x="1822454" y="37216"/>
                  </a:lnTo>
                  <a:lnTo>
                    <a:pt x="1825898" y="36057"/>
                  </a:lnTo>
                  <a:lnTo>
                    <a:pt x="1830470" y="35173"/>
                  </a:lnTo>
                  <a:lnTo>
                    <a:pt x="1836048" y="34533"/>
                  </a:lnTo>
                  <a:lnTo>
                    <a:pt x="1841625" y="33771"/>
                  </a:lnTo>
                  <a:lnTo>
                    <a:pt x="1848605" y="33527"/>
                  </a:lnTo>
                  <a:lnTo>
                    <a:pt x="1857140" y="33527"/>
                  </a:lnTo>
                  <a:close/>
                </a:path>
                <a:path w="5657850" h="476884">
                  <a:moveTo>
                    <a:pt x="200918" y="28437"/>
                  </a:moveTo>
                  <a:lnTo>
                    <a:pt x="243932" y="33113"/>
                  </a:lnTo>
                  <a:lnTo>
                    <a:pt x="286401" y="47476"/>
                  </a:lnTo>
                  <a:lnTo>
                    <a:pt x="314324" y="68945"/>
                  </a:lnTo>
                  <a:lnTo>
                    <a:pt x="315467" y="70987"/>
                  </a:lnTo>
                  <a:lnTo>
                    <a:pt x="318515" y="87751"/>
                  </a:lnTo>
                  <a:lnTo>
                    <a:pt x="318896" y="91927"/>
                  </a:lnTo>
                  <a:lnTo>
                    <a:pt x="319028" y="97139"/>
                  </a:lnTo>
                  <a:lnTo>
                    <a:pt x="319028" y="103510"/>
                  </a:lnTo>
                  <a:lnTo>
                    <a:pt x="319028" y="110093"/>
                  </a:lnTo>
                  <a:lnTo>
                    <a:pt x="318896" y="115823"/>
                  </a:lnTo>
                  <a:lnTo>
                    <a:pt x="318397" y="120517"/>
                  </a:lnTo>
                  <a:lnTo>
                    <a:pt x="318016" y="125211"/>
                  </a:lnTo>
                  <a:lnTo>
                    <a:pt x="308741" y="140329"/>
                  </a:lnTo>
                  <a:lnTo>
                    <a:pt x="306704" y="140329"/>
                  </a:lnTo>
                  <a:lnTo>
                    <a:pt x="303275" y="140329"/>
                  </a:lnTo>
                  <a:lnTo>
                    <a:pt x="299084" y="138287"/>
                  </a:lnTo>
                  <a:lnTo>
                    <a:pt x="294013" y="134477"/>
                  </a:lnTo>
                  <a:lnTo>
                    <a:pt x="288797" y="130545"/>
                  </a:lnTo>
                  <a:lnTo>
                    <a:pt x="282202" y="126217"/>
                  </a:lnTo>
                  <a:lnTo>
                    <a:pt x="244864" y="108325"/>
                  </a:lnTo>
                  <a:lnTo>
                    <a:pt x="204596" y="102473"/>
                  </a:lnTo>
                  <a:lnTo>
                    <a:pt x="192004" y="103122"/>
                  </a:lnTo>
                  <a:lnTo>
                    <a:pt x="148762" y="118826"/>
                  </a:lnTo>
                  <a:lnTo>
                    <a:pt x="117316" y="153441"/>
                  </a:lnTo>
                  <a:lnTo>
                    <a:pt x="102370" y="190499"/>
                  </a:lnTo>
                  <a:lnTo>
                    <a:pt x="95471" y="236118"/>
                  </a:lnTo>
                  <a:lnTo>
                    <a:pt x="95000" y="253105"/>
                  </a:lnTo>
                  <a:lnTo>
                    <a:pt x="95498" y="271580"/>
                  </a:lnTo>
                  <a:lnTo>
                    <a:pt x="102869" y="319277"/>
                  </a:lnTo>
                  <a:lnTo>
                    <a:pt x="118518" y="355693"/>
                  </a:lnTo>
                  <a:lnTo>
                    <a:pt x="150606" y="387275"/>
                  </a:lnTo>
                  <a:lnTo>
                    <a:pt x="194336" y="400610"/>
                  </a:lnTo>
                  <a:lnTo>
                    <a:pt x="206882" y="401177"/>
                  </a:lnTo>
                  <a:lnTo>
                    <a:pt x="218196" y="400824"/>
                  </a:lnTo>
                  <a:lnTo>
                    <a:pt x="255662" y="392764"/>
                  </a:lnTo>
                  <a:lnTo>
                    <a:pt x="291596" y="374903"/>
                  </a:lnTo>
                  <a:lnTo>
                    <a:pt x="296798" y="371337"/>
                  </a:lnTo>
                  <a:lnTo>
                    <a:pt x="302014" y="367771"/>
                  </a:lnTo>
                  <a:lnTo>
                    <a:pt x="306074" y="366003"/>
                  </a:lnTo>
                  <a:lnTo>
                    <a:pt x="308990" y="366003"/>
                  </a:lnTo>
                  <a:lnTo>
                    <a:pt x="311276" y="366003"/>
                  </a:lnTo>
                  <a:lnTo>
                    <a:pt x="313063" y="366400"/>
                  </a:lnTo>
                  <a:lnTo>
                    <a:pt x="314324" y="367283"/>
                  </a:lnTo>
                  <a:lnTo>
                    <a:pt x="315730" y="368167"/>
                  </a:lnTo>
                  <a:lnTo>
                    <a:pt x="316873" y="370057"/>
                  </a:lnTo>
                  <a:lnTo>
                    <a:pt x="317753" y="372739"/>
                  </a:lnTo>
                  <a:lnTo>
                    <a:pt x="318647" y="375391"/>
                  </a:lnTo>
                  <a:lnTo>
                    <a:pt x="319277" y="379079"/>
                  </a:lnTo>
                  <a:lnTo>
                    <a:pt x="319790" y="383926"/>
                  </a:lnTo>
                  <a:lnTo>
                    <a:pt x="320171" y="388741"/>
                  </a:lnTo>
                  <a:lnTo>
                    <a:pt x="320420" y="395081"/>
                  </a:lnTo>
                  <a:lnTo>
                    <a:pt x="320420" y="403219"/>
                  </a:lnTo>
                  <a:lnTo>
                    <a:pt x="320420" y="408675"/>
                  </a:lnTo>
                  <a:lnTo>
                    <a:pt x="315730" y="434583"/>
                  </a:lnTo>
                  <a:lnTo>
                    <a:pt x="314587" y="436625"/>
                  </a:lnTo>
                  <a:lnTo>
                    <a:pt x="312800" y="438911"/>
                  </a:lnTo>
                  <a:lnTo>
                    <a:pt x="310396" y="441441"/>
                  </a:lnTo>
                  <a:lnTo>
                    <a:pt x="307847" y="444124"/>
                  </a:lnTo>
                  <a:lnTo>
                    <a:pt x="270391" y="462899"/>
                  </a:lnTo>
                  <a:lnTo>
                    <a:pt x="225566" y="473770"/>
                  </a:lnTo>
                  <a:lnTo>
                    <a:pt x="193166" y="475853"/>
                  </a:lnTo>
                  <a:lnTo>
                    <a:pt x="171427" y="474996"/>
                  </a:lnTo>
                  <a:lnTo>
                    <a:pt x="131234" y="468138"/>
                  </a:lnTo>
                  <a:lnTo>
                    <a:pt x="95537" y="454424"/>
                  </a:lnTo>
                  <a:lnTo>
                    <a:pt x="51815" y="421111"/>
                  </a:lnTo>
                  <a:lnTo>
                    <a:pt x="20742" y="372479"/>
                  </a:lnTo>
                  <a:lnTo>
                    <a:pt x="7504" y="331686"/>
                  </a:lnTo>
                  <a:lnTo>
                    <a:pt x="834" y="284116"/>
                  </a:lnTo>
                  <a:lnTo>
                    <a:pt x="0" y="257799"/>
                  </a:lnTo>
                  <a:lnTo>
                    <a:pt x="910" y="230966"/>
                  </a:lnTo>
                  <a:lnTo>
                    <a:pt x="8257" y="181950"/>
                  </a:lnTo>
                  <a:lnTo>
                    <a:pt x="22810" y="139178"/>
                  </a:lnTo>
                  <a:lnTo>
                    <a:pt x="43384" y="103175"/>
                  </a:lnTo>
                  <a:lnTo>
                    <a:pt x="69770" y="74052"/>
                  </a:lnTo>
                  <a:lnTo>
                    <a:pt x="101496" y="51957"/>
                  </a:lnTo>
                  <a:lnTo>
                    <a:pt x="138337" y="36963"/>
                  </a:lnTo>
                  <a:lnTo>
                    <a:pt x="179105" y="29389"/>
                  </a:lnTo>
                  <a:lnTo>
                    <a:pt x="200918" y="28437"/>
                  </a:lnTo>
                  <a:close/>
                </a:path>
                <a:path w="5657850" h="476884">
                  <a:moveTo>
                    <a:pt x="1525152" y="3688"/>
                  </a:moveTo>
                  <a:lnTo>
                    <a:pt x="1533412" y="3688"/>
                  </a:lnTo>
                  <a:lnTo>
                    <a:pt x="1540148" y="4053"/>
                  </a:lnTo>
                  <a:lnTo>
                    <a:pt x="1545482" y="4693"/>
                  </a:lnTo>
                  <a:lnTo>
                    <a:pt x="1550938" y="5333"/>
                  </a:lnTo>
                  <a:lnTo>
                    <a:pt x="1564898" y="12070"/>
                  </a:lnTo>
                  <a:lnTo>
                    <a:pt x="1566300" y="13837"/>
                  </a:lnTo>
                  <a:lnTo>
                    <a:pt x="1566940" y="15880"/>
                  </a:lnTo>
                  <a:lnTo>
                    <a:pt x="1566940" y="18013"/>
                  </a:lnTo>
                  <a:lnTo>
                    <a:pt x="1566940" y="457443"/>
                  </a:lnTo>
                  <a:lnTo>
                    <a:pt x="1566940" y="459851"/>
                  </a:lnTo>
                  <a:lnTo>
                    <a:pt x="1566422" y="461893"/>
                  </a:lnTo>
                  <a:lnTo>
                    <a:pt x="1565294" y="463539"/>
                  </a:lnTo>
                  <a:lnTo>
                    <a:pt x="1564136" y="465307"/>
                  </a:lnTo>
                  <a:lnTo>
                    <a:pt x="1562246" y="466709"/>
                  </a:lnTo>
                  <a:lnTo>
                    <a:pt x="1559564" y="467746"/>
                  </a:lnTo>
                  <a:lnTo>
                    <a:pt x="1556912" y="468873"/>
                  </a:lnTo>
                  <a:lnTo>
                    <a:pt x="1553224" y="469635"/>
                  </a:lnTo>
                  <a:lnTo>
                    <a:pt x="1548652" y="470153"/>
                  </a:lnTo>
                  <a:lnTo>
                    <a:pt x="1544080" y="470519"/>
                  </a:lnTo>
                  <a:lnTo>
                    <a:pt x="1538471" y="470794"/>
                  </a:lnTo>
                  <a:lnTo>
                    <a:pt x="1531766" y="470794"/>
                  </a:lnTo>
                  <a:lnTo>
                    <a:pt x="1524633" y="470794"/>
                  </a:lnTo>
                  <a:lnTo>
                    <a:pt x="1503572" y="467746"/>
                  </a:lnTo>
                  <a:lnTo>
                    <a:pt x="1500768" y="466709"/>
                  </a:lnTo>
                  <a:lnTo>
                    <a:pt x="1498725" y="465307"/>
                  </a:lnTo>
                  <a:lnTo>
                    <a:pt x="1497476" y="463539"/>
                  </a:lnTo>
                  <a:lnTo>
                    <a:pt x="1496196" y="461893"/>
                  </a:lnTo>
                  <a:lnTo>
                    <a:pt x="1495677" y="459851"/>
                  </a:lnTo>
                  <a:lnTo>
                    <a:pt x="1495677" y="457443"/>
                  </a:lnTo>
                  <a:lnTo>
                    <a:pt x="1495677" y="424312"/>
                  </a:lnTo>
                  <a:lnTo>
                    <a:pt x="1459759" y="455228"/>
                  </a:lnTo>
                  <a:lnTo>
                    <a:pt x="1420617" y="473064"/>
                  </a:lnTo>
                  <a:lnTo>
                    <a:pt x="1391162" y="476493"/>
                  </a:lnTo>
                  <a:lnTo>
                    <a:pt x="1374755" y="475661"/>
                  </a:lnTo>
                  <a:lnTo>
                    <a:pt x="1333371" y="463295"/>
                  </a:lnTo>
                  <a:lnTo>
                    <a:pt x="1302878" y="438255"/>
                  </a:lnTo>
                  <a:lnTo>
                    <a:pt x="1282056" y="403273"/>
                  </a:lnTo>
                  <a:lnTo>
                    <a:pt x="1270377" y="359982"/>
                  </a:lnTo>
                  <a:lnTo>
                    <a:pt x="1266575" y="312023"/>
                  </a:lnTo>
                  <a:lnTo>
                    <a:pt x="1267101" y="292615"/>
                  </a:lnTo>
                  <a:lnTo>
                    <a:pt x="1275088" y="240395"/>
                  </a:lnTo>
                  <a:lnTo>
                    <a:pt x="1292392" y="197987"/>
                  </a:lnTo>
                  <a:lnTo>
                    <a:pt x="1318491" y="166321"/>
                  </a:lnTo>
                  <a:lnTo>
                    <a:pt x="1353596" y="146370"/>
                  </a:lnTo>
                  <a:lnTo>
                    <a:pt x="1397136" y="139567"/>
                  </a:lnTo>
                  <a:lnTo>
                    <a:pt x="1409421" y="140208"/>
                  </a:lnTo>
                  <a:lnTo>
                    <a:pt x="1452921" y="155507"/>
                  </a:lnTo>
                  <a:lnTo>
                    <a:pt x="1483242" y="179831"/>
                  </a:lnTo>
                  <a:lnTo>
                    <a:pt x="1483242" y="18013"/>
                  </a:lnTo>
                  <a:lnTo>
                    <a:pt x="1483242" y="15880"/>
                  </a:lnTo>
                  <a:lnTo>
                    <a:pt x="1483882" y="13837"/>
                  </a:lnTo>
                  <a:lnTo>
                    <a:pt x="1504700" y="4693"/>
                  </a:lnTo>
                  <a:lnTo>
                    <a:pt x="1510034" y="4053"/>
                  </a:lnTo>
                  <a:lnTo>
                    <a:pt x="1516892" y="3688"/>
                  </a:lnTo>
                  <a:lnTo>
                    <a:pt x="1525152" y="3688"/>
                  </a:lnTo>
                  <a:close/>
                </a:path>
                <a:path w="5657850" h="476884">
                  <a:moveTo>
                    <a:pt x="420623" y="2651"/>
                  </a:moveTo>
                  <a:lnTo>
                    <a:pt x="428887" y="2651"/>
                  </a:lnTo>
                  <a:lnTo>
                    <a:pt x="435614" y="3047"/>
                  </a:lnTo>
                  <a:lnTo>
                    <a:pt x="441079" y="3688"/>
                  </a:lnTo>
                  <a:lnTo>
                    <a:pt x="446413" y="4297"/>
                  </a:lnTo>
                  <a:lnTo>
                    <a:pt x="460760" y="11033"/>
                  </a:lnTo>
                  <a:lnTo>
                    <a:pt x="462152" y="12832"/>
                  </a:lnTo>
                  <a:lnTo>
                    <a:pt x="462796" y="14843"/>
                  </a:lnTo>
                  <a:lnTo>
                    <a:pt x="462796" y="17007"/>
                  </a:lnTo>
                  <a:lnTo>
                    <a:pt x="462796" y="457443"/>
                  </a:lnTo>
                  <a:lnTo>
                    <a:pt x="462796" y="459607"/>
                  </a:lnTo>
                  <a:lnTo>
                    <a:pt x="462152" y="461650"/>
                  </a:lnTo>
                  <a:lnTo>
                    <a:pt x="460760" y="463295"/>
                  </a:lnTo>
                  <a:lnTo>
                    <a:pt x="459485" y="464941"/>
                  </a:lnTo>
                  <a:lnTo>
                    <a:pt x="457199" y="466343"/>
                  </a:lnTo>
                  <a:lnTo>
                    <a:pt x="453902" y="467471"/>
                  </a:lnTo>
                  <a:lnTo>
                    <a:pt x="450722" y="468629"/>
                  </a:lnTo>
                  <a:lnTo>
                    <a:pt x="446413" y="469391"/>
                  </a:lnTo>
                  <a:lnTo>
                    <a:pt x="441079" y="470032"/>
                  </a:lnTo>
                  <a:lnTo>
                    <a:pt x="435614" y="470519"/>
                  </a:lnTo>
                  <a:lnTo>
                    <a:pt x="428887" y="470794"/>
                  </a:lnTo>
                  <a:lnTo>
                    <a:pt x="420623" y="470794"/>
                  </a:lnTo>
                  <a:lnTo>
                    <a:pt x="412373" y="470794"/>
                  </a:lnTo>
                  <a:lnTo>
                    <a:pt x="378332" y="459607"/>
                  </a:lnTo>
                  <a:lnTo>
                    <a:pt x="378332" y="457443"/>
                  </a:lnTo>
                  <a:lnTo>
                    <a:pt x="378332" y="17007"/>
                  </a:lnTo>
                  <a:lnTo>
                    <a:pt x="378332" y="14843"/>
                  </a:lnTo>
                  <a:lnTo>
                    <a:pt x="379094" y="12832"/>
                  </a:lnTo>
                  <a:lnTo>
                    <a:pt x="400181" y="3688"/>
                  </a:lnTo>
                  <a:lnTo>
                    <a:pt x="405515" y="3047"/>
                  </a:lnTo>
                  <a:lnTo>
                    <a:pt x="412373" y="2651"/>
                  </a:lnTo>
                  <a:lnTo>
                    <a:pt x="420623" y="2651"/>
                  </a:lnTo>
                  <a:close/>
                </a:path>
                <a:path w="5657850" h="476884">
                  <a:moveTo>
                    <a:pt x="2476250" y="0"/>
                  </a:moveTo>
                  <a:lnTo>
                    <a:pt x="2485028" y="0"/>
                  </a:lnTo>
                  <a:lnTo>
                    <a:pt x="2493257" y="761"/>
                  </a:lnTo>
                  <a:lnTo>
                    <a:pt x="2501030" y="2164"/>
                  </a:lnTo>
                  <a:lnTo>
                    <a:pt x="2508894" y="3688"/>
                  </a:lnTo>
                  <a:lnTo>
                    <a:pt x="2514990" y="5212"/>
                  </a:lnTo>
                  <a:lnTo>
                    <a:pt x="2519440" y="6857"/>
                  </a:lnTo>
                  <a:lnTo>
                    <a:pt x="2523890" y="8503"/>
                  </a:lnTo>
                  <a:lnTo>
                    <a:pt x="2526938" y="10027"/>
                  </a:lnTo>
                  <a:lnTo>
                    <a:pt x="2528462" y="11551"/>
                  </a:lnTo>
                  <a:lnTo>
                    <a:pt x="2530108" y="12953"/>
                  </a:lnTo>
                  <a:lnTo>
                    <a:pt x="2535167" y="38343"/>
                  </a:lnTo>
                  <a:lnTo>
                    <a:pt x="2535167" y="44836"/>
                  </a:lnTo>
                  <a:lnTo>
                    <a:pt x="2535167" y="51297"/>
                  </a:lnTo>
                  <a:lnTo>
                    <a:pt x="2527182" y="75041"/>
                  </a:lnTo>
                  <a:lnTo>
                    <a:pt x="2525780" y="75041"/>
                  </a:lnTo>
                  <a:lnTo>
                    <a:pt x="2524256" y="75041"/>
                  </a:lnTo>
                  <a:lnTo>
                    <a:pt x="2522488" y="74554"/>
                  </a:lnTo>
                  <a:lnTo>
                    <a:pt x="2520567" y="73792"/>
                  </a:lnTo>
                  <a:lnTo>
                    <a:pt x="2518678" y="73030"/>
                  </a:lnTo>
                  <a:lnTo>
                    <a:pt x="2516392" y="72268"/>
                  </a:lnTo>
                  <a:lnTo>
                    <a:pt x="2513588" y="71353"/>
                  </a:lnTo>
                  <a:lnTo>
                    <a:pt x="2510783" y="70469"/>
                  </a:lnTo>
                  <a:lnTo>
                    <a:pt x="2507492" y="69585"/>
                  </a:lnTo>
                  <a:lnTo>
                    <a:pt x="2503682" y="68823"/>
                  </a:lnTo>
                  <a:lnTo>
                    <a:pt x="2499872" y="68061"/>
                  </a:lnTo>
                  <a:lnTo>
                    <a:pt x="2495421" y="67696"/>
                  </a:lnTo>
                  <a:lnTo>
                    <a:pt x="2490362" y="67696"/>
                  </a:lnTo>
                  <a:lnTo>
                    <a:pt x="2484266" y="67696"/>
                  </a:lnTo>
                  <a:lnTo>
                    <a:pt x="2457443" y="95615"/>
                  </a:lnTo>
                  <a:lnTo>
                    <a:pt x="2455554" y="110215"/>
                  </a:lnTo>
                  <a:lnTo>
                    <a:pt x="2455554" y="119877"/>
                  </a:lnTo>
                  <a:lnTo>
                    <a:pt x="2455554" y="147309"/>
                  </a:lnTo>
                  <a:lnTo>
                    <a:pt x="2510021" y="147309"/>
                  </a:lnTo>
                  <a:lnTo>
                    <a:pt x="2512064" y="147309"/>
                  </a:lnTo>
                  <a:lnTo>
                    <a:pt x="2513984" y="147827"/>
                  </a:lnTo>
                  <a:lnTo>
                    <a:pt x="2515630" y="148955"/>
                  </a:lnTo>
                  <a:lnTo>
                    <a:pt x="2517276" y="150113"/>
                  </a:lnTo>
                  <a:lnTo>
                    <a:pt x="2518678" y="152003"/>
                  </a:lnTo>
                  <a:lnTo>
                    <a:pt x="2519805" y="154564"/>
                  </a:lnTo>
                  <a:lnTo>
                    <a:pt x="2520964" y="157093"/>
                  </a:lnTo>
                  <a:lnTo>
                    <a:pt x="2521726" y="160660"/>
                  </a:lnTo>
                  <a:lnTo>
                    <a:pt x="2522366" y="165079"/>
                  </a:lnTo>
                  <a:lnTo>
                    <a:pt x="2522853" y="169529"/>
                  </a:lnTo>
                  <a:lnTo>
                    <a:pt x="2523128" y="174985"/>
                  </a:lnTo>
                  <a:lnTo>
                    <a:pt x="2523128" y="181477"/>
                  </a:lnTo>
                  <a:lnTo>
                    <a:pt x="2514350" y="215645"/>
                  </a:lnTo>
                  <a:lnTo>
                    <a:pt x="2510021" y="215645"/>
                  </a:lnTo>
                  <a:lnTo>
                    <a:pt x="2455554" y="215645"/>
                  </a:lnTo>
                  <a:lnTo>
                    <a:pt x="2455554" y="457443"/>
                  </a:lnTo>
                  <a:lnTo>
                    <a:pt x="2455554" y="459607"/>
                  </a:lnTo>
                  <a:lnTo>
                    <a:pt x="2454792" y="461650"/>
                  </a:lnTo>
                  <a:lnTo>
                    <a:pt x="2453511" y="463295"/>
                  </a:lnTo>
                  <a:lnTo>
                    <a:pt x="2452109" y="464941"/>
                  </a:lnTo>
                  <a:lnTo>
                    <a:pt x="2449976" y="466343"/>
                  </a:lnTo>
                  <a:lnTo>
                    <a:pt x="2446775" y="467471"/>
                  </a:lnTo>
                  <a:lnTo>
                    <a:pt x="2443605" y="468629"/>
                  </a:lnTo>
                  <a:lnTo>
                    <a:pt x="2439308" y="469391"/>
                  </a:lnTo>
                  <a:lnTo>
                    <a:pt x="2433699" y="470032"/>
                  </a:lnTo>
                  <a:lnTo>
                    <a:pt x="2428122" y="470519"/>
                  </a:lnTo>
                  <a:lnTo>
                    <a:pt x="2421386" y="470794"/>
                  </a:lnTo>
                  <a:lnTo>
                    <a:pt x="2413247" y="470794"/>
                  </a:lnTo>
                  <a:lnTo>
                    <a:pt x="2405262" y="470794"/>
                  </a:lnTo>
                  <a:lnTo>
                    <a:pt x="2379994" y="467471"/>
                  </a:lnTo>
                  <a:lnTo>
                    <a:pt x="2376671" y="466343"/>
                  </a:lnTo>
                  <a:lnTo>
                    <a:pt x="2374538" y="464941"/>
                  </a:lnTo>
                  <a:lnTo>
                    <a:pt x="2373258" y="463295"/>
                  </a:lnTo>
                  <a:lnTo>
                    <a:pt x="2372099" y="461650"/>
                  </a:lnTo>
                  <a:lnTo>
                    <a:pt x="2371490" y="459607"/>
                  </a:lnTo>
                  <a:lnTo>
                    <a:pt x="2371490" y="457443"/>
                  </a:lnTo>
                  <a:lnTo>
                    <a:pt x="2371490" y="215645"/>
                  </a:lnTo>
                  <a:lnTo>
                    <a:pt x="2333877" y="215645"/>
                  </a:lnTo>
                  <a:lnTo>
                    <a:pt x="2329702" y="215645"/>
                  </a:lnTo>
                  <a:lnTo>
                    <a:pt x="2326532" y="212963"/>
                  </a:lnTo>
                  <a:lnTo>
                    <a:pt x="2321198" y="181477"/>
                  </a:lnTo>
                  <a:lnTo>
                    <a:pt x="2321198" y="174985"/>
                  </a:lnTo>
                  <a:lnTo>
                    <a:pt x="2321442" y="169529"/>
                  </a:lnTo>
                  <a:lnTo>
                    <a:pt x="2322082" y="165079"/>
                  </a:lnTo>
                  <a:lnTo>
                    <a:pt x="2322569" y="160660"/>
                  </a:lnTo>
                  <a:lnTo>
                    <a:pt x="2323331" y="157093"/>
                  </a:lnTo>
                  <a:lnTo>
                    <a:pt x="2324368" y="154564"/>
                  </a:lnTo>
                  <a:lnTo>
                    <a:pt x="2325374" y="152003"/>
                  </a:lnTo>
                  <a:lnTo>
                    <a:pt x="2326776" y="150113"/>
                  </a:lnTo>
                  <a:lnTo>
                    <a:pt x="2328422" y="148955"/>
                  </a:lnTo>
                  <a:lnTo>
                    <a:pt x="2330067" y="147827"/>
                  </a:lnTo>
                  <a:lnTo>
                    <a:pt x="2331988" y="147309"/>
                  </a:lnTo>
                  <a:lnTo>
                    <a:pt x="2334274" y="147309"/>
                  </a:lnTo>
                  <a:lnTo>
                    <a:pt x="2371490" y="147309"/>
                  </a:lnTo>
                  <a:lnTo>
                    <a:pt x="2371490" y="122163"/>
                  </a:lnTo>
                  <a:lnTo>
                    <a:pt x="2371866" y="107395"/>
                  </a:lnTo>
                  <a:lnTo>
                    <a:pt x="2377433" y="68823"/>
                  </a:lnTo>
                  <a:lnTo>
                    <a:pt x="2396361" y="30601"/>
                  </a:lnTo>
                  <a:lnTo>
                    <a:pt x="2429249" y="7741"/>
                  </a:lnTo>
                  <a:lnTo>
                    <a:pt x="2463154" y="476"/>
                  </a:lnTo>
                  <a:lnTo>
                    <a:pt x="2476250" y="0"/>
                  </a:lnTo>
                  <a:close/>
                </a:path>
              </a:pathLst>
            </a:custGeom>
            <a:ln w="10667">
              <a:solidFill>
                <a:srgbClr val="4579B8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FF0000"/>
                </a:solidFill>
              </a:endParaRPr>
            </a:p>
          </p:txBody>
        </p:sp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85998"/>
            <a:ext cx="9144000" cy="45720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B2CC05-88B9-DC96-C920-D567E2543C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1" y="281376"/>
            <a:ext cx="607809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Architecture</a:t>
            </a:r>
            <a:r>
              <a:rPr sz="3200" spc="-75" dirty="0"/>
              <a:t> </a:t>
            </a:r>
            <a:r>
              <a:rPr sz="3200" dirty="0"/>
              <a:t>of</a:t>
            </a:r>
            <a:r>
              <a:rPr sz="3200" spc="-80" dirty="0"/>
              <a:t> </a:t>
            </a:r>
            <a:r>
              <a:rPr sz="3200" dirty="0"/>
              <a:t>Cloud</a:t>
            </a:r>
            <a:r>
              <a:rPr sz="3200" spc="-75" dirty="0"/>
              <a:t> </a:t>
            </a:r>
            <a:r>
              <a:rPr sz="3200" spc="-10" dirty="0"/>
              <a:t>Computing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2435" y="1076959"/>
            <a:ext cx="493966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parts</a:t>
            </a:r>
            <a:r>
              <a:rPr sz="2000" spc="-20" dirty="0">
                <a:latin typeface="Times New Roman"/>
                <a:cs typeface="Times New Roman"/>
              </a:rPr>
              <a:t> i.e.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b="1" spc="-10" dirty="0">
                <a:solidFill>
                  <a:srgbClr val="4F80BC"/>
                </a:solidFill>
                <a:latin typeface="Times New Roman"/>
                <a:cs typeface="Times New Roman"/>
              </a:rPr>
              <a:t>Frontend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b="1" spc="-10" dirty="0">
                <a:solidFill>
                  <a:srgbClr val="4F80BC"/>
                </a:solidFill>
                <a:latin typeface="Times New Roman"/>
                <a:cs typeface="Times New Roman"/>
              </a:rPr>
              <a:t>Backend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7667" y="2262820"/>
            <a:ext cx="5760997" cy="44047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9896A-6FCD-3462-2654-B23E7BCA8E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3" y="1220846"/>
            <a:ext cx="831723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b="1" spc="-25" dirty="0">
                <a:solidFill>
                  <a:srgbClr val="4F80BC"/>
                </a:solidFill>
                <a:latin typeface="Times New Roman"/>
                <a:cs typeface="Times New Roman"/>
              </a:rPr>
              <a:t>1.</a:t>
            </a:r>
            <a:r>
              <a:rPr sz="2000" b="1" dirty="0">
                <a:solidFill>
                  <a:srgbClr val="4F80BC"/>
                </a:solidFill>
                <a:latin typeface="Times New Roman"/>
                <a:cs typeface="Times New Roman"/>
              </a:rPr>
              <a:t>	Frontend</a:t>
            </a:r>
            <a:r>
              <a:rPr sz="2000" b="1" spc="-6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sz="2000" b="1" spc="-6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469265" marR="12827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Frontend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cloud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computing </a:t>
            </a:r>
            <a:r>
              <a:rPr sz="2000" dirty="0">
                <a:latin typeface="Times New Roman"/>
                <a:cs typeface="Times New Roman"/>
              </a:rPr>
              <a:t>services/resources.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browser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 platform.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Client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Infrastructure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frontend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component.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4922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words,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GUI(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Graphical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interact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cloud.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6792" y="281376"/>
            <a:ext cx="5158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Architecture</a:t>
            </a:r>
            <a:r>
              <a:rPr sz="2800" spc="-75" dirty="0"/>
              <a:t> </a:t>
            </a:r>
            <a:r>
              <a:rPr sz="2800" dirty="0"/>
              <a:t>of</a:t>
            </a:r>
            <a:r>
              <a:rPr sz="2800" spc="-80" dirty="0"/>
              <a:t> </a:t>
            </a:r>
            <a:r>
              <a:rPr sz="2800" dirty="0"/>
              <a:t>Cloud</a:t>
            </a:r>
            <a:r>
              <a:rPr sz="2800" spc="-75" dirty="0"/>
              <a:t> </a:t>
            </a:r>
            <a:r>
              <a:rPr sz="2800" spc="-10" dirty="0"/>
              <a:t>Computing</a:t>
            </a:r>
            <a:endParaRPr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DC9B6-7DCE-B428-9BC1-4E7CF84D10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3" y="1220846"/>
            <a:ext cx="824039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4F80BC"/>
                </a:solidFill>
                <a:latin typeface="Times New Roman"/>
                <a:cs typeface="Times New Roman"/>
              </a:rPr>
              <a:t>2.</a:t>
            </a:r>
            <a:r>
              <a:rPr sz="2000" b="1" spc="-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F80BC"/>
                </a:solidFill>
                <a:latin typeface="Times New Roman"/>
                <a:cs typeface="Times New Roman"/>
              </a:rPr>
              <a:t>Backend</a:t>
            </a:r>
            <a:r>
              <a:rPr sz="2000" b="1" spc="-2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4F80BC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35433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itself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provider.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 mechanisms.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 this,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huge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applications,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mechanisms,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models,</a:t>
            </a:r>
            <a:r>
              <a:rPr sz="2000" spc="-20" dirty="0">
                <a:latin typeface="Times New Roman"/>
                <a:cs typeface="Times New Roman"/>
              </a:rPr>
              <a:t> etc.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7589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Application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platform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which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accesses.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 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client requirement.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6637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Service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based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SaaS,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IaaS.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user </a:t>
            </a:r>
            <a:r>
              <a:rPr sz="2000" spc="-10" dirty="0">
                <a:latin typeface="Times New Roman"/>
                <a:cs typeface="Times New Roman"/>
              </a:rPr>
              <a:t>accesses.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Runtime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Cloud-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Runtime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Runtime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platform/environment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machine.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6792" y="281368"/>
            <a:ext cx="5158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Architecture</a:t>
            </a:r>
            <a:r>
              <a:rPr sz="2800" spc="-75" dirty="0"/>
              <a:t> </a:t>
            </a:r>
            <a:r>
              <a:rPr sz="2800" dirty="0"/>
              <a:t>of</a:t>
            </a:r>
            <a:r>
              <a:rPr sz="2800" spc="-80" dirty="0"/>
              <a:t> </a:t>
            </a:r>
            <a:r>
              <a:rPr sz="2800" dirty="0"/>
              <a:t>Cloud</a:t>
            </a:r>
            <a:r>
              <a:rPr sz="2800" spc="-75" dirty="0"/>
              <a:t> </a:t>
            </a:r>
            <a:r>
              <a:rPr sz="2800" spc="-10" dirty="0"/>
              <a:t>Computing</a:t>
            </a:r>
            <a:endParaRPr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9082C-C0D5-EE28-6776-FAEF049F43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676400"/>
            <a:ext cx="837565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44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Storage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Storage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flexible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scalable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storage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service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management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18159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Infrastructure –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Cloud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Infrastructure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hardware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software </a:t>
            </a:r>
            <a:r>
              <a:rPr sz="1800" dirty="0">
                <a:latin typeface="Times New Roman"/>
                <a:cs typeface="Times New Roman"/>
              </a:rPr>
              <a:t>components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cloud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servers,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storage,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devices,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virtualization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32702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Management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Management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management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components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service,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runtime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cloud, storage,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infrastructure,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10" dirty="0">
                <a:latin typeface="Times New Roman"/>
                <a:cs typeface="Times New Roman"/>
              </a:rPr>
              <a:t> security </a:t>
            </a:r>
            <a:r>
              <a:rPr sz="1800" dirty="0">
                <a:latin typeface="Times New Roman"/>
                <a:cs typeface="Times New Roman"/>
              </a:rPr>
              <a:t>mechanisms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13906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Security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Security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security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mechanisms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secure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cloud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resources,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files,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infrastructure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end-users.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Internet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Internet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medium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bridge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frontend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establishes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interaction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frontend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backend.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1CBB2A-D0DB-0704-B407-2DD6CD3A40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53</a:t>
            </a:fld>
            <a:endParaRPr lang="en-US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ADFABE2-C89E-70FD-111F-16DEDC29FDBA}"/>
              </a:ext>
            </a:extLst>
          </p:cNvPr>
          <p:cNvSpPr txBox="1">
            <a:spLocks/>
          </p:cNvSpPr>
          <p:nvPr/>
        </p:nvSpPr>
        <p:spPr>
          <a:xfrm>
            <a:off x="1992947" y="457200"/>
            <a:ext cx="5158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2800"/>
              <a:t>Architecture</a:t>
            </a:r>
            <a:r>
              <a:rPr lang="en-US" sz="2800" spc="-75"/>
              <a:t> </a:t>
            </a:r>
            <a:r>
              <a:rPr lang="en-US" sz="2800"/>
              <a:t>of</a:t>
            </a:r>
            <a:r>
              <a:rPr lang="en-US" sz="2800" spc="-80"/>
              <a:t> </a:t>
            </a:r>
            <a:r>
              <a:rPr lang="en-US" sz="2800"/>
              <a:t>Cloud</a:t>
            </a:r>
            <a:r>
              <a:rPr lang="en-US" sz="2800" spc="-75"/>
              <a:t> </a:t>
            </a:r>
            <a:r>
              <a:rPr lang="en-US" sz="2800" spc="-10"/>
              <a:t>Computing</a:t>
            </a:r>
            <a:endParaRPr lang="en-US" sz="2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8454" y="265882"/>
            <a:ext cx="6381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Layered</a:t>
            </a:r>
            <a:r>
              <a:rPr sz="2800" spc="-130" dirty="0"/>
              <a:t> </a:t>
            </a:r>
            <a:r>
              <a:rPr sz="2800" spc="-10" dirty="0"/>
              <a:t>Cloud</a:t>
            </a:r>
            <a:r>
              <a:rPr sz="2800" spc="-165" dirty="0"/>
              <a:t> </a:t>
            </a:r>
            <a:r>
              <a:rPr sz="2800" dirty="0"/>
              <a:t>Architecture</a:t>
            </a:r>
            <a:r>
              <a:rPr sz="2800" spc="-75" dirty="0"/>
              <a:t> </a:t>
            </a:r>
            <a:r>
              <a:rPr sz="2800" spc="-10" dirty="0"/>
              <a:t>Development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02435" y="1219271"/>
            <a:ext cx="7350759" cy="168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three</a:t>
            </a:r>
            <a:r>
              <a:rPr sz="2400" b="1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cloud</a:t>
            </a:r>
            <a:r>
              <a:rPr sz="2400" b="1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layers</a:t>
            </a:r>
            <a:r>
              <a:rPr sz="2400" b="1" spc="-20" dirty="0">
                <a:solidFill>
                  <a:srgbClr val="1F487C"/>
                </a:solidFill>
                <a:latin typeface="Times New Roman"/>
                <a:cs typeface="Times New Roman"/>
              </a:rPr>
              <a:t> are: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15"/>
              </a:spcBef>
            </a:pPr>
            <a:endParaRPr sz="2400">
              <a:latin typeface="Times New Roman"/>
              <a:cs typeface="Times New Roman"/>
            </a:endParaRPr>
          </a:p>
          <a:p>
            <a:pPr marL="3325495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Abstracts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storage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0829" y="2187968"/>
          <a:ext cx="3096260" cy="3041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6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Infrastructure</a:t>
                      </a:r>
                      <a:r>
                        <a:rPr sz="20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57150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Content</a:t>
                      </a:r>
                      <a:r>
                        <a:rPr sz="20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57150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7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04287" y="3571999"/>
            <a:ext cx="2999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Abstracts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applications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1925" y="4580329"/>
            <a:ext cx="3358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Abstracts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clients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14BA2-DB0F-763B-6BE9-5E79797AB7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2661" y="1869182"/>
            <a:ext cx="832358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infrastructure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applications,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pools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house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dynamic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tiers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reliability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requirements.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abstraction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employed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managed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entities.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8357" y="260616"/>
            <a:ext cx="4149725" cy="1008380"/>
          </a:xfrm>
          <a:prstGeom prst="rect">
            <a:avLst/>
          </a:prstGeom>
          <a:solidFill>
            <a:srgbClr val="4F80BC"/>
          </a:solidFill>
          <a:ln w="25399">
            <a:solidFill>
              <a:srgbClr val="385D89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30"/>
              </a:spcBef>
            </a:pPr>
            <a:r>
              <a:rPr sz="2800" spc="-10" dirty="0">
                <a:solidFill>
                  <a:srgbClr val="FFFFFF"/>
                </a:solidFill>
              </a:rPr>
              <a:t>Infrastructure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cloud</a:t>
            </a:r>
            <a:endParaRPr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D8680-7D6F-B454-423F-110750D60A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2658" y="1869182"/>
            <a:ext cx="832421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content</a:t>
            </a:r>
            <a:r>
              <a:rPr sz="2000" b="1" spc="18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implements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metadata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indexing</a:t>
            </a:r>
            <a:r>
              <a:rPr sz="2000" spc="1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goal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worrying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type.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longer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gone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itself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available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searchable.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1729" y="260616"/>
            <a:ext cx="4149725" cy="1008380"/>
          </a:xfrm>
          <a:prstGeom prst="rect">
            <a:avLst/>
          </a:prstGeom>
          <a:solidFill>
            <a:srgbClr val="4F80BC"/>
          </a:solidFill>
          <a:ln w="25399">
            <a:solidFill>
              <a:srgbClr val="385D89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marL="1000760">
              <a:lnSpc>
                <a:spcPct val="100000"/>
              </a:lnSpc>
              <a:spcBef>
                <a:spcPts val="2130"/>
              </a:spcBef>
            </a:pPr>
            <a:r>
              <a:rPr sz="2800" dirty="0">
                <a:solidFill>
                  <a:srgbClr val="FFFFFF"/>
                </a:solidFill>
              </a:rPr>
              <a:t>Content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cloud</a:t>
            </a:r>
            <a:endParaRPr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744BC-975F-AC5A-469C-AACA75B9D9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2657" y="1869182"/>
            <a:ext cx="8322309" cy="3439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information</a:t>
            </a:r>
            <a:r>
              <a:rPr sz="2000" b="1" spc="3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ultimate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goal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most </a:t>
            </a:r>
            <a:r>
              <a:rPr sz="2000" dirty="0">
                <a:latin typeface="Times New Roman"/>
                <a:cs typeface="Times New Roman"/>
              </a:rPr>
              <a:t>common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perspective.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Singapore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mobile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phone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Atlanta,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watch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Japan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laptop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U.S.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abstracts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everything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everything.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i="1" dirty="0">
                <a:solidFill>
                  <a:srgbClr val="1F487C"/>
                </a:solidFill>
                <a:latin typeface="Times New Roman"/>
                <a:cs typeface="Times New Roman"/>
              </a:rPr>
              <a:t>The</a:t>
            </a:r>
            <a:r>
              <a:rPr sz="2400" b="1" i="1" spc="-1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/>
                <a:cs typeface="Times New Roman"/>
              </a:rPr>
              <a:t>Internet</a:t>
            </a:r>
            <a:r>
              <a:rPr sz="2400" b="1" i="1" spc="-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/>
                <a:cs typeface="Times New Roman"/>
              </a:rPr>
              <a:t>is</a:t>
            </a:r>
            <a:r>
              <a:rPr sz="2400" b="1" i="1" spc="-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/>
                <a:cs typeface="Times New Roman"/>
              </a:rPr>
              <a:t>an</a:t>
            </a:r>
            <a:r>
              <a:rPr sz="2400" b="1" i="1" spc="-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/>
                <a:cs typeface="Times New Roman"/>
              </a:rPr>
              <a:t>information</a:t>
            </a:r>
            <a:r>
              <a:rPr sz="2400" b="1" i="1" spc="-4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1F487C"/>
                </a:solidFill>
                <a:latin typeface="Times New Roman"/>
                <a:cs typeface="Times New Roman"/>
              </a:rPr>
              <a:t>cloud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1729" y="260616"/>
            <a:ext cx="4149725" cy="1008380"/>
          </a:xfrm>
          <a:prstGeom prst="rect">
            <a:avLst/>
          </a:prstGeom>
          <a:solidFill>
            <a:srgbClr val="4F80BC"/>
          </a:solidFill>
          <a:ln w="25399">
            <a:solidFill>
              <a:srgbClr val="385D89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30"/>
              </a:spcBef>
            </a:pPr>
            <a:r>
              <a:rPr sz="2800" dirty="0">
                <a:solidFill>
                  <a:srgbClr val="FFFFFF"/>
                </a:solidFill>
              </a:rPr>
              <a:t>Information</a:t>
            </a:r>
            <a:r>
              <a:rPr sz="2800" spc="-14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cloud</a:t>
            </a:r>
            <a:endParaRPr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340B0-C56A-60EF-74E2-E35673C76B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Cloud</a:t>
            </a:r>
            <a:r>
              <a:rPr sz="2800" spc="-80" dirty="0"/>
              <a:t> </a:t>
            </a:r>
            <a:r>
              <a:rPr sz="2800" dirty="0"/>
              <a:t>Computing</a:t>
            </a:r>
            <a:r>
              <a:rPr sz="2800" spc="-65" dirty="0"/>
              <a:t> </a:t>
            </a:r>
            <a:r>
              <a:rPr sz="2800" dirty="0"/>
              <a:t>Design</a:t>
            </a:r>
            <a:r>
              <a:rPr sz="2800" spc="-75" dirty="0"/>
              <a:t> </a:t>
            </a:r>
            <a:r>
              <a:rPr sz="2800" spc="-10" dirty="0"/>
              <a:t>Challenges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0200" y="1219271"/>
            <a:ext cx="477266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Data</a:t>
            </a:r>
            <a:r>
              <a:rPr sz="2400" b="1" spc="-4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Security</a:t>
            </a:r>
            <a:r>
              <a:rPr sz="2400" b="1" spc="-4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Privacy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1F487C"/>
              </a:buClr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Cost</a:t>
            </a:r>
            <a:r>
              <a:rPr sz="2400" b="1" spc="-4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1F487C"/>
              </a:buClr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Multi-Cloud</a:t>
            </a:r>
            <a:r>
              <a:rPr sz="2400" b="1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Environments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1F487C"/>
              </a:buClr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Performance</a:t>
            </a:r>
            <a:r>
              <a:rPr sz="2400" b="1" spc="-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Challenges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1F487C"/>
              </a:buClr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Interoperability</a:t>
            </a:r>
            <a:r>
              <a:rPr sz="2400" b="1" spc="-8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Flexibility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1F487C"/>
              </a:buClr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High</a:t>
            </a:r>
            <a:r>
              <a:rPr sz="2400" b="1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Dependence</a:t>
            </a:r>
            <a:r>
              <a:rPr sz="2400" b="1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on</a:t>
            </a:r>
            <a:r>
              <a:rPr sz="2400" b="1" spc="-5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1F487C"/>
              </a:buClr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Lack</a:t>
            </a:r>
            <a:r>
              <a:rPr sz="2400" b="1" spc="-4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Knowledge</a:t>
            </a:r>
            <a:r>
              <a:rPr sz="2400" b="1" spc="-3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87C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Expertise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15CF5-33AC-2F25-440F-EBEB14BE72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Security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Privacy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723" y="1004768"/>
            <a:ext cx="8315959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organizational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private.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5875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Even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if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service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provider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assures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data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integrity,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it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is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your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responsibility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carry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out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user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authentication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authorization,</a:t>
            </a:r>
            <a:r>
              <a:rPr sz="2000" b="1" i="1" spc="-5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identity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management,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data </a:t>
            </a:r>
            <a:r>
              <a:rPr sz="2000" b="1" i="1" dirty="0">
                <a:latin typeface="Times New Roman"/>
                <a:cs typeface="Times New Roman"/>
              </a:rPr>
              <a:t>encryption,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access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control.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205104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theft,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breaches,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malware </a:t>
            </a:r>
            <a:r>
              <a:rPr sz="2000" dirty="0">
                <a:latin typeface="Times New Roman"/>
                <a:cs typeface="Times New Roman"/>
              </a:rPr>
              <a:t>infections,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eventually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decrease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amongst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turn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potential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revenue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alongside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reputation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stature. </a:t>
            </a:r>
            <a:r>
              <a:rPr sz="2000" dirty="0">
                <a:latin typeface="Times New Roman"/>
                <a:cs typeface="Times New Roman"/>
              </a:rPr>
              <a:t>Also,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amounts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therefore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susceptible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leaks.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AAB9C-B181-2B2C-ECAB-B6BCB280A6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7355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-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3" y="972764"/>
            <a:ext cx="8325484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77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almost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“Pay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You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Go”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which </a:t>
            </a:r>
            <a:r>
              <a:rPr sz="2000" dirty="0">
                <a:latin typeface="Times New Roman"/>
                <a:cs typeface="Times New Roman"/>
              </a:rPr>
              <a:t>reduces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overall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times 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there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incurred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enterprise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When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there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is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under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optimization</a:t>
            </a:r>
            <a:r>
              <a:rPr sz="2000" b="1" i="1" spc="-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resources,</a:t>
            </a:r>
            <a:r>
              <a:rPr sz="2000" b="1" i="1" spc="-5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let’s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say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that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servers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not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being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used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their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full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potential,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add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up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hidden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costs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degraded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sudden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spikes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overages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usage,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overall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cost.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5494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Unused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resources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 reasons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you </a:t>
            </a:r>
            <a:r>
              <a:rPr sz="2000" dirty="0">
                <a:latin typeface="Times New Roman"/>
                <a:cs typeface="Times New Roman"/>
              </a:rPr>
              <a:t>turn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forget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turn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weekend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it, it 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without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1BA64-68DA-A397-249E-77AD35BEBB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7945">
              <a:lnSpc>
                <a:spcPct val="100000"/>
              </a:lnSpc>
              <a:spcBef>
                <a:spcPts val="100"/>
              </a:spcBef>
            </a:pPr>
            <a:r>
              <a:rPr dirty="0"/>
              <a:t>Multi-Cloud</a:t>
            </a:r>
            <a:r>
              <a:rPr spc="-85" dirty="0"/>
              <a:t> </a:t>
            </a:r>
            <a:r>
              <a:rPr spc="-10" dirty="0"/>
              <a:t>Environments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59" y="1076951"/>
            <a:ext cx="834326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 New Roman"/>
                <a:cs typeface="Times New Roman"/>
              </a:rPr>
              <a:t>Due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</a:t>
            </a:r>
            <a:r>
              <a:rPr sz="2000" b="1" i="1" spc="20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increase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20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options</a:t>
            </a:r>
            <a:r>
              <a:rPr sz="2000" b="1" i="1" spc="2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available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2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companies,</a:t>
            </a:r>
            <a:r>
              <a:rPr sz="2000" b="1" i="1" spc="2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enterprises</a:t>
            </a:r>
            <a:r>
              <a:rPr sz="2000" b="1" i="1" spc="210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not </a:t>
            </a:r>
            <a:r>
              <a:rPr sz="2000" b="1" i="1" dirty="0">
                <a:latin typeface="Times New Roman"/>
                <a:cs typeface="Times New Roman"/>
              </a:rPr>
              <a:t>only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use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single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but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depend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multiple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service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providers.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companies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hybrid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tactics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84% 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dependent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hindered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difficult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 team.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most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ends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up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being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highly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complex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team </a:t>
            </a:r>
            <a:r>
              <a:rPr sz="2000" b="1" dirty="0">
                <a:latin typeface="Times New Roman"/>
                <a:cs typeface="Times New Roman"/>
              </a:rPr>
              <a:t>due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differences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between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multiple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providers.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C201E-BF3A-3E99-C9B2-16E8C7CB52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spc="-35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192" y="1076951"/>
            <a:ext cx="8485505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satisfactory,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away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decrease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profits.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Even</a:t>
            </a:r>
            <a:r>
              <a:rPr sz="2000" b="1" i="1" spc="2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little</a:t>
            </a:r>
            <a:r>
              <a:rPr sz="2000" b="1" i="1" spc="2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latency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while</a:t>
            </a:r>
            <a:r>
              <a:rPr sz="2000" b="1" i="1" spc="20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loading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app</a:t>
            </a:r>
            <a:r>
              <a:rPr sz="2000" b="1" i="1" spc="2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or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web</a:t>
            </a:r>
            <a:r>
              <a:rPr sz="2000" b="1" i="1" spc="2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page</a:t>
            </a:r>
            <a:r>
              <a:rPr sz="2000" b="1" i="1" spc="2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can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result</a:t>
            </a:r>
            <a:r>
              <a:rPr sz="2000" b="1" i="1" spc="2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</a:t>
            </a:r>
            <a:r>
              <a:rPr sz="2000" b="1" i="1" spc="2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220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huge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drop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percentage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users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latency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inefficient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balancing,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efficiently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split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incoming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user </a:t>
            </a:r>
            <a:r>
              <a:rPr sz="2000" spc="-10" dirty="0">
                <a:latin typeface="Times New Roman"/>
                <a:cs typeface="Times New Roman"/>
              </a:rPr>
              <a:t>experience.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Challenges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arise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fault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tolerance,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operations </a:t>
            </a:r>
            <a:r>
              <a:rPr sz="2000" dirty="0">
                <a:latin typeface="Times New Roman"/>
                <a:cs typeface="Times New Roman"/>
              </a:rPr>
              <a:t>continue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fail.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B7BD0-5540-E526-DF88-659B561583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dirty="0"/>
              <a:t>Interoperability</a:t>
            </a:r>
            <a:r>
              <a:rPr spc="-8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Flexibility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196" y="1148837"/>
            <a:ext cx="841375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 New Roman"/>
                <a:cs typeface="Times New Roman"/>
              </a:rPr>
              <a:t>When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organization uses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specific cloud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service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provider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 wants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switch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3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another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cloud-</a:t>
            </a:r>
            <a:r>
              <a:rPr sz="2000" b="1" i="1" dirty="0">
                <a:latin typeface="Times New Roman"/>
                <a:cs typeface="Times New Roman"/>
              </a:rPr>
              <a:t>based</a:t>
            </a:r>
            <a:r>
              <a:rPr sz="2000" b="1" i="1" spc="37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solution,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it</a:t>
            </a:r>
            <a:r>
              <a:rPr sz="2000" b="1" i="1" spc="3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often</a:t>
            </a:r>
            <a:r>
              <a:rPr sz="2000" b="1" i="1" spc="3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turns</a:t>
            </a:r>
            <a:r>
              <a:rPr sz="2000" b="1" i="1" spc="37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up</a:t>
            </a:r>
            <a:r>
              <a:rPr sz="2000" b="1" i="1" spc="38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3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be</a:t>
            </a:r>
            <a:r>
              <a:rPr sz="2000" b="1" i="1" spc="3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38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tedious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procedure </a:t>
            </a:r>
            <a:r>
              <a:rPr sz="2000" b="1" i="1" dirty="0">
                <a:latin typeface="Times New Roman"/>
                <a:cs typeface="Times New Roman"/>
              </a:rPr>
              <a:t>since</a:t>
            </a:r>
            <a:r>
              <a:rPr sz="2000" b="1" i="1" spc="9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applications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written</a:t>
            </a:r>
            <a:r>
              <a:rPr sz="2000" b="1" i="1" spc="1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for</a:t>
            </a:r>
            <a:r>
              <a:rPr sz="2000" b="1" i="1" spc="1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one</a:t>
            </a:r>
            <a:r>
              <a:rPr sz="2000" b="1" i="1" spc="1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with</a:t>
            </a:r>
            <a:r>
              <a:rPr sz="2000" b="1" i="1" spc="10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1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application</a:t>
            </a:r>
            <a:r>
              <a:rPr sz="2000" b="1" i="1" spc="1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stack</a:t>
            </a:r>
            <a:r>
              <a:rPr sz="2000" b="1" i="1" spc="10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are</a:t>
            </a:r>
            <a:r>
              <a:rPr sz="2000" b="1" i="1" spc="10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required </a:t>
            </a:r>
            <a:r>
              <a:rPr sz="2000" b="1" i="1" dirty="0">
                <a:latin typeface="Times New Roman"/>
                <a:cs typeface="Times New Roman"/>
              </a:rPr>
              <a:t>to be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re-</a:t>
            </a:r>
            <a:r>
              <a:rPr sz="2000" b="1" i="1" dirty="0">
                <a:latin typeface="Times New Roman"/>
                <a:cs typeface="Times New Roman"/>
              </a:rPr>
              <a:t>written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for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other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cloud.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lack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flexibility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switching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complexities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involved.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movement,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setting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scratch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also </a:t>
            </a: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issues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encountered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changing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solutions,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thereby </a:t>
            </a:r>
            <a:r>
              <a:rPr sz="2000" b="1" dirty="0">
                <a:latin typeface="Times New Roman"/>
                <a:cs typeface="Times New Roman"/>
              </a:rPr>
              <a:t>reducing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flexibility.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73610-AD73-D6D7-4975-E04B97B4BD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00"/>
              </a:spcBef>
            </a:pPr>
            <a:r>
              <a:rPr dirty="0"/>
              <a:t>High</a:t>
            </a:r>
            <a:r>
              <a:rPr spc="-75" dirty="0"/>
              <a:t> </a:t>
            </a:r>
            <a:r>
              <a:rPr dirty="0"/>
              <a:t>Dependence</a:t>
            </a:r>
            <a:r>
              <a:rPr spc="-55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932802"/>
            <a:ext cx="834326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Since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provisioning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deals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enormous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servers.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This</a:t>
            </a:r>
            <a:r>
              <a:rPr sz="2000" b="1" i="1" spc="29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is</a:t>
            </a:r>
            <a:r>
              <a:rPr sz="2000" b="1" i="1" spc="30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only </a:t>
            </a:r>
            <a:r>
              <a:rPr sz="2000" b="1" i="1" dirty="0">
                <a:latin typeface="Times New Roman"/>
                <a:cs typeface="Times New Roman"/>
              </a:rPr>
              <a:t>made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possible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due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 availability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high-speed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Although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exchanged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prove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highly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vulnerable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a sudden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outage.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enterprises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costs,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well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zero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outages,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potential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loss.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therefore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challenge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smaller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enterprises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maintain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comes 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cost.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B4385-6E59-CCC7-E573-825AC51CFD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3755">
              <a:lnSpc>
                <a:spcPct val="100000"/>
              </a:lnSpc>
              <a:spcBef>
                <a:spcPts val="100"/>
              </a:spcBef>
            </a:pPr>
            <a:r>
              <a:rPr dirty="0"/>
              <a:t>Lack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Knowledge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Expertise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1004768"/>
            <a:ext cx="841375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complex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nature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highly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tedious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task.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It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requires</a:t>
            </a:r>
            <a:r>
              <a:rPr sz="2000" b="1" i="1" spc="37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immense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knowledge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wide</a:t>
            </a:r>
            <a:r>
              <a:rPr sz="2000" b="1" i="1" spc="3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expertise</a:t>
            </a:r>
            <a:r>
              <a:rPr sz="2000" b="1" i="1" spc="3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</a:t>
            </a:r>
            <a:r>
              <a:rPr sz="2000" b="1" i="1" spc="3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38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subject.</a:t>
            </a:r>
            <a:r>
              <a:rPr sz="2000" b="1" i="1" spc="38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Although </a:t>
            </a:r>
            <a:r>
              <a:rPr sz="2000" b="1" i="1" dirty="0">
                <a:latin typeface="Times New Roman"/>
                <a:cs typeface="Times New Roman"/>
              </a:rPr>
              <a:t>there</a:t>
            </a:r>
            <a:r>
              <a:rPr sz="2000" b="1" i="1" spc="4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are</a:t>
            </a:r>
            <a:r>
              <a:rPr sz="2000" b="1" i="1" spc="4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47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lot</a:t>
            </a:r>
            <a:r>
              <a:rPr sz="2000" b="1" i="1" spc="459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459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professionals</a:t>
            </a:r>
            <a:r>
              <a:rPr sz="2000" b="1" i="1" spc="4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</a:t>
            </a:r>
            <a:r>
              <a:rPr sz="2000" b="1" i="1" spc="4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4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field</a:t>
            </a:r>
            <a:r>
              <a:rPr sz="2000" b="1" i="1" spc="4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they</a:t>
            </a:r>
            <a:r>
              <a:rPr sz="2000" b="1" i="1" spc="4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need</a:t>
            </a:r>
            <a:r>
              <a:rPr sz="2000" b="1" i="1" spc="47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46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constantly</a:t>
            </a:r>
            <a:r>
              <a:rPr sz="2000" b="1" i="1" spc="459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update themselves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highly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extensive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gap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demand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supply.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lot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vacancies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few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talented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engineers, </a:t>
            </a:r>
            <a:r>
              <a:rPr sz="2000" dirty="0">
                <a:latin typeface="Times New Roman"/>
                <a:cs typeface="Times New Roman"/>
              </a:rPr>
              <a:t>developers,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professionals.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Therefore,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upskilling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professionals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actively </a:t>
            </a:r>
            <a:r>
              <a:rPr sz="2000" dirty="0">
                <a:latin typeface="Times New Roman"/>
                <a:cs typeface="Times New Roman"/>
              </a:rPr>
              <a:t>understand,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minimum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issues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maximum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reliability.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91973-3D2C-3B0F-4A7E-35ED37B4A0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Clouds</a:t>
            </a:r>
            <a:r>
              <a:rPr spc="-40" dirty="0"/>
              <a:t> </a:t>
            </a:r>
            <a:r>
              <a:rPr spc="-10" dirty="0"/>
              <a:t>(Intercloud)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22" y="1462688"/>
            <a:ext cx="9075477" cy="53419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5BB46-3AF5-BA6A-1813-042E514092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7" y="1293109"/>
            <a:ext cx="870458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indent="-635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Intercloud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25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‘cloud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clouds’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theoretical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cloud </a:t>
            </a:r>
            <a:r>
              <a:rPr sz="2000" b="1" dirty="0">
                <a:latin typeface="Times New Roman"/>
                <a:cs typeface="Times New Roman"/>
              </a:rPr>
              <a:t>computing</a:t>
            </a:r>
            <a:r>
              <a:rPr sz="2000" b="1" spc="2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services</a:t>
            </a:r>
            <a:r>
              <a:rPr sz="2000" b="1" spc="25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based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idea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combining</a:t>
            </a:r>
            <a:r>
              <a:rPr sz="2000" b="1" spc="2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many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individual </a:t>
            </a:r>
            <a:r>
              <a:rPr sz="2000" b="1" dirty="0">
                <a:latin typeface="Times New Roman"/>
                <a:cs typeface="Times New Roman"/>
              </a:rPr>
              <a:t>clouds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seamless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mass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on-demand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would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cloud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could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resources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beyond </a:t>
            </a:r>
            <a:r>
              <a:rPr sz="2000" b="1" spc="-25" dirty="0">
                <a:latin typeface="Times New Roman"/>
                <a:cs typeface="Times New Roman"/>
              </a:rPr>
              <a:t>its </a:t>
            </a:r>
            <a:r>
              <a:rPr sz="2000" b="1" dirty="0">
                <a:latin typeface="Times New Roman"/>
                <a:cs typeface="Times New Roman"/>
              </a:rPr>
              <a:t>reach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taking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advantage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pre-existing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contracts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Intercloud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scenario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single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does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not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infinite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physical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resources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ubiquitous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geographic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footprint.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saturates 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computational and storage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its infrastructure,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requested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geography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footprint,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would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satisfy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clients.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Clouds</a:t>
            </a:r>
            <a:r>
              <a:rPr spc="-40" dirty="0"/>
              <a:t> </a:t>
            </a:r>
            <a:r>
              <a:rPr spc="-10" dirty="0"/>
              <a:t>(Intercloud)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222EB-CD8D-D65B-537F-18AB50B938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Clouds</a:t>
            </a:r>
            <a:r>
              <a:rPr spc="-40" dirty="0"/>
              <a:t> </a:t>
            </a:r>
            <a:r>
              <a:rPr spc="-10" dirty="0"/>
              <a:t>(Intercloud)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521" y="860793"/>
            <a:ext cx="866267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Intercloud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scenario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would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situations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would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use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computational,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storage,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 any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kind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(through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semantic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 </a:t>
            </a:r>
            <a:r>
              <a:rPr sz="2000" dirty="0">
                <a:latin typeface="Times New Roman"/>
                <a:cs typeface="Times New Roman"/>
              </a:rPr>
              <a:t>descriptions,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federation)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i="1" dirty="0">
                <a:solidFill>
                  <a:srgbClr val="E46C09"/>
                </a:solidFill>
                <a:latin typeface="Times New Roman"/>
                <a:cs typeface="Times New Roman"/>
              </a:rPr>
              <a:t>This</a:t>
            </a:r>
            <a:r>
              <a:rPr sz="2000" b="1" i="1" spc="-5" dirty="0">
                <a:solidFill>
                  <a:srgbClr val="E46C09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E46C09"/>
                </a:solidFill>
                <a:latin typeface="Times New Roman"/>
                <a:cs typeface="Times New Roman"/>
              </a:rPr>
              <a:t>is</a:t>
            </a:r>
            <a:r>
              <a:rPr sz="2000" b="1" i="1" spc="-5" dirty="0">
                <a:solidFill>
                  <a:srgbClr val="E46C09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E46C09"/>
                </a:solidFill>
                <a:latin typeface="Times New Roman"/>
                <a:cs typeface="Times New Roman"/>
              </a:rPr>
              <a:t>analogous</a:t>
            </a:r>
            <a:r>
              <a:rPr sz="2000" b="1" i="1" spc="-15" dirty="0">
                <a:solidFill>
                  <a:srgbClr val="E46C09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E46C09"/>
                </a:solidFill>
                <a:latin typeface="Times New Roman"/>
                <a:cs typeface="Times New Roman"/>
              </a:rPr>
              <a:t>to the</a:t>
            </a:r>
            <a:r>
              <a:rPr sz="2000" b="1" i="1" spc="-5" dirty="0">
                <a:solidFill>
                  <a:srgbClr val="E46C09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E46C09"/>
                </a:solidFill>
                <a:latin typeface="Times New Roman"/>
                <a:cs typeface="Times New Roman"/>
              </a:rPr>
              <a:t>way the</a:t>
            </a:r>
            <a:r>
              <a:rPr sz="2000" b="1" i="1" spc="-5" dirty="0">
                <a:solidFill>
                  <a:srgbClr val="E46C09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E46C09"/>
                </a:solidFill>
                <a:latin typeface="Times New Roman"/>
                <a:cs typeface="Times New Roman"/>
              </a:rPr>
              <a:t>Internet</a:t>
            </a:r>
            <a:r>
              <a:rPr sz="2000" b="1" i="1" spc="-5" dirty="0">
                <a:solidFill>
                  <a:srgbClr val="E46C09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E46C09"/>
                </a:solidFill>
                <a:latin typeface="Times New Roman"/>
                <a:cs typeface="Times New Roman"/>
              </a:rPr>
              <a:t>works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which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endpoint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attached,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from/to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source/destination </a:t>
            </a:r>
            <a:r>
              <a:rPr sz="2000" dirty="0">
                <a:latin typeface="Times New Roman"/>
                <a:cs typeface="Times New Roman"/>
              </a:rPr>
              <a:t>addresses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outside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routing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other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providers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whom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pre-</a:t>
            </a:r>
            <a:r>
              <a:rPr sz="2000" dirty="0">
                <a:latin typeface="Times New Roman"/>
                <a:cs typeface="Times New Roman"/>
              </a:rPr>
              <a:t>arranged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exchange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peering relationship.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analogous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way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mobile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operators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roaming and </a:t>
            </a:r>
            <a:r>
              <a:rPr sz="2000" spc="-20" dirty="0">
                <a:latin typeface="Times New Roman"/>
                <a:cs typeface="Times New Roman"/>
              </a:rPr>
              <a:t>inter-</a:t>
            </a:r>
            <a:r>
              <a:rPr sz="2000" spc="-10" dirty="0">
                <a:latin typeface="Times New Roman"/>
                <a:cs typeface="Times New Roman"/>
              </a:rPr>
              <a:t>carrier </a:t>
            </a:r>
            <a:r>
              <a:rPr sz="2000" dirty="0">
                <a:latin typeface="Times New Roman"/>
                <a:cs typeface="Times New Roman"/>
              </a:rPr>
              <a:t>interoperability.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forms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exchange,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peering,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roaming</a:t>
            </a:r>
            <a:r>
              <a:rPr sz="2000" spc="27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may </a:t>
            </a:r>
            <a:r>
              <a:rPr sz="2000" dirty="0">
                <a:latin typeface="Times New Roman"/>
                <a:cs typeface="Times New Roman"/>
              </a:rPr>
              <a:t>introduce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new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business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opportunities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among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providers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they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to </a:t>
            </a:r>
            <a:r>
              <a:rPr sz="2000" b="1" dirty="0">
                <a:latin typeface="Times New Roman"/>
                <a:cs typeface="Times New Roman"/>
              </a:rPr>
              <a:t>go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beyond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theoretical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framework.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42B36-04B0-1CA3-34FB-71B3BA456D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dirty="0"/>
              <a:t>Inter</a:t>
            </a:r>
            <a:r>
              <a:rPr spc="-95" dirty="0"/>
              <a:t> </a:t>
            </a:r>
            <a:r>
              <a:rPr dirty="0"/>
              <a:t>Cloud</a:t>
            </a:r>
            <a:r>
              <a:rPr spc="-45" dirty="0"/>
              <a:t> </a:t>
            </a:r>
            <a:r>
              <a:rPr dirty="0"/>
              <a:t>Resource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206" y="1004768"/>
            <a:ext cx="8702040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1335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</a:t>
            </a:r>
            <a:r>
              <a:rPr sz="2000" dirty="0">
                <a:latin typeface="Times New Roman"/>
                <a:cs typeface="Times New Roman"/>
              </a:rPr>
              <a:t>	layer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divided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(DaaS)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Communication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(CaaS)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IaaS.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players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classes: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69570" indent="-356870">
              <a:lnSpc>
                <a:spcPct val="100000"/>
              </a:lnSpc>
              <a:buAutoNum type="arabicParenBoth"/>
              <a:tabLst>
                <a:tab pos="369570" algn="l"/>
              </a:tabLst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administrators,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arenBoth"/>
            </a:pPr>
            <a:endParaRPr sz="2000">
              <a:latin typeface="Times New Roman"/>
              <a:cs typeface="Times New Roman"/>
            </a:endParaRPr>
          </a:p>
          <a:p>
            <a:pPr marL="369570" indent="-356870">
              <a:lnSpc>
                <a:spcPct val="100000"/>
              </a:lnSpc>
              <a:buAutoNum type="arabicParenBoth"/>
              <a:tabLst>
                <a:tab pos="369570" algn="l"/>
              </a:tabLst>
            </a:pP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vendors,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AutoNum type="arabicParenBoth"/>
            </a:pPr>
            <a:endParaRPr sz="20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buAutoNum type="arabicParenBoth"/>
              <a:tabLst>
                <a:tab pos="368935" algn="l"/>
              </a:tabLst>
            </a:pP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arenBoth"/>
            </a:pPr>
            <a:endParaRPr sz="2000">
              <a:latin typeface="Times New Roman"/>
              <a:cs typeface="Times New Roman"/>
            </a:endParaRPr>
          </a:p>
          <a:p>
            <a:pPr marL="160020" lvl="1" indent="-147320">
              <a:lnSpc>
                <a:spcPct val="100000"/>
              </a:lnSpc>
              <a:buChar char="•"/>
              <a:tabLst>
                <a:tab pos="160020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players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IaaS,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PaaS,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SaaS</a:t>
            </a:r>
            <a:r>
              <a:rPr sz="2000" spc="-10" dirty="0">
                <a:latin typeface="Times New Roman"/>
                <a:cs typeface="Times New Roman"/>
              </a:rPr>
              <a:t> models.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955AE-3799-36CD-479F-AF33938DBD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1024199"/>
            <a:ext cx="863028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vendors’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perspective,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application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performance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important.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providers’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perspective,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infrastructure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performance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primary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concern.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255" indent="-63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users’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perspective,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quality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services,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including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security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important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Developers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meet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requirements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high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throughput,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fault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tolerance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might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modified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meet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dirty="0"/>
              <a:t>Inter</a:t>
            </a:r>
            <a:r>
              <a:rPr spc="-95" dirty="0"/>
              <a:t> </a:t>
            </a:r>
            <a:r>
              <a:rPr dirty="0"/>
              <a:t>Cloud</a:t>
            </a:r>
            <a:r>
              <a:rPr spc="-45" dirty="0"/>
              <a:t> </a:t>
            </a:r>
            <a:r>
              <a:rPr dirty="0"/>
              <a:t>Resource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CC5A4-9D86-F009-5B33-7266200D24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896" y="1004768"/>
            <a:ext cx="8706485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Runtime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Support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Services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161290">
              <a:lnSpc>
                <a:spcPct val="100000"/>
              </a:lnSpc>
              <a:buChar char="•"/>
              <a:tabLst>
                <a:tab pos="173990" algn="l"/>
              </a:tabLst>
            </a:pP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cluster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environment,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runtime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supporting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Font typeface="Times New Roman"/>
              <a:buChar char="•"/>
              <a:tabLst>
                <a:tab pos="164465" algn="l"/>
              </a:tabLst>
            </a:pPr>
            <a:r>
              <a:rPr sz="2000" b="1" dirty="0">
                <a:latin typeface="Times New Roman"/>
                <a:cs typeface="Times New Roman"/>
              </a:rPr>
              <a:t>Cluster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monitoring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runtime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cluster.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 marR="8255" indent="153670">
              <a:lnSpc>
                <a:spcPct val="100000"/>
              </a:lnSpc>
              <a:buChar char="•"/>
              <a:tabLst>
                <a:tab pos="16637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scheduler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queues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tasks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submitted 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whole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cluster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tasks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according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availability.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00000"/>
              </a:lnSpc>
              <a:buChar char="•"/>
              <a:tabLst>
                <a:tab pos="12700" algn="l"/>
                <a:tab pos="193040" algn="l"/>
              </a:tabLst>
            </a:pPr>
            <a:r>
              <a:rPr sz="2000" dirty="0">
                <a:latin typeface="Times New Roman"/>
                <a:cs typeface="Times New Roman"/>
              </a:rPr>
              <a:t>	Runtime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browser-</a:t>
            </a:r>
            <a:r>
              <a:rPr sz="2000" b="1" dirty="0">
                <a:latin typeface="Times New Roman"/>
                <a:cs typeface="Times New Roman"/>
              </a:rPr>
              <a:t>initiate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applied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 </a:t>
            </a:r>
            <a:r>
              <a:rPr sz="2000" dirty="0">
                <a:latin typeface="Times New Roman"/>
                <a:cs typeface="Times New Roman"/>
              </a:rPr>
              <a:t>thousands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0" dirty="0">
                <a:latin typeface="Times New Roman"/>
                <a:cs typeface="Times New Roman"/>
              </a:rPr>
              <a:t> customers.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dirty="0"/>
              <a:t>Inter</a:t>
            </a:r>
            <a:r>
              <a:rPr spc="-95" dirty="0"/>
              <a:t> </a:t>
            </a:r>
            <a:r>
              <a:rPr dirty="0"/>
              <a:t>Cloud</a:t>
            </a:r>
            <a:r>
              <a:rPr spc="-45" dirty="0"/>
              <a:t> </a:t>
            </a:r>
            <a:r>
              <a:rPr dirty="0"/>
              <a:t>Resource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711AA-49F6-45D7-F2BD-3E2FE95941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304800"/>
            <a:ext cx="590966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30" dirty="0">
                <a:uFill>
                  <a:solidFill>
                    <a:srgbClr val="000000"/>
                  </a:solidFill>
                </a:uFill>
              </a:rPr>
              <a:t>Inter-</a:t>
            </a:r>
            <a:r>
              <a:rPr sz="3200" dirty="0">
                <a:uFill>
                  <a:solidFill>
                    <a:srgbClr val="000000"/>
                  </a:solidFill>
                </a:uFill>
              </a:rPr>
              <a:t>cloud</a:t>
            </a:r>
            <a:r>
              <a:rPr sz="3200" spc="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200" spc="-10" dirty="0">
                <a:uFill>
                  <a:solidFill>
                    <a:srgbClr val="000000"/>
                  </a:solidFill>
                </a:uFill>
              </a:rPr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785" y="1739265"/>
            <a:ext cx="877443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Identification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identified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accessed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cloud,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similar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identified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IP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able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other’s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Payment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assets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question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arises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how 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second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compensated,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 payment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developed.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EC718-D13E-B39B-D67C-866F5960F4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209544"/>
            <a:ext cx="640308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Global</a:t>
            </a:r>
            <a:r>
              <a:rPr sz="2800" spc="-65" dirty="0"/>
              <a:t> </a:t>
            </a:r>
            <a:r>
              <a:rPr sz="2800" dirty="0"/>
              <a:t>Exchange</a:t>
            </a:r>
            <a:r>
              <a:rPr sz="2800" spc="-45" dirty="0"/>
              <a:t> </a:t>
            </a:r>
            <a:r>
              <a:rPr sz="2800" dirty="0"/>
              <a:t>of</a:t>
            </a:r>
            <a:r>
              <a:rPr sz="2800" spc="-40" dirty="0"/>
              <a:t> </a:t>
            </a:r>
            <a:r>
              <a:rPr sz="2800" dirty="0"/>
              <a:t>Cloud</a:t>
            </a:r>
            <a:r>
              <a:rPr sz="2800" spc="-45" dirty="0"/>
              <a:t> </a:t>
            </a:r>
            <a:r>
              <a:rPr sz="2800" spc="-10" dirty="0"/>
              <a:t>Resources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137" y="2270119"/>
            <a:ext cx="432816" cy="3093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137" y="4617720"/>
            <a:ext cx="432816" cy="3093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434" y="1220838"/>
            <a:ext cx="8412480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  <a:tabLst>
                <a:tab pos="1423670" algn="l"/>
                <a:tab pos="2591435" algn="l"/>
                <a:tab pos="3585210" algn="l"/>
                <a:tab pos="4423410" algn="l"/>
                <a:tab pos="5474970" algn="l"/>
                <a:tab pos="5848350" algn="l"/>
                <a:tab pos="6595745" algn="l"/>
                <a:tab pos="6969125" algn="l"/>
                <a:tab pos="8056880" algn="l"/>
              </a:tabLst>
            </a:pPr>
            <a:r>
              <a:rPr sz="2200" spc="-10" dirty="0">
                <a:latin typeface="Times New Roman"/>
                <a:cs typeface="Times New Roman"/>
              </a:rPr>
              <a:t>Enterprises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currently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employ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Cloud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services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order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improve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scalability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services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7620" indent="374650" algn="just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Enterprise</a:t>
            </a:r>
            <a:r>
              <a:rPr sz="2200" spc="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service</a:t>
            </a:r>
            <a:r>
              <a:rPr sz="2200" spc="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consumers</a:t>
            </a:r>
            <a:r>
              <a:rPr sz="2200" spc="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global</a:t>
            </a:r>
            <a:r>
              <a:rPr sz="2200" spc="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operations</a:t>
            </a:r>
            <a:r>
              <a:rPr sz="2200" spc="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require</a:t>
            </a:r>
            <a:r>
              <a:rPr sz="2200" spc="4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faster </a:t>
            </a:r>
            <a:r>
              <a:rPr sz="2200" dirty="0">
                <a:latin typeface="Times New Roman"/>
                <a:cs typeface="Times New Roman"/>
              </a:rPr>
              <a:t>response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time.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Save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distributing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workload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multiple </a:t>
            </a:r>
            <a:r>
              <a:rPr sz="2200" dirty="0">
                <a:latin typeface="Times New Roman"/>
                <a:cs typeface="Times New Roman"/>
              </a:rPr>
              <a:t>Clouds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locations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Cloud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mature,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required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services follow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standard interfaces,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BECAUSE,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buChar char="•"/>
              <a:tabLst>
                <a:tab pos="179705" algn="l"/>
              </a:tabLst>
            </a:pP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interfaces/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compatibility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vendor’s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Times New Roman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buChar char="•"/>
              <a:tabLst>
                <a:tab pos="179705" algn="l"/>
              </a:tabLst>
            </a:pP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uniform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rate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D097B-DF49-9265-1830-A40A3E6A50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137" y="1653296"/>
            <a:ext cx="396239" cy="2819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137" y="2567939"/>
            <a:ext cx="396239" cy="281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137" y="4396992"/>
            <a:ext cx="393192" cy="2819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435" y="1004768"/>
            <a:ext cx="848550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Melbourne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InterCloud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(Cloudbus)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30607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brokering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exchange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scaling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302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Exchange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(CEx)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maker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bringing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together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service </a:t>
            </a:r>
            <a:r>
              <a:rPr sz="2000" dirty="0">
                <a:latin typeface="Times New Roman"/>
                <a:cs typeface="Times New Roman"/>
              </a:rPr>
              <a:t>producers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consumers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aggregates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brokers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evaluates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against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supply.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30607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trading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competitive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economic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models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commodity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auctions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</a:t>
            </a:r>
            <a:r>
              <a:rPr spc="-65" dirty="0"/>
              <a:t> </a:t>
            </a:r>
            <a:r>
              <a:rPr dirty="0"/>
              <a:t>Exchange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Cloud</a:t>
            </a:r>
            <a:r>
              <a:rPr spc="-4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E2DAB-3017-71B0-9B4B-ECA6D3B272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209544"/>
            <a:ext cx="655548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38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Market</a:t>
            </a:r>
            <a:r>
              <a:rPr sz="3200" spc="-40" dirty="0"/>
              <a:t> </a:t>
            </a:r>
            <a:r>
              <a:rPr sz="3200" dirty="0"/>
              <a:t>oriented</a:t>
            </a:r>
            <a:r>
              <a:rPr sz="3200" spc="-40" dirty="0"/>
              <a:t> </a:t>
            </a:r>
            <a:r>
              <a:rPr sz="3200"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20" y="1267628"/>
            <a:ext cx="8655411" cy="51226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98CDE-1CDC-40C7-CEFF-3EEBF72EDB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80" dirty="0"/>
              <a:t> </a:t>
            </a:r>
            <a:r>
              <a:rPr dirty="0"/>
              <a:t>Exchange</a:t>
            </a:r>
            <a:r>
              <a:rPr spc="-75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7" y="1958096"/>
            <a:ext cx="396239" cy="281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7" y="2567939"/>
            <a:ext cx="396239" cy="2819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7" y="4396992"/>
            <a:ext cx="396239" cy="2819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387" y="5006669"/>
            <a:ext cx="393192" cy="2822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9682" y="1004768"/>
            <a:ext cx="877252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directory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participants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consumers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right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000" spc="-10">
                <a:latin typeface="Times New Roman"/>
                <a:cs typeface="Times New Roman"/>
              </a:rPr>
              <a:t>o</a:t>
            </a:r>
            <a:r>
              <a:rPr sz="2000" spc="-10">
                <a:latin typeface="Times New Roman"/>
                <a:cs typeface="Times New Roman"/>
              </a:rPr>
              <a:t>ffers</a:t>
            </a:r>
            <a:endParaRPr lang="en-US" sz="2000">
              <a:latin typeface="Times New Roman"/>
              <a:cs typeface="Times New Roman"/>
            </a:endParaRPr>
          </a:p>
          <a:p>
            <a:pPr marL="363220" marR="5715" indent="-104139">
              <a:lnSpc>
                <a:spcPts val="4800"/>
              </a:lnSpc>
              <a:spcBef>
                <a:spcPts val="560"/>
              </a:spcBef>
              <a:tabLst>
                <a:tab pos="1374775" algn="l"/>
                <a:tab pos="2228850" algn="l"/>
                <a:tab pos="3143250" algn="l"/>
                <a:tab pos="3674745" algn="l"/>
                <a:tab pos="4712970" algn="l"/>
                <a:tab pos="6074410" algn="l"/>
                <a:tab pos="7254240" algn="l"/>
                <a:tab pos="7602855" algn="l"/>
              </a:tabLst>
            </a:pPr>
            <a:r>
              <a:rPr lang="en-US" sz="2000">
                <a:latin typeface="Times New Roman"/>
                <a:cs typeface="Times New Roman"/>
              </a:rPr>
              <a:t>Auctioneers</a:t>
            </a:r>
            <a:r>
              <a:rPr lang="en-US" sz="2000" spc="-5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periodically</a:t>
            </a:r>
            <a:r>
              <a:rPr lang="en-US" sz="2000" spc="-5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clear</a:t>
            </a:r>
            <a:r>
              <a:rPr lang="en-US" sz="2000" spc="-25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bids</a:t>
            </a:r>
            <a:r>
              <a:rPr lang="en-US" sz="2000" spc="-3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and</a:t>
            </a:r>
            <a:r>
              <a:rPr lang="en-US" sz="2000" spc="-1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asks</a:t>
            </a:r>
            <a:r>
              <a:rPr lang="en-US" sz="2000" spc="-2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received</a:t>
            </a:r>
            <a:r>
              <a:rPr lang="en-US" sz="2000" spc="-35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from</a:t>
            </a:r>
            <a:r>
              <a:rPr lang="en-US" sz="2000" spc="-5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market</a:t>
            </a:r>
            <a:r>
              <a:rPr lang="en-US" sz="2000" spc="-5">
                <a:latin typeface="Times New Roman"/>
                <a:cs typeface="Times New Roman"/>
              </a:rPr>
              <a:t> </a:t>
            </a:r>
            <a:r>
              <a:rPr lang="en-US" sz="2000" spc="-10">
                <a:latin typeface="Times New Roman"/>
                <a:cs typeface="Times New Roman"/>
              </a:rPr>
              <a:t>participants Banking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10">
                <a:latin typeface="Times New Roman"/>
                <a:cs typeface="Times New Roman"/>
              </a:rPr>
              <a:t>system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10">
                <a:latin typeface="Times New Roman"/>
                <a:cs typeface="Times New Roman"/>
              </a:rPr>
              <a:t>ensures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20">
                <a:latin typeface="Times New Roman"/>
                <a:cs typeface="Times New Roman"/>
              </a:rPr>
              <a:t>that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10">
                <a:latin typeface="Times New Roman"/>
                <a:cs typeface="Times New Roman"/>
              </a:rPr>
              <a:t>financial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10">
                <a:latin typeface="Times New Roman"/>
                <a:cs typeface="Times New Roman"/>
              </a:rPr>
              <a:t>transactions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10">
                <a:latin typeface="Times New Roman"/>
                <a:cs typeface="Times New Roman"/>
              </a:rPr>
              <a:t>pertaining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25">
                <a:latin typeface="Times New Roman"/>
                <a:cs typeface="Times New Roman"/>
              </a:rPr>
              <a:t>to</a:t>
            </a: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 spc="-10">
                <a:latin typeface="Times New Roman"/>
                <a:cs typeface="Times New Roman"/>
              </a:rPr>
              <a:t>agreements</a:t>
            </a:r>
            <a:endParaRPr lang="en-US" sz="2000">
              <a:latin typeface="Times New Roman"/>
              <a:cs typeface="Times New Roman"/>
            </a:endParaRPr>
          </a:p>
          <a:p>
            <a:pPr marL="12700">
              <a:lnSpc>
                <a:spcPts val="1839"/>
              </a:lnSpc>
            </a:pPr>
            <a:r>
              <a:rPr sz="2000">
                <a:latin typeface="Times New Roman"/>
                <a:cs typeface="Times New Roman"/>
              </a:rPr>
              <a:t>between</a:t>
            </a:r>
            <a:r>
              <a:rPr sz="2000" spc="-2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carried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out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44880" algn="l"/>
                <a:tab pos="1873250" algn="l"/>
                <a:tab pos="2848610" algn="l"/>
                <a:tab pos="4060825" algn="l"/>
                <a:tab pos="4554220" algn="l"/>
                <a:tab pos="6022340" algn="l"/>
                <a:tab pos="6856095" algn="l"/>
                <a:tab pos="7827009" algn="l"/>
              </a:tabLst>
            </a:pPr>
            <a:r>
              <a:rPr sz="2000" spc="-10" dirty="0">
                <a:latin typeface="Times New Roman"/>
                <a:cs typeface="Times New Roman"/>
              </a:rPr>
              <a:t>Brokers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mediate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between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consumers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providers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buying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capacity</a:t>
            </a:r>
            <a:r>
              <a:rPr sz="2000" dirty="0">
                <a:latin typeface="Times New Roman"/>
                <a:cs typeface="Times New Roman"/>
              </a:rPr>
              <a:t>	from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provider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sub-leasing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consumers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27305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maximum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utility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30162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Interacts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brokers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trade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 </a:t>
            </a:r>
            <a:r>
              <a:rPr sz="2000" dirty="0">
                <a:latin typeface="Times New Roman"/>
                <a:cs typeface="Times New Roman"/>
              </a:rPr>
              <a:t>shares.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Equipped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 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negotiation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conditions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 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decisions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82F7D5-5EAB-7381-89CD-E19EB10CDE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825" y="2872739"/>
            <a:ext cx="396240" cy="2819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825" y="3787088"/>
            <a:ext cx="393191" cy="2822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2123" y="1004768"/>
            <a:ext cx="876998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64615" algn="l"/>
                <a:tab pos="2272665" algn="l"/>
                <a:tab pos="2785110" algn="l"/>
                <a:tab pos="3890010" algn="l"/>
                <a:tab pos="4345940" algn="l"/>
                <a:tab pos="5127625" algn="l"/>
                <a:tab pos="5472430" algn="l"/>
                <a:tab pos="6080760" algn="l"/>
                <a:tab pos="7551420" algn="l"/>
                <a:tab pos="8063865" algn="l"/>
              </a:tabLst>
            </a:pPr>
            <a:r>
              <a:rPr sz="2000" spc="-10" dirty="0">
                <a:latin typeface="Times New Roman"/>
                <a:cs typeface="Times New Roman"/>
              </a:rPr>
              <a:t>Consumers,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brokers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providers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bound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their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requirements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related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compensations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46C09"/>
                </a:solidFill>
                <a:latin typeface="Times New Roman"/>
                <a:cs typeface="Times New Roman"/>
              </a:rPr>
              <a:t>SLAs</a:t>
            </a:r>
            <a:r>
              <a:rPr sz="2000" b="1" spc="-10" dirty="0">
                <a:solidFill>
                  <a:srgbClr val="E46C0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46C09"/>
                </a:solidFill>
                <a:latin typeface="Times New Roman"/>
                <a:cs typeface="Times New Roman"/>
              </a:rPr>
              <a:t>(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Service</a:t>
            </a:r>
            <a:r>
              <a:rPr sz="2000" b="1" u="heavy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Level</a:t>
            </a:r>
            <a:r>
              <a:rPr sz="2000" b="1" u="heavy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Agreements</a:t>
            </a:r>
            <a:r>
              <a:rPr sz="2000" b="1" u="none" spc="-10" dirty="0">
                <a:solidFill>
                  <a:srgbClr val="E46C09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Consumer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participates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utility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proxy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brokers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offering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890" indent="28956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SLAs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brokers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bind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latter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guaranteed resources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own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leased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provider’s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interfaces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80" dirty="0"/>
              <a:t> </a:t>
            </a:r>
            <a:r>
              <a:rPr dirty="0"/>
              <a:t>Exchange</a:t>
            </a:r>
            <a:r>
              <a:rPr spc="-75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F6E24-12CC-386A-14B3-71BEF92867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1725167"/>
            <a:ext cx="393801" cy="2819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" y="2944611"/>
            <a:ext cx="396849" cy="281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" y="5078858"/>
            <a:ext cx="396849" cy="2819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0200" y="1076955"/>
            <a:ext cx="863092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Providers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effective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planning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30353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equipped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price-</a:t>
            </a:r>
            <a:r>
              <a:rPr sz="2000" dirty="0">
                <a:latin typeface="Times New Roman"/>
                <a:cs typeface="Times New Roman"/>
              </a:rPr>
              <a:t>setting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mechanism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current </a:t>
            </a:r>
            <a:r>
              <a:rPr sz="2000" dirty="0">
                <a:latin typeface="Times New Roman"/>
                <a:cs typeface="Times New Roman"/>
              </a:rPr>
              <a:t>price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conditions,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utilization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890" indent="26797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Negotiation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proceeds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formed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participants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decide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break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off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admission-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mechanism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provider’s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selects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auctions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participate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brokers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negotiate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with,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initial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estimate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utility.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indent="40259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functionalities</a:t>
            </a:r>
            <a:r>
              <a:rPr sz="2000" spc="2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advance </a:t>
            </a:r>
            <a:r>
              <a:rPr sz="2000" dirty="0">
                <a:latin typeface="Times New Roman"/>
                <a:cs typeface="Times New Roman"/>
              </a:rPr>
              <a:t>reservations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guaranteed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provisioning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capacity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Cloud</a:t>
            </a:r>
            <a:r>
              <a:rPr sz="2800" spc="-80" dirty="0"/>
              <a:t> </a:t>
            </a:r>
            <a:r>
              <a:rPr sz="2800" dirty="0"/>
              <a:t>Exchange</a:t>
            </a:r>
            <a:r>
              <a:rPr sz="2800" spc="-75" dirty="0"/>
              <a:t> </a:t>
            </a:r>
            <a:r>
              <a:rPr sz="2800" spc="-10" dirty="0"/>
              <a:t>Components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B2734-0085-D6F4-ACEF-7ABD6AA22F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414" y="620511"/>
            <a:ext cx="8254365" cy="599440"/>
            <a:chOff x="454414" y="620511"/>
            <a:chExt cx="8254365" cy="599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48" y="625845"/>
              <a:ext cx="8243176" cy="5883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8691" y="1072896"/>
              <a:ext cx="143255" cy="890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6020" y="829421"/>
              <a:ext cx="139324" cy="2039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6833" y="828812"/>
              <a:ext cx="141600" cy="2048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3801" y="824087"/>
              <a:ext cx="157221" cy="2136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0680" y="824087"/>
              <a:ext cx="157331" cy="2136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2301" y="817107"/>
              <a:ext cx="136519" cy="866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20761" y="817107"/>
              <a:ext cx="111373" cy="11213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74516" y="768461"/>
              <a:ext cx="3239770" cy="331470"/>
            </a:xfrm>
            <a:custGeom>
              <a:avLst/>
              <a:gdLst/>
              <a:ahLst/>
              <a:cxnLst/>
              <a:rect l="l" t="t" r="r" b="b"/>
              <a:pathLst>
                <a:path w="3239770" h="331469">
                  <a:moveTo>
                    <a:pt x="3196964" y="0"/>
                  </a:moveTo>
                  <a:lnTo>
                    <a:pt x="3205224" y="0"/>
                  </a:lnTo>
                  <a:lnTo>
                    <a:pt x="3212082" y="396"/>
                  </a:lnTo>
                  <a:lnTo>
                    <a:pt x="3217416" y="1036"/>
                  </a:lnTo>
                  <a:lnTo>
                    <a:pt x="3222750" y="1676"/>
                  </a:lnTo>
                  <a:lnTo>
                    <a:pt x="3227079" y="2682"/>
                  </a:lnTo>
                  <a:lnTo>
                    <a:pt x="3230370" y="3962"/>
                  </a:lnTo>
                  <a:lnTo>
                    <a:pt x="3233540" y="5090"/>
                  </a:lnTo>
                  <a:lnTo>
                    <a:pt x="3235826" y="6614"/>
                  </a:lnTo>
                  <a:lnTo>
                    <a:pt x="3237228" y="8260"/>
                  </a:lnTo>
                  <a:lnTo>
                    <a:pt x="3238509" y="9905"/>
                  </a:lnTo>
                  <a:lnTo>
                    <a:pt x="3239149" y="11826"/>
                  </a:lnTo>
                  <a:lnTo>
                    <a:pt x="3239149" y="14112"/>
                  </a:lnTo>
                  <a:lnTo>
                    <a:pt x="3239149" y="312176"/>
                  </a:lnTo>
                  <a:lnTo>
                    <a:pt x="3239149" y="314340"/>
                  </a:lnTo>
                  <a:lnTo>
                    <a:pt x="3238509" y="316382"/>
                  </a:lnTo>
                  <a:lnTo>
                    <a:pt x="3205224" y="325526"/>
                  </a:lnTo>
                  <a:lnTo>
                    <a:pt x="3196964" y="325526"/>
                  </a:lnTo>
                  <a:lnTo>
                    <a:pt x="3188735" y="325526"/>
                  </a:lnTo>
                  <a:lnTo>
                    <a:pt x="3163711" y="322204"/>
                  </a:lnTo>
                  <a:lnTo>
                    <a:pt x="3160388" y="321076"/>
                  </a:lnTo>
                  <a:lnTo>
                    <a:pt x="3158102" y="319674"/>
                  </a:lnTo>
                  <a:lnTo>
                    <a:pt x="3156853" y="318028"/>
                  </a:lnTo>
                  <a:lnTo>
                    <a:pt x="3155451" y="316382"/>
                  </a:lnTo>
                  <a:lnTo>
                    <a:pt x="3154810" y="314340"/>
                  </a:lnTo>
                  <a:lnTo>
                    <a:pt x="3154810" y="312176"/>
                  </a:lnTo>
                  <a:lnTo>
                    <a:pt x="3154810" y="14112"/>
                  </a:lnTo>
                  <a:lnTo>
                    <a:pt x="3154810" y="11826"/>
                  </a:lnTo>
                  <a:lnTo>
                    <a:pt x="3155451" y="9905"/>
                  </a:lnTo>
                  <a:lnTo>
                    <a:pt x="3156853" y="8260"/>
                  </a:lnTo>
                  <a:lnTo>
                    <a:pt x="3158102" y="6614"/>
                  </a:lnTo>
                  <a:lnTo>
                    <a:pt x="3160388" y="5090"/>
                  </a:lnTo>
                  <a:lnTo>
                    <a:pt x="3163711" y="3962"/>
                  </a:lnTo>
                  <a:lnTo>
                    <a:pt x="3166881" y="2682"/>
                  </a:lnTo>
                  <a:lnTo>
                    <a:pt x="3171209" y="1676"/>
                  </a:lnTo>
                  <a:lnTo>
                    <a:pt x="3176543" y="1036"/>
                  </a:lnTo>
                  <a:lnTo>
                    <a:pt x="3181999" y="396"/>
                  </a:lnTo>
                  <a:lnTo>
                    <a:pt x="3188735" y="0"/>
                  </a:lnTo>
                  <a:lnTo>
                    <a:pt x="3196964" y="0"/>
                  </a:lnTo>
                  <a:close/>
                </a:path>
                <a:path w="3239770" h="331469">
                  <a:moveTo>
                    <a:pt x="2589925" y="0"/>
                  </a:moveTo>
                  <a:lnTo>
                    <a:pt x="2598185" y="0"/>
                  </a:lnTo>
                  <a:lnTo>
                    <a:pt x="2605043" y="274"/>
                  </a:lnTo>
                  <a:lnTo>
                    <a:pt x="2610377" y="914"/>
                  </a:lnTo>
                  <a:lnTo>
                    <a:pt x="2615711" y="1402"/>
                  </a:lnTo>
                  <a:lnTo>
                    <a:pt x="2620008" y="2285"/>
                  </a:lnTo>
                  <a:lnTo>
                    <a:pt x="2623331" y="3444"/>
                  </a:lnTo>
                  <a:lnTo>
                    <a:pt x="2626501" y="4450"/>
                  </a:lnTo>
                  <a:lnTo>
                    <a:pt x="2628787" y="5852"/>
                  </a:lnTo>
                  <a:lnTo>
                    <a:pt x="2630189" y="7619"/>
                  </a:lnTo>
                  <a:lnTo>
                    <a:pt x="2631438" y="9296"/>
                  </a:lnTo>
                  <a:lnTo>
                    <a:pt x="2632200" y="11186"/>
                  </a:lnTo>
                  <a:lnTo>
                    <a:pt x="2632200" y="13472"/>
                  </a:lnTo>
                  <a:lnTo>
                    <a:pt x="2632200" y="182270"/>
                  </a:lnTo>
                  <a:lnTo>
                    <a:pt x="2637169" y="226313"/>
                  </a:lnTo>
                  <a:lnTo>
                    <a:pt x="2644392" y="239267"/>
                  </a:lnTo>
                  <a:lnTo>
                    <a:pt x="2648477" y="245242"/>
                  </a:lnTo>
                  <a:lnTo>
                    <a:pt x="2653811" y="249814"/>
                  </a:lnTo>
                  <a:lnTo>
                    <a:pt x="2660151" y="252983"/>
                  </a:lnTo>
                  <a:lnTo>
                    <a:pt x="2666490" y="256306"/>
                  </a:lnTo>
                  <a:lnTo>
                    <a:pt x="2673867" y="257952"/>
                  </a:lnTo>
                  <a:lnTo>
                    <a:pt x="2682371" y="257952"/>
                  </a:lnTo>
                  <a:lnTo>
                    <a:pt x="2723006" y="239630"/>
                  </a:lnTo>
                  <a:lnTo>
                    <a:pt x="2749427" y="211988"/>
                  </a:lnTo>
                  <a:lnTo>
                    <a:pt x="2749427" y="13472"/>
                  </a:lnTo>
                  <a:lnTo>
                    <a:pt x="2749427" y="11186"/>
                  </a:lnTo>
                  <a:lnTo>
                    <a:pt x="2749945" y="9296"/>
                  </a:lnTo>
                  <a:lnTo>
                    <a:pt x="2751194" y="7619"/>
                  </a:lnTo>
                  <a:lnTo>
                    <a:pt x="2752475" y="5852"/>
                  </a:lnTo>
                  <a:lnTo>
                    <a:pt x="2754639" y="4450"/>
                  </a:lnTo>
                  <a:lnTo>
                    <a:pt x="2757930" y="3444"/>
                  </a:lnTo>
                  <a:lnTo>
                    <a:pt x="2761100" y="2285"/>
                  </a:lnTo>
                  <a:lnTo>
                    <a:pt x="2765429" y="1402"/>
                  </a:lnTo>
                  <a:lnTo>
                    <a:pt x="2770763" y="914"/>
                  </a:lnTo>
                  <a:lnTo>
                    <a:pt x="2776097" y="274"/>
                  </a:lnTo>
                  <a:lnTo>
                    <a:pt x="2782955" y="0"/>
                  </a:lnTo>
                  <a:lnTo>
                    <a:pt x="2791215" y="0"/>
                  </a:lnTo>
                  <a:lnTo>
                    <a:pt x="2799475" y="0"/>
                  </a:lnTo>
                  <a:lnTo>
                    <a:pt x="2806333" y="274"/>
                  </a:lnTo>
                  <a:lnTo>
                    <a:pt x="2811667" y="914"/>
                  </a:lnTo>
                  <a:lnTo>
                    <a:pt x="2817001" y="1402"/>
                  </a:lnTo>
                  <a:lnTo>
                    <a:pt x="2821298" y="2285"/>
                  </a:lnTo>
                  <a:lnTo>
                    <a:pt x="2824346" y="3444"/>
                  </a:lnTo>
                  <a:lnTo>
                    <a:pt x="2827547" y="4450"/>
                  </a:lnTo>
                  <a:lnTo>
                    <a:pt x="2829680" y="5852"/>
                  </a:lnTo>
                  <a:lnTo>
                    <a:pt x="2831082" y="7619"/>
                  </a:lnTo>
                  <a:lnTo>
                    <a:pt x="2832363" y="9296"/>
                  </a:lnTo>
                  <a:lnTo>
                    <a:pt x="2833125" y="11186"/>
                  </a:lnTo>
                  <a:lnTo>
                    <a:pt x="2833125" y="13472"/>
                  </a:lnTo>
                  <a:lnTo>
                    <a:pt x="2833125" y="312176"/>
                  </a:lnTo>
                  <a:lnTo>
                    <a:pt x="2833125" y="314340"/>
                  </a:lnTo>
                  <a:lnTo>
                    <a:pt x="2832485" y="316382"/>
                  </a:lnTo>
                  <a:lnTo>
                    <a:pt x="2831479" y="318028"/>
                  </a:lnTo>
                  <a:lnTo>
                    <a:pt x="2830320" y="319674"/>
                  </a:lnTo>
                  <a:lnTo>
                    <a:pt x="2828309" y="321076"/>
                  </a:lnTo>
                  <a:lnTo>
                    <a:pt x="2825505" y="322204"/>
                  </a:lnTo>
                  <a:lnTo>
                    <a:pt x="2822700" y="323362"/>
                  </a:lnTo>
                  <a:lnTo>
                    <a:pt x="2819012" y="324124"/>
                  </a:lnTo>
                  <a:lnTo>
                    <a:pt x="2814440" y="324764"/>
                  </a:lnTo>
                  <a:lnTo>
                    <a:pt x="2809868" y="325252"/>
                  </a:lnTo>
                  <a:lnTo>
                    <a:pt x="2804169" y="325526"/>
                  </a:lnTo>
                  <a:lnTo>
                    <a:pt x="2797311" y="325526"/>
                  </a:lnTo>
                  <a:lnTo>
                    <a:pt x="2789934" y="325526"/>
                  </a:lnTo>
                  <a:lnTo>
                    <a:pt x="2768477" y="322204"/>
                  </a:lnTo>
                  <a:lnTo>
                    <a:pt x="2765825" y="321076"/>
                  </a:lnTo>
                  <a:lnTo>
                    <a:pt x="2763905" y="319674"/>
                  </a:lnTo>
                  <a:lnTo>
                    <a:pt x="2762777" y="318028"/>
                  </a:lnTo>
                  <a:lnTo>
                    <a:pt x="2761619" y="316382"/>
                  </a:lnTo>
                  <a:lnTo>
                    <a:pt x="2761100" y="314340"/>
                  </a:lnTo>
                  <a:lnTo>
                    <a:pt x="2761100" y="312176"/>
                  </a:lnTo>
                  <a:lnTo>
                    <a:pt x="2761100" y="277642"/>
                  </a:lnTo>
                  <a:lnTo>
                    <a:pt x="2723433" y="310324"/>
                  </a:lnTo>
                  <a:lnTo>
                    <a:pt x="2684634" y="327892"/>
                  </a:lnTo>
                  <a:lnTo>
                    <a:pt x="2657621" y="331226"/>
                  </a:lnTo>
                  <a:lnTo>
                    <a:pt x="2642827" y="330606"/>
                  </a:lnTo>
                  <a:lnTo>
                    <a:pt x="2595941" y="315694"/>
                  </a:lnTo>
                  <a:lnTo>
                    <a:pt x="2566057" y="284674"/>
                  </a:lnTo>
                  <a:lnTo>
                    <a:pt x="2551184" y="241235"/>
                  </a:lnTo>
                  <a:lnTo>
                    <a:pt x="2548137" y="196230"/>
                  </a:lnTo>
                  <a:lnTo>
                    <a:pt x="2548137" y="13472"/>
                  </a:lnTo>
                  <a:lnTo>
                    <a:pt x="2548137" y="11186"/>
                  </a:lnTo>
                  <a:lnTo>
                    <a:pt x="2556641" y="3444"/>
                  </a:lnTo>
                  <a:lnTo>
                    <a:pt x="2559932" y="2285"/>
                  </a:lnTo>
                  <a:lnTo>
                    <a:pt x="2564261" y="1402"/>
                  </a:lnTo>
                  <a:lnTo>
                    <a:pt x="2569716" y="914"/>
                  </a:lnTo>
                  <a:lnTo>
                    <a:pt x="2575172" y="274"/>
                  </a:lnTo>
                  <a:lnTo>
                    <a:pt x="2581908" y="0"/>
                  </a:lnTo>
                  <a:lnTo>
                    <a:pt x="2589925" y="0"/>
                  </a:lnTo>
                  <a:close/>
                </a:path>
                <a:path w="3239770" h="331469">
                  <a:moveTo>
                    <a:pt x="41791" y="0"/>
                  </a:moveTo>
                  <a:lnTo>
                    <a:pt x="50042" y="0"/>
                  </a:lnTo>
                  <a:lnTo>
                    <a:pt x="56900" y="274"/>
                  </a:lnTo>
                  <a:lnTo>
                    <a:pt x="62234" y="914"/>
                  </a:lnTo>
                  <a:lnTo>
                    <a:pt x="67568" y="1402"/>
                  </a:lnTo>
                  <a:lnTo>
                    <a:pt x="71890" y="2285"/>
                  </a:lnTo>
                  <a:lnTo>
                    <a:pt x="75188" y="3444"/>
                  </a:lnTo>
                  <a:lnTo>
                    <a:pt x="78367" y="4450"/>
                  </a:lnTo>
                  <a:lnTo>
                    <a:pt x="80653" y="5852"/>
                  </a:lnTo>
                  <a:lnTo>
                    <a:pt x="82046" y="7619"/>
                  </a:lnTo>
                  <a:lnTo>
                    <a:pt x="83320" y="9296"/>
                  </a:lnTo>
                  <a:lnTo>
                    <a:pt x="84082" y="11186"/>
                  </a:lnTo>
                  <a:lnTo>
                    <a:pt x="84082" y="13472"/>
                  </a:lnTo>
                  <a:lnTo>
                    <a:pt x="84082" y="182270"/>
                  </a:lnTo>
                  <a:lnTo>
                    <a:pt x="89035" y="226313"/>
                  </a:lnTo>
                  <a:lnTo>
                    <a:pt x="96274" y="239267"/>
                  </a:lnTo>
                  <a:lnTo>
                    <a:pt x="100334" y="245242"/>
                  </a:lnTo>
                  <a:lnTo>
                    <a:pt x="105668" y="249814"/>
                  </a:lnTo>
                  <a:lnTo>
                    <a:pt x="112013" y="252983"/>
                  </a:lnTo>
                  <a:lnTo>
                    <a:pt x="118372" y="256306"/>
                  </a:lnTo>
                  <a:lnTo>
                    <a:pt x="125729" y="257952"/>
                  </a:lnTo>
                  <a:lnTo>
                    <a:pt x="134243" y="257952"/>
                  </a:lnTo>
                  <a:lnTo>
                    <a:pt x="174868" y="239630"/>
                  </a:lnTo>
                  <a:lnTo>
                    <a:pt x="201299" y="211988"/>
                  </a:lnTo>
                  <a:lnTo>
                    <a:pt x="201299" y="13472"/>
                  </a:lnTo>
                  <a:lnTo>
                    <a:pt x="201299" y="11186"/>
                  </a:lnTo>
                  <a:lnTo>
                    <a:pt x="201811" y="9296"/>
                  </a:lnTo>
                  <a:lnTo>
                    <a:pt x="203072" y="7619"/>
                  </a:lnTo>
                  <a:lnTo>
                    <a:pt x="204347" y="5852"/>
                  </a:lnTo>
                  <a:lnTo>
                    <a:pt x="206501" y="4450"/>
                  </a:lnTo>
                  <a:lnTo>
                    <a:pt x="209812" y="3444"/>
                  </a:lnTo>
                  <a:lnTo>
                    <a:pt x="212978" y="2285"/>
                  </a:lnTo>
                  <a:lnTo>
                    <a:pt x="217301" y="1402"/>
                  </a:lnTo>
                  <a:lnTo>
                    <a:pt x="222635" y="914"/>
                  </a:lnTo>
                  <a:lnTo>
                    <a:pt x="227969" y="274"/>
                  </a:lnTo>
                  <a:lnTo>
                    <a:pt x="234827" y="0"/>
                  </a:lnTo>
                  <a:lnTo>
                    <a:pt x="243077" y="0"/>
                  </a:lnTo>
                  <a:lnTo>
                    <a:pt x="251341" y="0"/>
                  </a:lnTo>
                  <a:lnTo>
                    <a:pt x="258199" y="274"/>
                  </a:lnTo>
                  <a:lnTo>
                    <a:pt x="263533" y="914"/>
                  </a:lnTo>
                  <a:lnTo>
                    <a:pt x="268867" y="1402"/>
                  </a:lnTo>
                  <a:lnTo>
                    <a:pt x="273176" y="2285"/>
                  </a:lnTo>
                  <a:lnTo>
                    <a:pt x="276224" y="3444"/>
                  </a:lnTo>
                  <a:lnTo>
                    <a:pt x="279404" y="4450"/>
                  </a:lnTo>
                  <a:lnTo>
                    <a:pt x="281558" y="5852"/>
                  </a:lnTo>
                  <a:lnTo>
                    <a:pt x="282964" y="7619"/>
                  </a:lnTo>
                  <a:lnTo>
                    <a:pt x="284225" y="9296"/>
                  </a:lnTo>
                  <a:lnTo>
                    <a:pt x="284987" y="11186"/>
                  </a:lnTo>
                  <a:lnTo>
                    <a:pt x="284987" y="13472"/>
                  </a:lnTo>
                  <a:lnTo>
                    <a:pt x="284987" y="312176"/>
                  </a:lnTo>
                  <a:lnTo>
                    <a:pt x="284987" y="314340"/>
                  </a:lnTo>
                  <a:lnTo>
                    <a:pt x="284357" y="316382"/>
                  </a:lnTo>
                  <a:lnTo>
                    <a:pt x="283345" y="318028"/>
                  </a:lnTo>
                  <a:lnTo>
                    <a:pt x="282202" y="319674"/>
                  </a:lnTo>
                  <a:lnTo>
                    <a:pt x="280166" y="321076"/>
                  </a:lnTo>
                  <a:lnTo>
                    <a:pt x="277367" y="322204"/>
                  </a:lnTo>
                  <a:lnTo>
                    <a:pt x="274582" y="323362"/>
                  </a:lnTo>
                  <a:lnTo>
                    <a:pt x="270890" y="324124"/>
                  </a:lnTo>
                  <a:lnTo>
                    <a:pt x="266318" y="324764"/>
                  </a:lnTo>
                  <a:lnTo>
                    <a:pt x="261746" y="325252"/>
                  </a:lnTo>
                  <a:lnTo>
                    <a:pt x="256031" y="325526"/>
                  </a:lnTo>
                  <a:lnTo>
                    <a:pt x="249173" y="325526"/>
                  </a:lnTo>
                  <a:lnTo>
                    <a:pt x="241816" y="325526"/>
                  </a:lnTo>
                  <a:lnTo>
                    <a:pt x="220349" y="322204"/>
                  </a:lnTo>
                  <a:lnTo>
                    <a:pt x="217682" y="321076"/>
                  </a:lnTo>
                  <a:lnTo>
                    <a:pt x="215777" y="319674"/>
                  </a:lnTo>
                  <a:lnTo>
                    <a:pt x="214634" y="318028"/>
                  </a:lnTo>
                  <a:lnTo>
                    <a:pt x="213491" y="316382"/>
                  </a:lnTo>
                  <a:lnTo>
                    <a:pt x="212978" y="314340"/>
                  </a:lnTo>
                  <a:lnTo>
                    <a:pt x="212978" y="312176"/>
                  </a:lnTo>
                  <a:lnTo>
                    <a:pt x="212978" y="277642"/>
                  </a:lnTo>
                  <a:lnTo>
                    <a:pt x="175302" y="310324"/>
                  </a:lnTo>
                  <a:lnTo>
                    <a:pt x="136496" y="327892"/>
                  </a:lnTo>
                  <a:lnTo>
                    <a:pt x="109478" y="331226"/>
                  </a:lnTo>
                  <a:lnTo>
                    <a:pt x="94686" y="330606"/>
                  </a:lnTo>
                  <a:lnTo>
                    <a:pt x="47811" y="315694"/>
                  </a:lnTo>
                  <a:lnTo>
                    <a:pt x="17932" y="284674"/>
                  </a:lnTo>
                  <a:lnTo>
                    <a:pt x="3059" y="241235"/>
                  </a:lnTo>
                  <a:lnTo>
                    <a:pt x="0" y="196230"/>
                  </a:lnTo>
                  <a:lnTo>
                    <a:pt x="0" y="13472"/>
                  </a:lnTo>
                  <a:lnTo>
                    <a:pt x="0" y="11186"/>
                  </a:lnTo>
                  <a:lnTo>
                    <a:pt x="8513" y="3444"/>
                  </a:lnTo>
                  <a:lnTo>
                    <a:pt x="11810" y="2285"/>
                  </a:lnTo>
                  <a:lnTo>
                    <a:pt x="16133" y="1402"/>
                  </a:lnTo>
                  <a:lnTo>
                    <a:pt x="21598" y="914"/>
                  </a:lnTo>
                  <a:lnTo>
                    <a:pt x="27050" y="274"/>
                  </a:lnTo>
                  <a:lnTo>
                    <a:pt x="33790" y="0"/>
                  </a:lnTo>
                  <a:lnTo>
                    <a:pt x="41791" y="0"/>
                  </a:lnTo>
                  <a:close/>
                </a:path>
              </a:pathLst>
            </a:custGeom>
            <a:ln w="10667">
              <a:solidFill>
                <a:srgbClr val="4579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2949" y="620511"/>
              <a:ext cx="1535308" cy="59905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9748" y="651632"/>
              <a:ext cx="6654800" cy="562610"/>
            </a:xfrm>
            <a:custGeom>
              <a:avLst/>
              <a:gdLst/>
              <a:ahLst/>
              <a:cxnLst/>
              <a:rect l="l" t="t" r="r" b="b"/>
              <a:pathLst>
                <a:path w="6654800" h="562610">
                  <a:moveTo>
                    <a:pt x="4716914" y="112532"/>
                  </a:moveTo>
                  <a:lnTo>
                    <a:pt x="4760469" y="116829"/>
                  </a:lnTo>
                  <a:lnTo>
                    <a:pt x="4767815" y="118871"/>
                  </a:lnTo>
                  <a:lnTo>
                    <a:pt x="4862577" y="118871"/>
                  </a:lnTo>
                  <a:lnTo>
                    <a:pt x="4866387" y="118871"/>
                  </a:lnTo>
                  <a:lnTo>
                    <a:pt x="4869435" y="121279"/>
                  </a:lnTo>
                  <a:lnTo>
                    <a:pt x="4871721" y="126248"/>
                  </a:lnTo>
                  <a:lnTo>
                    <a:pt x="4874129" y="131185"/>
                  </a:lnTo>
                  <a:lnTo>
                    <a:pt x="4875257" y="139445"/>
                  </a:lnTo>
                  <a:lnTo>
                    <a:pt x="4875257" y="150997"/>
                  </a:lnTo>
                  <a:lnTo>
                    <a:pt x="4875257" y="161787"/>
                  </a:lnTo>
                  <a:lnTo>
                    <a:pt x="4874007" y="169682"/>
                  </a:lnTo>
                  <a:lnTo>
                    <a:pt x="4871600" y="174741"/>
                  </a:lnTo>
                  <a:lnTo>
                    <a:pt x="4869161" y="179953"/>
                  </a:lnTo>
                  <a:lnTo>
                    <a:pt x="4866113" y="182514"/>
                  </a:lnTo>
                  <a:lnTo>
                    <a:pt x="4862577" y="182514"/>
                  </a:lnTo>
                  <a:lnTo>
                    <a:pt x="4827404" y="182514"/>
                  </a:lnTo>
                  <a:lnTo>
                    <a:pt x="4832341" y="187848"/>
                  </a:lnTo>
                  <a:lnTo>
                    <a:pt x="4835786" y="193944"/>
                  </a:lnTo>
                  <a:lnTo>
                    <a:pt x="4837919" y="200802"/>
                  </a:lnTo>
                  <a:lnTo>
                    <a:pt x="4840083" y="207507"/>
                  </a:lnTo>
                  <a:lnTo>
                    <a:pt x="4841120" y="214640"/>
                  </a:lnTo>
                  <a:lnTo>
                    <a:pt x="4841120" y="221985"/>
                  </a:lnTo>
                  <a:lnTo>
                    <a:pt x="4832341" y="268345"/>
                  </a:lnTo>
                  <a:lnTo>
                    <a:pt x="4807439" y="302513"/>
                  </a:lnTo>
                  <a:lnTo>
                    <a:pt x="4768333" y="323606"/>
                  </a:lnTo>
                  <a:lnTo>
                    <a:pt x="4717157" y="330829"/>
                  </a:lnTo>
                  <a:lnTo>
                    <a:pt x="4710076" y="330616"/>
                  </a:lnTo>
                  <a:lnTo>
                    <a:pt x="4669670" y="319156"/>
                  </a:lnTo>
                  <a:lnTo>
                    <a:pt x="4666987" y="322082"/>
                  </a:lnTo>
                  <a:lnTo>
                    <a:pt x="4664579" y="325495"/>
                  </a:lnTo>
                  <a:lnTo>
                    <a:pt x="4662415" y="329580"/>
                  </a:lnTo>
                  <a:lnTo>
                    <a:pt x="4660373" y="333512"/>
                  </a:lnTo>
                  <a:lnTo>
                    <a:pt x="4659245" y="337962"/>
                  </a:lnTo>
                  <a:lnTo>
                    <a:pt x="4659245" y="342899"/>
                  </a:lnTo>
                  <a:lnTo>
                    <a:pt x="4659245" y="349392"/>
                  </a:lnTo>
                  <a:lnTo>
                    <a:pt x="4662171" y="354726"/>
                  </a:lnTo>
                  <a:lnTo>
                    <a:pt x="4667871" y="358780"/>
                  </a:lnTo>
                  <a:lnTo>
                    <a:pt x="4673480" y="362955"/>
                  </a:lnTo>
                  <a:lnTo>
                    <a:pt x="4681465" y="365241"/>
                  </a:lnTo>
                  <a:lnTo>
                    <a:pt x="4691768" y="365638"/>
                  </a:lnTo>
                  <a:lnTo>
                    <a:pt x="4764401" y="368289"/>
                  </a:lnTo>
                  <a:lnTo>
                    <a:pt x="4776802" y="369174"/>
                  </a:lnTo>
                  <a:lnTo>
                    <a:pt x="4819332" y="378970"/>
                  </a:lnTo>
                  <a:lnTo>
                    <a:pt x="4855243" y="405307"/>
                  </a:lnTo>
                  <a:lnTo>
                    <a:pt x="4870754" y="445995"/>
                  </a:lnTo>
                  <a:lnTo>
                    <a:pt x="4871203" y="455797"/>
                  </a:lnTo>
                  <a:lnTo>
                    <a:pt x="4870607" y="466693"/>
                  </a:lnTo>
                  <a:lnTo>
                    <a:pt x="4856074" y="506941"/>
                  </a:lnTo>
                  <a:lnTo>
                    <a:pt x="4822079" y="538285"/>
                  </a:lnTo>
                  <a:lnTo>
                    <a:pt x="4783695" y="554217"/>
                  </a:lnTo>
                  <a:lnTo>
                    <a:pt x="4734180" y="562078"/>
                  </a:lnTo>
                  <a:lnTo>
                    <a:pt x="4715237" y="562599"/>
                  </a:lnTo>
                  <a:lnTo>
                    <a:pt x="4696813" y="562221"/>
                  </a:lnTo>
                  <a:lnTo>
                    <a:pt x="4650101" y="556503"/>
                  </a:lnTo>
                  <a:lnTo>
                    <a:pt x="4605905" y="539739"/>
                  </a:lnTo>
                  <a:lnTo>
                    <a:pt x="4577332" y="506611"/>
                  </a:lnTo>
                  <a:lnTo>
                    <a:pt x="4572896" y="481583"/>
                  </a:lnTo>
                  <a:lnTo>
                    <a:pt x="4572896" y="474207"/>
                  </a:lnTo>
                  <a:lnTo>
                    <a:pt x="4587739" y="435101"/>
                  </a:lnTo>
                  <a:lnTo>
                    <a:pt x="4616055" y="407548"/>
                  </a:lnTo>
                  <a:lnTo>
                    <a:pt x="4609304" y="403375"/>
                  </a:lnTo>
                  <a:lnTo>
                    <a:pt x="4586450" y="365365"/>
                  </a:lnTo>
                  <a:lnTo>
                    <a:pt x="4585971" y="357621"/>
                  </a:lnTo>
                  <a:lnTo>
                    <a:pt x="4586541" y="347956"/>
                  </a:lnTo>
                  <a:lnTo>
                    <a:pt x="4605345" y="306167"/>
                  </a:lnTo>
                  <a:lnTo>
                    <a:pt x="4618463" y="292364"/>
                  </a:lnTo>
                  <a:lnTo>
                    <a:pt x="4612872" y="286180"/>
                  </a:lnTo>
                  <a:lnTo>
                    <a:pt x="4594437" y="245779"/>
                  </a:lnTo>
                  <a:lnTo>
                    <a:pt x="4592708" y="223387"/>
                  </a:lnTo>
                  <a:lnTo>
                    <a:pt x="4593279" y="210673"/>
                  </a:lnTo>
                  <a:lnTo>
                    <a:pt x="4606894" y="166761"/>
                  </a:lnTo>
                  <a:lnTo>
                    <a:pt x="4636091" y="135143"/>
                  </a:lnTo>
                  <a:lnTo>
                    <a:pt x="4678337" y="116762"/>
                  </a:lnTo>
                  <a:lnTo>
                    <a:pt x="4703483" y="113005"/>
                  </a:lnTo>
                  <a:lnTo>
                    <a:pt x="4716914" y="112532"/>
                  </a:lnTo>
                  <a:close/>
                </a:path>
                <a:path w="6654800" h="562610">
                  <a:moveTo>
                    <a:pt x="5847843" y="111495"/>
                  </a:moveTo>
                  <a:lnTo>
                    <a:pt x="5890637" y="117591"/>
                  </a:lnTo>
                  <a:lnTo>
                    <a:pt x="5898135" y="120274"/>
                  </a:lnTo>
                  <a:lnTo>
                    <a:pt x="5905633" y="122925"/>
                  </a:lnTo>
                  <a:lnTo>
                    <a:pt x="5912339" y="125851"/>
                  </a:lnTo>
                  <a:lnTo>
                    <a:pt x="5918313" y="129296"/>
                  </a:lnTo>
                  <a:lnTo>
                    <a:pt x="5924165" y="132587"/>
                  </a:lnTo>
                  <a:lnTo>
                    <a:pt x="5935961" y="144139"/>
                  </a:lnTo>
                  <a:lnTo>
                    <a:pt x="5936997" y="145785"/>
                  </a:lnTo>
                  <a:lnTo>
                    <a:pt x="5939649" y="160538"/>
                  </a:lnTo>
                  <a:lnTo>
                    <a:pt x="5940045" y="164470"/>
                  </a:lnTo>
                  <a:lnTo>
                    <a:pt x="5940167" y="169163"/>
                  </a:lnTo>
                  <a:lnTo>
                    <a:pt x="5940167" y="174741"/>
                  </a:lnTo>
                  <a:lnTo>
                    <a:pt x="5931663" y="209946"/>
                  </a:lnTo>
                  <a:lnTo>
                    <a:pt x="5928097" y="209946"/>
                  </a:lnTo>
                  <a:lnTo>
                    <a:pt x="5924287" y="209946"/>
                  </a:lnTo>
                  <a:lnTo>
                    <a:pt x="5920355" y="208422"/>
                  </a:lnTo>
                  <a:lnTo>
                    <a:pt x="5916027" y="205221"/>
                  </a:lnTo>
                  <a:lnTo>
                    <a:pt x="5911851" y="202173"/>
                  </a:lnTo>
                  <a:lnTo>
                    <a:pt x="5906761" y="198638"/>
                  </a:lnTo>
                  <a:lnTo>
                    <a:pt x="5901061" y="194950"/>
                  </a:lnTo>
                  <a:lnTo>
                    <a:pt x="5895209" y="191140"/>
                  </a:lnTo>
                  <a:lnTo>
                    <a:pt x="5851531" y="179831"/>
                  </a:lnTo>
                  <a:lnTo>
                    <a:pt x="5836027" y="181405"/>
                  </a:lnTo>
                  <a:lnTo>
                    <a:pt x="5801239" y="205099"/>
                  </a:lnTo>
                  <a:lnTo>
                    <a:pt x="5784926" y="256299"/>
                  </a:lnTo>
                  <a:lnTo>
                    <a:pt x="5783835" y="279288"/>
                  </a:lnTo>
                  <a:lnTo>
                    <a:pt x="5784100" y="291002"/>
                  </a:lnTo>
                  <a:lnTo>
                    <a:pt x="5790590" y="330661"/>
                  </a:lnTo>
                  <a:lnTo>
                    <a:pt x="5810715" y="363481"/>
                  </a:lnTo>
                  <a:lnTo>
                    <a:pt x="5852415" y="377433"/>
                  </a:lnTo>
                  <a:lnTo>
                    <a:pt x="5860860" y="377104"/>
                  </a:lnTo>
                  <a:lnTo>
                    <a:pt x="5898135" y="364876"/>
                  </a:lnTo>
                  <a:lnTo>
                    <a:pt x="5920111" y="349117"/>
                  </a:lnTo>
                  <a:lnTo>
                    <a:pt x="5924287" y="345704"/>
                  </a:lnTo>
                  <a:lnTo>
                    <a:pt x="5927975" y="343905"/>
                  </a:lnTo>
                  <a:lnTo>
                    <a:pt x="5930779" y="343905"/>
                  </a:lnTo>
                  <a:lnTo>
                    <a:pt x="5932791" y="343905"/>
                  </a:lnTo>
                  <a:lnTo>
                    <a:pt x="5934437" y="344423"/>
                  </a:lnTo>
                  <a:lnTo>
                    <a:pt x="5935839" y="345582"/>
                  </a:lnTo>
                  <a:lnTo>
                    <a:pt x="5937241" y="346709"/>
                  </a:lnTo>
                  <a:lnTo>
                    <a:pt x="5938247" y="348752"/>
                  </a:lnTo>
                  <a:lnTo>
                    <a:pt x="5939009" y="351800"/>
                  </a:lnTo>
                  <a:lnTo>
                    <a:pt x="5939771" y="354848"/>
                  </a:lnTo>
                  <a:lnTo>
                    <a:pt x="5940411" y="358658"/>
                  </a:lnTo>
                  <a:lnTo>
                    <a:pt x="5940929" y="363352"/>
                  </a:lnTo>
                  <a:lnTo>
                    <a:pt x="5941295" y="368045"/>
                  </a:lnTo>
                  <a:lnTo>
                    <a:pt x="5941569" y="374020"/>
                  </a:lnTo>
                  <a:lnTo>
                    <a:pt x="5941569" y="381396"/>
                  </a:lnTo>
                  <a:lnTo>
                    <a:pt x="5941569" y="387217"/>
                  </a:lnTo>
                  <a:lnTo>
                    <a:pt x="5941447" y="392064"/>
                  </a:lnTo>
                  <a:lnTo>
                    <a:pt x="5941051" y="395996"/>
                  </a:lnTo>
                  <a:lnTo>
                    <a:pt x="5940685" y="399928"/>
                  </a:lnTo>
                  <a:lnTo>
                    <a:pt x="5940289" y="403219"/>
                  </a:lnTo>
                  <a:lnTo>
                    <a:pt x="5939649" y="405902"/>
                  </a:lnTo>
                  <a:lnTo>
                    <a:pt x="5939161" y="408553"/>
                  </a:lnTo>
                  <a:lnTo>
                    <a:pt x="5938521" y="410717"/>
                  </a:lnTo>
                  <a:lnTo>
                    <a:pt x="5937637" y="412363"/>
                  </a:lnTo>
                  <a:lnTo>
                    <a:pt x="5936875" y="414009"/>
                  </a:lnTo>
                  <a:lnTo>
                    <a:pt x="5904993" y="435101"/>
                  </a:lnTo>
                  <a:lnTo>
                    <a:pt x="5862371" y="446172"/>
                  </a:lnTo>
                  <a:lnTo>
                    <a:pt x="5839705" y="447690"/>
                  </a:lnTo>
                  <a:lnTo>
                    <a:pt x="5822965" y="447022"/>
                  </a:lnTo>
                  <a:lnTo>
                    <a:pt x="5778623" y="437022"/>
                  </a:lnTo>
                  <a:lnTo>
                    <a:pt x="5743489" y="415213"/>
                  </a:lnTo>
                  <a:lnTo>
                    <a:pt x="5718071" y="382142"/>
                  </a:lnTo>
                  <a:lnTo>
                    <a:pt x="5702599" y="338666"/>
                  </a:lnTo>
                  <a:lnTo>
                    <a:pt x="5697455" y="285384"/>
                  </a:lnTo>
                  <a:lnTo>
                    <a:pt x="5698149" y="263674"/>
                  </a:lnTo>
                  <a:lnTo>
                    <a:pt x="5703730" y="224896"/>
                  </a:lnTo>
                  <a:lnTo>
                    <a:pt x="5722094" y="177965"/>
                  </a:lnTo>
                  <a:lnTo>
                    <a:pt x="5750490" y="143677"/>
                  </a:lnTo>
                  <a:lnTo>
                    <a:pt x="5787523" y="121919"/>
                  </a:lnTo>
                  <a:lnTo>
                    <a:pt x="5831719" y="112143"/>
                  </a:lnTo>
                  <a:lnTo>
                    <a:pt x="5847843" y="111495"/>
                  </a:lnTo>
                  <a:close/>
                </a:path>
                <a:path w="6654800" h="562610">
                  <a:moveTo>
                    <a:pt x="6545073" y="111130"/>
                  </a:moveTo>
                  <a:lnTo>
                    <a:pt x="6585424" y="116852"/>
                  </a:lnTo>
                  <a:lnTo>
                    <a:pt x="6623381" y="140328"/>
                  </a:lnTo>
                  <a:lnTo>
                    <a:pt x="6645640" y="177687"/>
                  </a:lnTo>
                  <a:lnTo>
                    <a:pt x="6654320" y="228780"/>
                  </a:lnTo>
                  <a:lnTo>
                    <a:pt x="6654679" y="244480"/>
                  </a:lnTo>
                  <a:lnTo>
                    <a:pt x="6654679" y="429005"/>
                  </a:lnTo>
                  <a:lnTo>
                    <a:pt x="6654679" y="431170"/>
                  </a:lnTo>
                  <a:lnTo>
                    <a:pt x="6645901" y="439033"/>
                  </a:lnTo>
                  <a:lnTo>
                    <a:pt x="6642731" y="440192"/>
                  </a:lnTo>
                  <a:lnTo>
                    <a:pt x="6638525" y="440954"/>
                  </a:lnTo>
                  <a:lnTo>
                    <a:pt x="6632947" y="441594"/>
                  </a:lnTo>
                  <a:lnTo>
                    <a:pt x="6627491" y="442081"/>
                  </a:lnTo>
                  <a:lnTo>
                    <a:pt x="6620755" y="442356"/>
                  </a:lnTo>
                  <a:lnTo>
                    <a:pt x="6612769" y="442356"/>
                  </a:lnTo>
                  <a:lnTo>
                    <a:pt x="6604509" y="442356"/>
                  </a:lnTo>
                  <a:lnTo>
                    <a:pt x="6572627" y="434858"/>
                  </a:lnTo>
                  <a:lnTo>
                    <a:pt x="6571225" y="433212"/>
                  </a:lnTo>
                  <a:lnTo>
                    <a:pt x="6570585" y="431170"/>
                  </a:lnTo>
                  <a:lnTo>
                    <a:pt x="6570585" y="429005"/>
                  </a:lnTo>
                  <a:lnTo>
                    <a:pt x="6570585" y="258561"/>
                  </a:lnTo>
                  <a:lnTo>
                    <a:pt x="6565251" y="216164"/>
                  </a:lnTo>
                  <a:lnTo>
                    <a:pt x="6558149" y="203088"/>
                  </a:lnTo>
                  <a:lnTo>
                    <a:pt x="6554217" y="197236"/>
                  </a:lnTo>
                  <a:lnTo>
                    <a:pt x="6549005" y="192664"/>
                  </a:lnTo>
                  <a:lnTo>
                    <a:pt x="6542665" y="189372"/>
                  </a:lnTo>
                  <a:lnTo>
                    <a:pt x="6536173" y="186171"/>
                  </a:lnTo>
                  <a:lnTo>
                    <a:pt x="6528797" y="184525"/>
                  </a:lnTo>
                  <a:lnTo>
                    <a:pt x="6520293" y="184525"/>
                  </a:lnTo>
                  <a:lnTo>
                    <a:pt x="6479522" y="202777"/>
                  </a:lnTo>
                  <a:lnTo>
                    <a:pt x="6453633" y="230367"/>
                  </a:lnTo>
                  <a:lnTo>
                    <a:pt x="6453633" y="429005"/>
                  </a:lnTo>
                  <a:lnTo>
                    <a:pt x="6453633" y="431170"/>
                  </a:lnTo>
                  <a:lnTo>
                    <a:pt x="6419709" y="442356"/>
                  </a:lnTo>
                  <a:lnTo>
                    <a:pt x="6411449" y="442356"/>
                  </a:lnTo>
                  <a:lnTo>
                    <a:pt x="6403219" y="442356"/>
                  </a:lnTo>
                  <a:lnTo>
                    <a:pt x="6378195" y="439033"/>
                  </a:lnTo>
                  <a:lnTo>
                    <a:pt x="6374873" y="437906"/>
                  </a:lnTo>
                  <a:lnTo>
                    <a:pt x="6372587" y="436504"/>
                  </a:lnTo>
                  <a:lnTo>
                    <a:pt x="6371337" y="434858"/>
                  </a:lnTo>
                  <a:lnTo>
                    <a:pt x="6369935" y="433212"/>
                  </a:lnTo>
                  <a:lnTo>
                    <a:pt x="6369295" y="431170"/>
                  </a:lnTo>
                  <a:lnTo>
                    <a:pt x="6369295" y="429005"/>
                  </a:lnTo>
                  <a:lnTo>
                    <a:pt x="6369295" y="130301"/>
                  </a:lnTo>
                  <a:lnTo>
                    <a:pt x="6369295" y="128015"/>
                  </a:lnTo>
                  <a:lnTo>
                    <a:pt x="6369813" y="126126"/>
                  </a:lnTo>
                  <a:lnTo>
                    <a:pt x="6370941" y="124449"/>
                  </a:lnTo>
                  <a:lnTo>
                    <a:pt x="6372099" y="122681"/>
                  </a:lnTo>
                  <a:lnTo>
                    <a:pt x="6374111" y="121279"/>
                  </a:lnTo>
                  <a:lnTo>
                    <a:pt x="6377037" y="120274"/>
                  </a:lnTo>
                  <a:lnTo>
                    <a:pt x="6379963" y="119115"/>
                  </a:lnTo>
                  <a:lnTo>
                    <a:pt x="6383651" y="118231"/>
                  </a:lnTo>
                  <a:lnTo>
                    <a:pt x="6388223" y="117744"/>
                  </a:lnTo>
                  <a:lnTo>
                    <a:pt x="6392795" y="117104"/>
                  </a:lnTo>
                  <a:lnTo>
                    <a:pt x="6398495" y="116829"/>
                  </a:lnTo>
                  <a:lnTo>
                    <a:pt x="6405505" y="116829"/>
                  </a:lnTo>
                  <a:lnTo>
                    <a:pt x="6412607" y="116829"/>
                  </a:lnTo>
                  <a:lnTo>
                    <a:pt x="6418581" y="117104"/>
                  </a:lnTo>
                  <a:lnTo>
                    <a:pt x="6423275" y="117744"/>
                  </a:lnTo>
                  <a:lnTo>
                    <a:pt x="6427847" y="118231"/>
                  </a:lnTo>
                  <a:lnTo>
                    <a:pt x="6431535" y="119115"/>
                  </a:lnTo>
                  <a:lnTo>
                    <a:pt x="6434065" y="120274"/>
                  </a:lnTo>
                  <a:lnTo>
                    <a:pt x="6436595" y="121279"/>
                  </a:lnTo>
                  <a:lnTo>
                    <a:pt x="6438515" y="122681"/>
                  </a:lnTo>
                  <a:lnTo>
                    <a:pt x="6439643" y="124449"/>
                  </a:lnTo>
                  <a:lnTo>
                    <a:pt x="6440801" y="126126"/>
                  </a:lnTo>
                  <a:lnTo>
                    <a:pt x="6441319" y="128015"/>
                  </a:lnTo>
                  <a:lnTo>
                    <a:pt x="6441319" y="130301"/>
                  </a:lnTo>
                  <a:lnTo>
                    <a:pt x="6441319" y="164713"/>
                  </a:lnTo>
                  <a:lnTo>
                    <a:pt x="6478936" y="132112"/>
                  </a:lnTo>
                  <a:lnTo>
                    <a:pt x="6517820" y="114528"/>
                  </a:lnTo>
                  <a:lnTo>
                    <a:pt x="6531300" y="111983"/>
                  </a:lnTo>
                  <a:lnTo>
                    <a:pt x="6545073" y="111130"/>
                  </a:lnTo>
                  <a:close/>
                </a:path>
                <a:path w="6654800" h="562610">
                  <a:moveTo>
                    <a:pt x="5504547" y="111130"/>
                  </a:moveTo>
                  <a:lnTo>
                    <a:pt x="5554679" y="117340"/>
                  </a:lnTo>
                  <a:lnTo>
                    <a:pt x="5592874" y="135403"/>
                  </a:lnTo>
                  <a:lnTo>
                    <a:pt x="5620316" y="163158"/>
                  </a:lnTo>
                  <a:lnTo>
                    <a:pt x="5637409" y="199278"/>
                  </a:lnTo>
                  <a:lnTo>
                    <a:pt x="5645018" y="242067"/>
                  </a:lnTo>
                  <a:lnTo>
                    <a:pt x="5645517" y="257555"/>
                  </a:lnTo>
                  <a:lnTo>
                    <a:pt x="5645517" y="270906"/>
                  </a:lnTo>
                  <a:lnTo>
                    <a:pt x="5645517" y="281177"/>
                  </a:lnTo>
                  <a:lnTo>
                    <a:pt x="5643231" y="288797"/>
                  </a:lnTo>
                  <a:lnTo>
                    <a:pt x="5638659" y="293613"/>
                  </a:lnTo>
                  <a:lnTo>
                    <a:pt x="5634087" y="298582"/>
                  </a:lnTo>
                  <a:lnTo>
                    <a:pt x="5627747" y="300989"/>
                  </a:lnTo>
                  <a:lnTo>
                    <a:pt x="5619731" y="300989"/>
                  </a:lnTo>
                  <a:lnTo>
                    <a:pt x="5437887" y="300989"/>
                  </a:lnTo>
                  <a:lnTo>
                    <a:pt x="5445007" y="343188"/>
                  </a:lnTo>
                  <a:lnTo>
                    <a:pt x="5474818" y="375545"/>
                  </a:lnTo>
                  <a:lnTo>
                    <a:pt x="5519543" y="384444"/>
                  </a:lnTo>
                  <a:lnTo>
                    <a:pt x="5530253" y="384248"/>
                  </a:lnTo>
                  <a:lnTo>
                    <a:pt x="5574026" y="377913"/>
                  </a:lnTo>
                  <a:lnTo>
                    <a:pt x="5607691" y="367162"/>
                  </a:lnTo>
                  <a:lnTo>
                    <a:pt x="5613025" y="365119"/>
                  </a:lnTo>
                  <a:lnTo>
                    <a:pt x="5617323" y="363992"/>
                  </a:lnTo>
                  <a:lnTo>
                    <a:pt x="5620767" y="363992"/>
                  </a:lnTo>
                  <a:lnTo>
                    <a:pt x="5622657" y="363992"/>
                  </a:lnTo>
                  <a:lnTo>
                    <a:pt x="5629027" y="369326"/>
                  </a:lnTo>
                  <a:lnTo>
                    <a:pt x="5630033" y="371337"/>
                  </a:lnTo>
                  <a:lnTo>
                    <a:pt x="5630551" y="374263"/>
                  </a:lnTo>
                  <a:lnTo>
                    <a:pt x="5630917" y="377951"/>
                  </a:lnTo>
                  <a:lnTo>
                    <a:pt x="5631313" y="381640"/>
                  </a:lnTo>
                  <a:lnTo>
                    <a:pt x="5631435" y="386212"/>
                  </a:lnTo>
                  <a:lnTo>
                    <a:pt x="5631435" y="391789"/>
                  </a:lnTo>
                  <a:lnTo>
                    <a:pt x="5631435" y="396758"/>
                  </a:lnTo>
                  <a:lnTo>
                    <a:pt x="5631313" y="400933"/>
                  </a:lnTo>
                  <a:lnTo>
                    <a:pt x="5631039" y="404378"/>
                  </a:lnTo>
                  <a:lnTo>
                    <a:pt x="5630917" y="407791"/>
                  </a:lnTo>
                  <a:lnTo>
                    <a:pt x="5630551" y="410717"/>
                  </a:lnTo>
                  <a:lnTo>
                    <a:pt x="5630033" y="413247"/>
                  </a:lnTo>
                  <a:lnTo>
                    <a:pt x="5629637" y="415686"/>
                  </a:lnTo>
                  <a:lnTo>
                    <a:pt x="5595068" y="436609"/>
                  </a:lnTo>
                  <a:lnTo>
                    <a:pt x="5553437" y="445251"/>
                  </a:lnTo>
                  <a:lnTo>
                    <a:pt x="5511923" y="448055"/>
                  </a:lnTo>
                  <a:lnTo>
                    <a:pt x="5492559" y="447436"/>
                  </a:lnTo>
                  <a:lnTo>
                    <a:pt x="5442063" y="438028"/>
                  </a:lnTo>
                  <a:lnTo>
                    <a:pt x="5402677" y="417098"/>
                  </a:lnTo>
                  <a:lnTo>
                    <a:pt x="5374478" y="384425"/>
                  </a:lnTo>
                  <a:lnTo>
                    <a:pt x="5357728" y="339712"/>
                  </a:lnTo>
                  <a:lnTo>
                    <a:pt x="5352147" y="282945"/>
                  </a:lnTo>
                  <a:lnTo>
                    <a:pt x="5352794" y="263529"/>
                  </a:lnTo>
                  <a:lnTo>
                    <a:pt x="5362571" y="211073"/>
                  </a:lnTo>
                  <a:lnTo>
                    <a:pt x="5383351" y="168601"/>
                  </a:lnTo>
                  <a:lnTo>
                    <a:pt x="5414578" y="137224"/>
                  </a:lnTo>
                  <a:lnTo>
                    <a:pt x="5455290" y="117765"/>
                  </a:lnTo>
                  <a:lnTo>
                    <a:pt x="5487210" y="111867"/>
                  </a:lnTo>
                  <a:lnTo>
                    <a:pt x="5504547" y="111130"/>
                  </a:lnTo>
                  <a:close/>
                </a:path>
                <a:path w="6654800" h="562610">
                  <a:moveTo>
                    <a:pt x="4414521" y="111130"/>
                  </a:moveTo>
                  <a:lnTo>
                    <a:pt x="4454872" y="116852"/>
                  </a:lnTo>
                  <a:lnTo>
                    <a:pt x="4492829" y="140328"/>
                  </a:lnTo>
                  <a:lnTo>
                    <a:pt x="4515088" y="177687"/>
                  </a:lnTo>
                  <a:lnTo>
                    <a:pt x="4523768" y="228780"/>
                  </a:lnTo>
                  <a:lnTo>
                    <a:pt x="4524128" y="244480"/>
                  </a:lnTo>
                  <a:lnTo>
                    <a:pt x="4524128" y="429005"/>
                  </a:lnTo>
                  <a:lnTo>
                    <a:pt x="4524128" y="431170"/>
                  </a:lnTo>
                  <a:lnTo>
                    <a:pt x="4515349" y="439033"/>
                  </a:lnTo>
                  <a:lnTo>
                    <a:pt x="4512179" y="440192"/>
                  </a:lnTo>
                  <a:lnTo>
                    <a:pt x="4507973" y="440954"/>
                  </a:lnTo>
                  <a:lnTo>
                    <a:pt x="4502395" y="441594"/>
                  </a:lnTo>
                  <a:lnTo>
                    <a:pt x="4496939" y="442081"/>
                  </a:lnTo>
                  <a:lnTo>
                    <a:pt x="4490203" y="442356"/>
                  </a:lnTo>
                  <a:lnTo>
                    <a:pt x="4482218" y="442356"/>
                  </a:lnTo>
                  <a:lnTo>
                    <a:pt x="4473957" y="442356"/>
                  </a:lnTo>
                  <a:lnTo>
                    <a:pt x="4442075" y="434858"/>
                  </a:lnTo>
                  <a:lnTo>
                    <a:pt x="4440673" y="433212"/>
                  </a:lnTo>
                  <a:lnTo>
                    <a:pt x="4440033" y="431170"/>
                  </a:lnTo>
                  <a:lnTo>
                    <a:pt x="4440033" y="429005"/>
                  </a:lnTo>
                  <a:lnTo>
                    <a:pt x="4440033" y="258561"/>
                  </a:lnTo>
                  <a:lnTo>
                    <a:pt x="4434699" y="216164"/>
                  </a:lnTo>
                  <a:lnTo>
                    <a:pt x="4427597" y="203088"/>
                  </a:lnTo>
                  <a:lnTo>
                    <a:pt x="4423665" y="197236"/>
                  </a:lnTo>
                  <a:lnTo>
                    <a:pt x="4418453" y="192664"/>
                  </a:lnTo>
                  <a:lnTo>
                    <a:pt x="4412114" y="189372"/>
                  </a:lnTo>
                  <a:lnTo>
                    <a:pt x="4405621" y="186171"/>
                  </a:lnTo>
                  <a:lnTo>
                    <a:pt x="4398245" y="184525"/>
                  </a:lnTo>
                  <a:lnTo>
                    <a:pt x="4389741" y="184525"/>
                  </a:lnTo>
                  <a:lnTo>
                    <a:pt x="4348970" y="202777"/>
                  </a:lnTo>
                  <a:lnTo>
                    <a:pt x="4323081" y="230367"/>
                  </a:lnTo>
                  <a:lnTo>
                    <a:pt x="4323081" y="429005"/>
                  </a:lnTo>
                  <a:lnTo>
                    <a:pt x="4323081" y="431170"/>
                  </a:lnTo>
                  <a:lnTo>
                    <a:pt x="4289157" y="442356"/>
                  </a:lnTo>
                  <a:lnTo>
                    <a:pt x="4280897" y="442356"/>
                  </a:lnTo>
                  <a:lnTo>
                    <a:pt x="4272668" y="442356"/>
                  </a:lnTo>
                  <a:lnTo>
                    <a:pt x="4247643" y="439033"/>
                  </a:lnTo>
                  <a:lnTo>
                    <a:pt x="4244321" y="437906"/>
                  </a:lnTo>
                  <a:lnTo>
                    <a:pt x="4242035" y="436504"/>
                  </a:lnTo>
                  <a:lnTo>
                    <a:pt x="4240785" y="434858"/>
                  </a:lnTo>
                  <a:lnTo>
                    <a:pt x="4239383" y="433212"/>
                  </a:lnTo>
                  <a:lnTo>
                    <a:pt x="4238743" y="431170"/>
                  </a:lnTo>
                  <a:lnTo>
                    <a:pt x="4238743" y="429005"/>
                  </a:lnTo>
                  <a:lnTo>
                    <a:pt x="4238743" y="130301"/>
                  </a:lnTo>
                  <a:lnTo>
                    <a:pt x="4238743" y="128015"/>
                  </a:lnTo>
                  <a:lnTo>
                    <a:pt x="4239261" y="126126"/>
                  </a:lnTo>
                  <a:lnTo>
                    <a:pt x="4240389" y="124449"/>
                  </a:lnTo>
                  <a:lnTo>
                    <a:pt x="4241547" y="122681"/>
                  </a:lnTo>
                  <a:lnTo>
                    <a:pt x="4243559" y="121279"/>
                  </a:lnTo>
                  <a:lnTo>
                    <a:pt x="4246485" y="120274"/>
                  </a:lnTo>
                  <a:lnTo>
                    <a:pt x="4249411" y="119115"/>
                  </a:lnTo>
                  <a:lnTo>
                    <a:pt x="4253099" y="118231"/>
                  </a:lnTo>
                  <a:lnTo>
                    <a:pt x="4257671" y="117744"/>
                  </a:lnTo>
                  <a:lnTo>
                    <a:pt x="4262243" y="117104"/>
                  </a:lnTo>
                  <a:lnTo>
                    <a:pt x="4267943" y="116829"/>
                  </a:lnTo>
                  <a:lnTo>
                    <a:pt x="4274954" y="116829"/>
                  </a:lnTo>
                  <a:lnTo>
                    <a:pt x="4282055" y="116829"/>
                  </a:lnTo>
                  <a:lnTo>
                    <a:pt x="4288029" y="117104"/>
                  </a:lnTo>
                  <a:lnTo>
                    <a:pt x="4292723" y="117744"/>
                  </a:lnTo>
                  <a:lnTo>
                    <a:pt x="4297295" y="118231"/>
                  </a:lnTo>
                  <a:lnTo>
                    <a:pt x="4300983" y="119115"/>
                  </a:lnTo>
                  <a:lnTo>
                    <a:pt x="4303513" y="120274"/>
                  </a:lnTo>
                  <a:lnTo>
                    <a:pt x="4306043" y="121279"/>
                  </a:lnTo>
                  <a:lnTo>
                    <a:pt x="4307963" y="122681"/>
                  </a:lnTo>
                  <a:lnTo>
                    <a:pt x="4309091" y="124449"/>
                  </a:lnTo>
                  <a:lnTo>
                    <a:pt x="4310249" y="126126"/>
                  </a:lnTo>
                  <a:lnTo>
                    <a:pt x="4310768" y="128015"/>
                  </a:lnTo>
                  <a:lnTo>
                    <a:pt x="4310768" y="130301"/>
                  </a:lnTo>
                  <a:lnTo>
                    <a:pt x="4310768" y="164713"/>
                  </a:lnTo>
                  <a:lnTo>
                    <a:pt x="4348384" y="132112"/>
                  </a:lnTo>
                  <a:lnTo>
                    <a:pt x="4387269" y="114528"/>
                  </a:lnTo>
                  <a:lnTo>
                    <a:pt x="4400748" y="111983"/>
                  </a:lnTo>
                  <a:lnTo>
                    <a:pt x="4414521" y="111130"/>
                  </a:lnTo>
                  <a:close/>
                </a:path>
                <a:path w="6654800" h="562610">
                  <a:moveTo>
                    <a:pt x="3276459" y="111130"/>
                  </a:moveTo>
                  <a:lnTo>
                    <a:pt x="3320205" y="118420"/>
                  </a:lnTo>
                  <a:lnTo>
                    <a:pt x="3353303" y="139354"/>
                  </a:lnTo>
                  <a:lnTo>
                    <a:pt x="3376828" y="171078"/>
                  </a:lnTo>
                  <a:lnTo>
                    <a:pt x="3391277" y="211592"/>
                  </a:lnTo>
                  <a:lnTo>
                    <a:pt x="3397587" y="258590"/>
                  </a:lnTo>
                  <a:lnTo>
                    <a:pt x="3398013" y="275203"/>
                  </a:lnTo>
                  <a:lnTo>
                    <a:pt x="3397469" y="294689"/>
                  </a:lnTo>
                  <a:lnTo>
                    <a:pt x="3389510" y="347106"/>
                  </a:lnTo>
                  <a:lnTo>
                    <a:pt x="3372193" y="389685"/>
                  </a:lnTo>
                  <a:lnTo>
                    <a:pt x="3346079" y="421347"/>
                  </a:lnTo>
                  <a:lnTo>
                    <a:pt x="3310943" y="441253"/>
                  </a:lnTo>
                  <a:lnTo>
                    <a:pt x="3267711" y="448055"/>
                  </a:lnTo>
                  <a:lnTo>
                    <a:pt x="3259055" y="448055"/>
                  </a:lnTo>
                  <a:lnTo>
                    <a:pt x="3251069" y="447172"/>
                  </a:lnTo>
                  <a:lnTo>
                    <a:pt x="3243815" y="445526"/>
                  </a:lnTo>
                  <a:lnTo>
                    <a:pt x="3236469" y="443880"/>
                  </a:lnTo>
                  <a:lnTo>
                    <a:pt x="3202423" y="424952"/>
                  </a:lnTo>
                  <a:lnTo>
                    <a:pt x="3181605" y="406907"/>
                  </a:lnTo>
                  <a:lnTo>
                    <a:pt x="3181605" y="547512"/>
                  </a:lnTo>
                  <a:lnTo>
                    <a:pt x="3181605" y="549798"/>
                  </a:lnTo>
                  <a:lnTo>
                    <a:pt x="3180965" y="551687"/>
                  </a:lnTo>
                  <a:lnTo>
                    <a:pt x="3147681" y="561837"/>
                  </a:lnTo>
                  <a:lnTo>
                    <a:pt x="3139421" y="561837"/>
                  </a:lnTo>
                  <a:lnTo>
                    <a:pt x="3131192" y="561837"/>
                  </a:lnTo>
                  <a:lnTo>
                    <a:pt x="3106167" y="558027"/>
                  </a:lnTo>
                  <a:lnTo>
                    <a:pt x="3102845" y="556778"/>
                  </a:lnTo>
                  <a:lnTo>
                    <a:pt x="3100559" y="555376"/>
                  </a:lnTo>
                  <a:lnTo>
                    <a:pt x="3099309" y="553608"/>
                  </a:lnTo>
                  <a:lnTo>
                    <a:pt x="3097907" y="551687"/>
                  </a:lnTo>
                  <a:lnTo>
                    <a:pt x="3097267" y="549798"/>
                  </a:lnTo>
                  <a:lnTo>
                    <a:pt x="3097267" y="547512"/>
                  </a:lnTo>
                  <a:lnTo>
                    <a:pt x="3097267" y="130301"/>
                  </a:lnTo>
                  <a:lnTo>
                    <a:pt x="3097267" y="128015"/>
                  </a:lnTo>
                  <a:lnTo>
                    <a:pt x="3097785" y="126126"/>
                  </a:lnTo>
                  <a:lnTo>
                    <a:pt x="3098913" y="124449"/>
                  </a:lnTo>
                  <a:lnTo>
                    <a:pt x="3100071" y="122681"/>
                  </a:lnTo>
                  <a:lnTo>
                    <a:pt x="3101961" y="121279"/>
                  </a:lnTo>
                  <a:lnTo>
                    <a:pt x="3104765" y="120274"/>
                  </a:lnTo>
                  <a:lnTo>
                    <a:pt x="3107570" y="119115"/>
                  </a:lnTo>
                  <a:lnTo>
                    <a:pt x="3111227" y="118231"/>
                  </a:lnTo>
                  <a:lnTo>
                    <a:pt x="3115799" y="117744"/>
                  </a:lnTo>
                  <a:lnTo>
                    <a:pt x="3120371" y="117104"/>
                  </a:lnTo>
                  <a:lnTo>
                    <a:pt x="3126223" y="116829"/>
                  </a:lnTo>
                  <a:lnTo>
                    <a:pt x="3133081" y="116829"/>
                  </a:lnTo>
                  <a:lnTo>
                    <a:pt x="3139817" y="116829"/>
                  </a:lnTo>
                  <a:lnTo>
                    <a:pt x="3145395" y="117104"/>
                  </a:lnTo>
                  <a:lnTo>
                    <a:pt x="3149967" y="117744"/>
                  </a:lnTo>
                  <a:lnTo>
                    <a:pt x="3154539" y="118231"/>
                  </a:lnTo>
                  <a:lnTo>
                    <a:pt x="3158227" y="119115"/>
                  </a:lnTo>
                  <a:lnTo>
                    <a:pt x="3161031" y="120274"/>
                  </a:lnTo>
                  <a:lnTo>
                    <a:pt x="3163805" y="121279"/>
                  </a:lnTo>
                  <a:lnTo>
                    <a:pt x="3165847" y="122681"/>
                  </a:lnTo>
                  <a:lnTo>
                    <a:pt x="3166853" y="124449"/>
                  </a:lnTo>
                  <a:lnTo>
                    <a:pt x="3168011" y="126126"/>
                  </a:lnTo>
                  <a:lnTo>
                    <a:pt x="3168651" y="128015"/>
                  </a:lnTo>
                  <a:lnTo>
                    <a:pt x="3168651" y="130301"/>
                  </a:lnTo>
                  <a:lnTo>
                    <a:pt x="3168651" y="165475"/>
                  </a:lnTo>
                  <a:lnTo>
                    <a:pt x="3200496" y="136927"/>
                  </a:lnTo>
                  <a:lnTo>
                    <a:pt x="3239857" y="116404"/>
                  </a:lnTo>
                  <a:lnTo>
                    <a:pt x="3268670" y="111342"/>
                  </a:lnTo>
                  <a:lnTo>
                    <a:pt x="3276459" y="111130"/>
                  </a:lnTo>
                  <a:close/>
                </a:path>
                <a:path w="6654800" h="562610">
                  <a:moveTo>
                    <a:pt x="2712335" y="111130"/>
                  </a:moveTo>
                  <a:lnTo>
                    <a:pt x="2752616" y="117176"/>
                  </a:lnTo>
                  <a:lnTo>
                    <a:pt x="2787258" y="138517"/>
                  </a:lnTo>
                  <a:lnTo>
                    <a:pt x="2805665" y="165750"/>
                  </a:lnTo>
                  <a:lnTo>
                    <a:pt x="2812386" y="158835"/>
                  </a:lnTo>
                  <a:lnTo>
                    <a:pt x="2844817" y="131578"/>
                  </a:lnTo>
                  <a:lnTo>
                    <a:pt x="2882505" y="114299"/>
                  </a:lnTo>
                  <a:lnTo>
                    <a:pt x="2908169" y="111130"/>
                  </a:lnTo>
                  <a:lnTo>
                    <a:pt x="2922508" y="111768"/>
                  </a:lnTo>
                  <a:lnTo>
                    <a:pt x="2968156" y="126711"/>
                  </a:lnTo>
                  <a:lnTo>
                    <a:pt x="2997184" y="157491"/>
                  </a:lnTo>
                  <a:lnTo>
                    <a:pt x="3011616" y="200565"/>
                  </a:lnTo>
                  <a:lnTo>
                    <a:pt x="3014727" y="237743"/>
                  </a:lnTo>
                  <a:lnTo>
                    <a:pt x="3014727" y="429005"/>
                  </a:lnTo>
                  <a:lnTo>
                    <a:pt x="3014727" y="431170"/>
                  </a:lnTo>
                  <a:lnTo>
                    <a:pt x="3005949" y="439033"/>
                  </a:lnTo>
                  <a:lnTo>
                    <a:pt x="3002779" y="440192"/>
                  </a:lnTo>
                  <a:lnTo>
                    <a:pt x="2998604" y="440954"/>
                  </a:lnTo>
                  <a:lnTo>
                    <a:pt x="2993270" y="441594"/>
                  </a:lnTo>
                  <a:lnTo>
                    <a:pt x="2987936" y="442081"/>
                  </a:lnTo>
                  <a:lnTo>
                    <a:pt x="2981078" y="442356"/>
                  </a:lnTo>
                  <a:lnTo>
                    <a:pt x="2972817" y="442356"/>
                  </a:lnTo>
                  <a:lnTo>
                    <a:pt x="2964314" y="442356"/>
                  </a:lnTo>
                  <a:lnTo>
                    <a:pt x="2939168" y="439033"/>
                  </a:lnTo>
                  <a:lnTo>
                    <a:pt x="2935845" y="437906"/>
                  </a:lnTo>
                  <a:lnTo>
                    <a:pt x="2933681" y="436504"/>
                  </a:lnTo>
                  <a:lnTo>
                    <a:pt x="2932431" y="434858"/>
                  </a:lnTo>
                  <a:lnTo>
                    <a:pt x="2931273" y="433212"/>
                  </a:lnTo>
                  <a:lnTo>
                    <a:pt x="2930633" y="431170"/>
                  </a:lnTo>
                  <a:lnTo>
                    <a:pt x="2930633" y="429005"/>
                  </a:lnTo>
                  <a:lnTo>
                    <a:pt x="2930633" y="251856"/>
                  </a:lnTo>
                  <a:lnTo>
                    <a:pt x="2923013" y="209031"/>
                  </a:lnTo>
                  <a:lnTo>
                    <a:pt x="2891283" y="184525"/>
                  </a:lnTo>
                  <a:lnTo>
                    <a:pt x="2883023" y="184525"/>
                  </a:lnTo>
                  <a:lnTo>
                    <a:pt x="2844739" y="202777"/>
                  </a:lnTo>
                  <a:lnTo>
                    <a:pt x="2819137" y="230367"/>
                  </a:lnTo>
                  <a:lnTo>
                    <a:pt x="2819137" y="429005"/>
                  </a:lnTo>
                  <a:lnTo>
                    <a:pt x="2819137" y="431170"/>
                  </a:lnTo>
                  <a:lnTo>
                    <a:pt x="2785244" y="442356"/>
                  </a:lnTo>
                  <a:lnTo>
                    <a:pt x="2777227" y="442356"/>
                  </a:lnTo>
                  <a:lnTo>
                    <a:pt x="2768967" y="442356"/>
                  </a:lnTo>
                  <a:lnTo>
                    <a:pt x="2743943" y="439033"/>
                  </a:lnTo>
                  <a:lnTo>
                    <a:pt x="2740651" y="437906"/>
                  </a:lnTo>
                  <a:lnTo>
                    <a:pt x="2738365" y="436504"/>
                  </a:lnTo>
                  <a:lnTo>
                    <a:pt x="2737085" y="434858"/>
                  </a:lnTo>
                  <a:lnTo>
                    <a:pt x="2735714" y="433212"/>
                  </a:lnTo>
                  <a:lnTo>
                    <a:pt x="2735073" y="431170"/>
                  </a:lnTo>
                  <a:lnTo>
                    <a:pt x="2735073" y="429005"/>
                  </a:lnTo>
                  <a:lnTo>
                    <a:pt x="2735073" y="251856"/>
                  </a:lnTo>
                  <a:lnTo>
                    <a:pt x="2727453" y="209031"/>
                  </a:lnTo>
                  <a:lnTo>
                    <a:pt x="2695815" y="184525"/>
                  </a:lnTo>
                  <a:lnTo>
                    <a:pt x="2687829" y="184525"/>
                  </a:lnTo>
                  <a:lnTo>
                    <a:pt x="2649222" y="202777"/>
                  </a:lnTo>
                  <a:lnTo>
                    <a:pt x="2623821" y="230367"/>
                  </a:lnTo>
                  <a:lnTo>
                    <a:pt x="2623821" y="429005"/>
                  </a:lnTo>
                  <a:lnTo>
                    <a:pt x="2623821" y="431170"/>
                  </a:lnTo>
                  <a:lnTo>
                    <a:pt x="2589897" y="442356"/>
                  </a:lnTo>
                  <a:lnTo>
                    <a:pt x="2581643" y="442356"/>
                  </a:lnTo>
                  <a:lnTo>
                    <a:pt x="2573392" y="442356"/>
                  </a:lnTo>
                  <a:lnTo>
                    <a:pt x="2548377" y="439033"/>
                  </a:lnTo>
                  <a:lnTo>
                    <a:pt x="2545067" y="437906"/>
                  </a:lnTo>
                  <a:lnTo>
                    <a:pt x="2542781" y="436504"/>
                  </a:lnTo>
                  <a:lnTo>
                    <a:pt x="2541519" y="434858"/>
                  </a:lnTo>
                  <a:lnTo>
                    <a:pt x="2540114" y="433212"/>
                  </a:lnTo>
                  <a:lnTo>
                    <a:pt x="2539483" y="431170"/>
                  </a:lnTo>
                  <a:lnTo>
                    <a:pt x="2539483" y="429005"/>
                  </a:lnTo>
                  <a:lnTo>
                    <a:pt x="2539483" y="130301"/>
                  </a:lnTo>
                  <a:lnTo>
                    <a:pt x="2539483" y="128015"/>
                  </a:lnTo>
                  <a:lnTo>
                    <a:pt x="2539995" y="126126"/>
                  </a:lnTo>
                  <a:lnTo>
                    <a:pt x="2541138" y="124449"/>
                  </a:lnTo>
                  <a:lnTo>
                    <a:pt x="2542281" y="122681"/>
                  </a:lnTo>
                  <a:lnTo>
                    <a:pt x="2544305" y="121279"/>
                  </a:lnTo>
                  <a:lnTo>
                    <a:pt x="2547234" y="120274"/>
                  </a:lnTo>
                  <a:lnTo>
                    <a:pt x="2550151" y="119115"/>
                  </a:lnTo>
                  <a:lnTo>
                    <a:pt x="2553830" y="118231"/>
                  </a:lnTo>
                  <a:lnTo>
                    <a:pt x="2558402" y="117744"/>
                  </a:lnTo>
                  <a:lnTo>
                    <a:pt x="2562974" y="117104"/>
                  </a:lnTo>
                  <a:lnTo>
                    <a:pt x="2568689" y="116829"/>
                  </a:lnTo>
                  <a:lnTo>
                    <a:pt x="2575678" y="116829"/>
                  </a:lnTo>
                  <a:lnTo>
                    <a:pt x="2582786" y="116829"/>
                  </a:lnTo>
                  <a:lnTo>
                    <a:pt x="2588769" y="117104"/>
                  </a:lnTo>
                  <a:lnTo>
                    <a:pt x="2593463" y="117744"/>
                  </a:lnTo>
                  <a:lnTo>
                    <a:pt x="2598035" y="118231"/>
                  </a:lnTo>
                  <a:lnTo>
                    <a:pt x="2601723" y="119115"/>
                  </a:lnTo>
                  <a:lnTo>
                    <a:pt x="2604253" y="120274"/>
                  </a:lnTo>
                  <a:lnTo>
                    <a:pt x="2606783" y="121279"/>
                  </a:lnTo>
                  <a:lnTo>
                    <a:pt x="2608703" y="122681"/>
                  </a:lnTo>
                  <a:lnTo>
                    <a:pt x="2609831" y="124449"/>
                  </a:lnTo>
                  <a:lnTo>
                    <a:pt x="2610989" y="126126"/>
                  </a:lnTo>
                  <a:lnTo>
                    <a:pt x="2611508" y="128015"/>
                  </a:lnTo>
                  <a:lnTo>
                    <a:pt x="2611508" y="130301"/>
                  </a:lnTo>
                  <a:lnTo>
                    <a:pt x="2611508" y="164713"/>
                  </a:lnTo>
                  <a:lnTo>
                    <a:pt x="2648584" y="132112"/>
                  </a:lnTo>
                  <a:lnTo>
                    <a:pt x="2686039" y="114528"/>
                  </a:lnTo>
                  <a:lnTo>
                    <a:pt x="2699041" y="111983"/>
                  </a:lnTo>
                  <a:lnTo>
                    <a:pt x="2712335" y="111130"/>
                  </a:lnTo>
                  <a:close/>
                </a:path>
                <a:path w="6654800" h="562610">
                  <a:moveTo>
                    <a:pt x="2316348" y="111130"/>
                  </a:moveTo>
                  <a:lnTo>
                    <a:pt x="2370581" y="117289"/>
                  </a:lnTo>
                  <a:lnTo>
                    <a:pt x="2412896" y="135483"/>
                  </a:lnTo>
                  <a:lnTo>
                    <a:pt x="2443709" y="165221"/>
                  </a:lnTo>
                  <a:lnTo>
                    <a:pt x="2463414" y="205983"/>
                  </a:lnTo>
                  <a:lnTo>
                    <a:pt x="2472104" y="257247"/>
                  </a:lnTo>
                  <a:lnTo>
                    <a:pt x="2472677" y="276605"/>
                  </a:lnTo>
                  <a:lnTo>
                    <a:pt x="2472057" y="295245"/>
                  </a:lnTo>
                  <a:lnTo>
                    <a:pt x="2462652" y="346191"/>
                  </a:lnTo>
                  <a:lnTo>
                    <a:pt x="2441792" y="388608"/>
                  </a:lnTo>
                  <a:lnTo>
                    <a:pt x="2409196" y="420665"/>
                  </a:lnTo>
                  <a:lnTo>
                    <a:pt x="2364914" y="441047"/>
                  </a:lnTo>
                  <a:lnTo>
                    <a:pt x="2308978" y="448055"/>
                  </a:lnTo>
                  <a:lnTo>
                    <a:pt x="2289715" y="447364"/>
                  </a:lnTo>
                  <a:lnTo>
                    <a:pt x="2239636" y="437022"/>
                  </a:lnTo>
                  <a:lnTo>
                    <a:pt x="2201092" y="414806"/>
                  </a:lnTo>
                  <a:lnTo>
                    <a:pt x="2173847" y="381331"/>
                  </a:lnTo>
                  <a:lnTo>
                    <a:pt x="2157836" y="336972"/>
                  </a:lnTo>
                  <a:lnTo>
                    <a:pt x="2152637" y="282580"/>
                  </a:lnTo>
                  <a:lnTo>
                    <a:pt x="2153262" y="263938"/>
                  </a:lnTo>
                  <a:lnTo>
                    <a:pt x="2162805" y="212841"/>
                  </a:lnTo>
                  <a:lnTo>
                    <a:pt x="2183856" y="170455"/>
                  </a:lnTo>
                  <a:lnTo>
                    <a:pt x="2216458" y="138520"/>
                  </a:lnTo>
                  <a:lnTo>
                    <a:pt x="2260463" y="118138"/>
                  </a:lnTo>
                  <a:lnTo>
                    <a:pt x="2316348" y="111130"/>
                  </a:lnTo>
                  <a:close/>
                </a:path>
                <a:path w="6654800" h="562610">
                  <a:moveTo>
                    <a:pt x="693288" y="111130"/>
                  </a:moveTo>
                  <a:lnTo>
                    <a:pt x="747530" y="117289"/>
                  </a:lnTo>
                  <a:lnTo>
                    <a:pt x="789847" y="135483"/>
                  </a:lnTo>
                  <a:lnTo>
                    <a:pt x="820649" y="165221"/>
                  </a:lnTo>
                  <a:lnTo>
                    <a:pt x="840354" y="205983"/>
                  </a:lnTo>
                  <a:lnTo>
                    <a:pt x="849044" y="257247"/>
                  </a:lnTo>
                  <a:lnTo>
                    <a:pt x="849617" y="276605"/>
                  </a:lnTo>
                  <a:lnTo>
                    <a:pt x="848997" y="295245"/>
                  </a:lnTo>
                  <a:lnTo>
                    <a:pt x="839592" y="346191"/>
                  </a:lnTo>
                  <a:lnTo>
                    <a:pt x="818748" y="388608"/>
                  </a:lnTo>
                  <a:lnTo>
                    <a:pt x="786126" y="420665"/>
                  </a:lnTo>
                  <a:lnTo>
                    <a:pt x="741862" y="441047"/>
                  </a:lnTo>
                  <a:lnTo>
                    <a:pt x="685918" y="448055"/>
                  </a:lnTo>
                  <a:lnTo>
                    <a:pt x="666644" y="447364"/>
                  </a:lnTo>
                  <a:lnTo>
                    <a:pt x="616601" y="437022"/>
                  </a:lnTo>
                  <a:lnTo>
                    <a:pt x="578045" y="414806"/>
                  </a:lnTo>
                  <a:lnTo>
                    <a:pt x="550802" y="381331"/>
                  </a:lnTo>
                  <a:lnTo>
                    <a:pt x="534817" y="336972"/>
                  </a:lnTo>
                  <a:lnTo>
                    <a:pt x="529541" y="282580"/>
                  </a:lnTo>
                  <a:lnTo>
                    <a:pt x="530180" y="263938"/>
                  </a:lnTo>
                  <a:lnTo>
                    <a:pt x="539758" y="212841"/>
                  </a:lnTo>
                  <a:lnTo>
                    <a:pt x="560816" y="170455"/>
                  </a:lnTo>
                  <a:lnTo>
                    <a:pt x="593370" y="138520"/>
                  </a:lnTo>
                  <a:lnTo>
                    <a:pt x="637441" y="118138"/>
                  </a:lnTo>
                  <a:lnTo>
                    <a:pt x="693288" y="111130"/>
                  </a:lnTo>
                  <a:close/>
                </a:path>
                <a:path w="6654800" h="562610">
                  <a:moveTo>
                    <a:pt x="3888101" y="38221"/>
                  </a:moveTo>
                  <a:lnTo>
                    <a:pt x="3896361" y="38221"/>
                  </a:lnTo>
                  <a:lnTo>
                    <a:pt x="3903219" y="38496"/>
                  </a:lnTo>
                  <a:lnTo>
                    <a:pt x="3928244" y="46238"/>
                  </a:lnTo>
                  <a:lnTo>
                    <a:pt x="3929615" y="48005"/>
                  </a:lnTo>
                  <a:lnTo>
                    <a:pt x="3930255" y="50048"/>
                  </a:lnTo>
                  <a:lnTo>
                    <a:pt x="3930255" y="52212"/>
                  </a:lnTo>
                  <a:lnTo>
                    <a:pt x="3930255" y="118871"/>
                  </a:lnTo>
                  <a:lnTo>
                    <a:pt x="3995300" y="118871"/>
                  </a:lnTo>
                  <a:lnTo>
                    <a:pt x="3997433" y="118871"/>
                  </a:lnTo>
                  <a:lnTo>
                    <a:pt x="3999475" y="119390"/>
                  </a:lnTo>
                  <a:lnTo>
                    <a:pt x="4008619" y="146547"/>
                  </a:lnTo>
                  <a:lnTo>
                    <a:pt x="4008619" y="153040"/>
                  </a:lnTo>
                  <a:lnTo>
                    <a:pt x="3999872" y="187208"/>
                  </a:lnTo>
                  <a:lnTo>
                    <a:pt x="3995543" y="187208"/>
                  </a:lnTo>
                  <a:lnTo>
                    <a:pt x="3930255" y="187208"/>
                  </a:lnTo>
                  <a:lnTo>
                    <a:pt x="3930255" y="327538"/>
                  </a:lnTo>
                  <a:lnTo>
                    <a:pt x="3930736" y="338962"/>
                  </a:lnTo>
                  <a:lnTo>
                    <a:pt x="3948673" y="373368"/>
                  </a:lnTo>
                  <a:lnTo>
                    <a:pt x="3965429" y="376427"/>
                  </a:lnTo>
                  <a:lnTo>
                    <a:pt x="3969879" y="376427"/>
                  </a:lnTo>
                  <a:lnTo>
                    <a:pt x="3973964" y="376062"/>
                  </a:lnTo>
                  <a:lnTo>
                    <a:pt x="3977499" y="375147"/>
                  </a:lnTo>
                  <a:lnTo>
                    <a:pt x="3981065" y="374385"/>
                  </a:lnTo>
                  <a:lnTo>
                    <a:pt x="3995909" y="369051"/>
                  </a:lnTo>
                  <a:lnTo>
                    <a:pt x="3997707" y="368686"/>
                  </a:lnTo>
                  <a:lnTo>
                    <a:pt x="3999231" y="368686"/>
                  </a:lnTo>
                  <a:lnTo>
                    <a:pt x="4000634" y="368686"/>
                  </a:lnTo>
                  <a:lnTo>
                    <a:pt x="4001883" y="369051"/>
                  </a:lnTo>
                  <a:lnTo>
                    <a:pt x="4008619" y="393191"/>
                  </a:lnTo>
                  <a:lnTo>
                    <a:pt x="4008619" y="399531"/>
                  </a:lnTo>
                  <a:lnTo>
                    <a:pt x="4008619" y="409315"/>
                  </a:lnTo>
                  <a:lnTo>
                    <a:pt x="4001883" y="433212"/>
                  </a:lnTo>
                  <a:lnTo>
                    <a:pt x="3999993" y="435223"/>
                  </a:lnTo>
                  <a:lnTo>
                    <a:pt x="3996945" y="437144"/>
                  </a:lnTo>
                  <a:lnTo>
                    <a:pt x="3993135" y="438790"/>
                  </a:lnTo>
                  <a:lnTo>
                    <a:pt x="3989204" y="440557"/>
                  </a:lnTo>
                  <a:lnTo>
                    <a:pt x="3962259" y="446013"/>
                  </a:lnTo>
                  <a:lnTo>
                    <a:pt x="3956163" y="446653"/>
                  </a:lnTo>
                  <a:lnTo>
                    <a:pt x="3949945" y="447050"/>
                  </a:lnTo>
                  <a:lnTo>
                    <a:pt x="3943727" y="447050"/>
                  </a:lnTo>
                  <a:lnTo>
                    <a:pt x="3900171" y="440679"/>
                  </a:lnTo>
                  <a:lnTo>
                    <a:pt x="3864064" y="414062"/>
                  </a:lnTo>
                  <a:lnTo>
                    <a:pt x="3849393" y="377255"/>
                  </a:lnTo>
                  <a:lnTo>
                    <a:pt x="3846191" y="340248"/>
                  </a:lnTo>
                  <a:lnTo>
                    <a:pt x="3846191" y="187208"/>
                  </a:lnTo>
                  <a:lnTo>
                    <a:pt x="3810377" y="187208"/>
                  </a:lnTo>
                  <a:lnTo>
                    <a:pt x="3806171" y="187208"/>
                  </a:lnTo>
                  <a:lnTo>
                    <a:pt x="3802879" y="184525"/>
                  </a:lnTo>
                  <a:lnTo>
                    <a:pt x="3797301" y="153040"/>
                  </a:lnTo>
                  <a:lnTo>
                    <a:pt x="3797301" y="146547"/>
                  </a:lnTo>
                  <a:lnTo>
                    <a:pt x="3808457" y="118871"/>
                  </a:lnTo>
                  <a:lnTo>
                    <a:pt x="3810743" y="118871"/>
                  </a:lnTo>
                  <a:lnTo>
                    <a:pt x="3846191" y="118871"/>
                  </a:lnTo>
                  <a:lnTo>
                    <a:pt x="3846191" y="52212"/>
                  </a:lnTo>
                  <a:lnTo>
                    <a:pt x="3846191" y="50048"/>
                  </a:lnTo>
                  <a:lnTo>
                    <a:pt x="3846831" y="48005"/>
                  </a:lnTo>
                  <a:lnTo>
                    <a:pt x="3880085" y="38221"/>
                  </a:lnTo>
                  <a:lnTo>
                    <a:pt x="3888101" y="38221"/>
                  </a:lnTo>
                  <a:close/>
                </a:path>
                <a:path w="6654800" h="562610">
                  <a:moveTo>
                    <a:pt x="5063989" y="6979"/>
                  </a:moveTo>
                  <a:lnTo>
                    <a:pt x="5369429" y="6979"/>
                  </a:lnTo>
                  <a:lnTo>
                    <a:pt x="5371471" y="6979"/>
                  </a:lnTo>
                  <a:lnTo>
                    <a:pt x="5373239" y="7619"/>
                  </a:lnTo>
                  <a:lnTo>
                    <a:pt x="5374885" y="8900"/>
                  </a:lnTo>
                  <a:lnTo>
                    <a:pt x="5376653" y="10149"/>
                  </a:lnTo>
                  <a:lnTo>
                    <a:pt x="5378055" y="12070"/>
                  </a:lnTo>
                  <a:lnTo>
                    <a:pt x="5379091" y="14874"/>
                  </a:lnTo>
                  <a:lnTo>
                    <a:pt x="5380219" y="17647"/>
                  </a:lnTo>
                  <a:lnTo>
                    <a:pt x="5381103" y="21457"/>
                  </a:lnTo>
                  <a:lnTo>
                    <a:pt x="5381621" y="26151"/>
                  </a:lnTo>
                  <a:lnTo>
                    <a:pt x="5382261" y="30876"/>
                  </a:lnTo>
                  <a:lnTo>
                    <a:pt x="5382505" y="36454"/>
                  </a:lnTo>
                  <a:lnTo>
                    <a:pt x="5382505" y="43190"/>
                  </a:lnTo>
                  <a:lnTo>
                    <a:pt x="5382505" y="49651"/>
                  </a:lnTo>
                  <a:lnTo>
                    <a:pt x="5382261" y="55260"/>
                  </a:lnTo>
                  <a:lnTo>
                    <a:pt x="5381621" y="59832"/>
                  </a:lnTo>
                  <a:lnTo>
                    <a:pt x="5381103" y="64404"/>
                  </a:lnTo>
                  <a:lnTo>
                    <a:pt x="5380219" y="68061"/>
                  </a:lnTo>
                  <a:lnTo>
                    <a:pt x="5379091" y="70865"/>
                  </a:lnTo>
                  <a:lnTo>
                    <a:pt x="5378055" y="73670"/>
                  </a:lnTo>
                  <a:lnTo>
                    <a:pt x="5376653" y="75681"/>
                  </a:lnTo>
                  <a:lnTo>
                    <a:pt x="5374885" y="76961"/>
                  </a:lnTo>
                  <a:lnTo>
                    <a:pt x="5373239" y="78364"/>
                  </a:lnTo>
                  <a:lnTo>
                    <a:pt x="5371471" y="79004"/>
                  </a:lnTo>
                  <a:lnTo>
                    <a:pt x="5369429" y="79004"/>
                  </a:lnTo>
                  <a:lnTo>
                    <a:pt x="5260981" y="79004"/>
                  </a:lnTo>
                  <a:lnTo>
                    <a:pt x="5260981" y="428243"/>
                  </a:lnTo>
                  <a:lnTo>
                    <a:pt x="5260981" y="430529"/>
                  </a:lnTo>
                  <a:lnTo>
                    <a:pt x="5260219" y="432572"/>
                  </a:lnTo>
                  <a:lnTo>
                    <a:pt x="5237969" y="441319"/>
                  </a:lnTo>
                  <a:lnTo>
                    <a:pt x="5232269" y="442081"/>
                  </a:lnTo>
                  <a:lnTo>
                    <a:pt x="5225167" y="442356"/>
                  </a:lnTo>
                  <a:lnTo>
                    <a:pt x="5216785" y="442356"/>
                  </a:lnTo>
                  <a:lnTo>
                    <a:pt x="5208251" y="442356"/>
                  </a:lnTo>
                  <a:lnTo>
                    <a:pt x="5201149" y="442081"/>
                  </a:lnTo>
                  <a:lnTo>
                    <a:pt x="5195449" y="441319"/>
                  </a:lnTo>
                  <a:lnTo>
                    <a:pt x="5189719" y="440679"/>
                  </a:lnTo>
                  <a:lnTo>
                    <a:pt x="5174723" y="434339"/>
                  </a:lnTo>
                  <a:lnTo>
                    <a:pt x="5173199" y="432572"/>
                  </a:lnTo>
                  <a:lnTo>
                    <a:pt x="5172589" y="430529"/>
                  </a:lnTo>
                  <a:lnTo>
                    <a:pt x="5172589" y="428243"/>
                  </a:lnTo>
                  <a:lnTo>
                    <a:pt x="5172589" y="79004"/>
                  </a:lnTo>
                  <a:lnTo>
                    <a:pt x="5063989" y="79004"/>
                  </a:lnTo>
                  <a:lnTo>
                    <a:pt x="5061825" y="79004"/>
                  </a:lnTo>
                  <a:lnTo>
                    <a:pt x="5059935" y="78364"/>
                  </a:lnTo>
                  <a:lnTo>
                    <a:pt x="5058289" y="76961"/>
                  </a:lnTo>
                  <a:lnTo>
                    <a:pt x="5056765" y="75681"/>
                  </a:lnTo>
                  <a:lnTo>
                    <a:pt x="5055485" y="73670"/>
                  </a:lnTo>
                  <a:lnTo>
                    <a:pt x="5054327" y="70865"/>
                  </a:lnTo>
                  <a:lnTo>
                    <a:pt x="5053199" y="68061"/>
                  </a:lnTo>
                  <a:lnTo>
                    <a:pt x="5052315" y="64404"/>
                  </a:lnTo>
                  <a:lnTo>
                    <a:pt x="5051797" y="59832"/>
                  </a:lnTo>
                  <a:lnTo>
                    <a:pt x="5051279" y="55260"/>
                  </a:lnTo>
                  <a:lnTo>
                    <a:pt x="5050913" y="49651"/>
                  </a:lnTo>
                  <a:lnTo>
                    <a:pt x="5050913" y="43190"/>
                  </a:lnTo>
                  <a:lnTo>
                    <a:pt x="5050913" y="36454"/>
                  </a:lnTo>
                  <a:lnTo>
                    <a:pt x="5061825" y="6979"/>
                  </a:lnTo>
                  <a:lnTo>
                    <a:pt x="5063989" y="6979"/>
                  </a:lnTo>
                  <a:close/>
                </a:path>
                <a:path w="6654800" h="562610">
                  <a:moveTo>
                    <a:pt x="1993129" y="0"/>
                  </a:moveTo>
                  <a:lnTo>
                    <a:pt x="2036162" y="4675"/>
                  </a:lnTo>
                  <a:lnTo>
                    <a:pt x="2078685" y="19038"/>
                  </a:lnTo>
                  <a:lnTo>
                    <a:pt x="2100440" y="33009"/>
                  </a:lnTo>
                  <a:lnTo>
                    <a:pt x="2103488" y="35935"/>
                  </a:lnTo>
                  <a:lnTo>
                    <a:pt x="2109334" y="48249"/>
                  </a:lnTo>
                  <a:lnTo>
                    <a:pt x="2109965" y="51297"/>
                  </a:lnTo>
                  <a:lnTo>
                    <a:pt x="2110477" y="54985"/>
                  </a:lnTo>
                  <a:lnTo>
                    <a:pt x="2110858" y="59314"/>
                  </a:lnTo>
                  <a:lnTo>
                    <a:pt x="2111239" y="63489"/>
                  </a:lnTo>
                  <a:lnTo>
                    <a:pt x="2111370" y="68701"/>
                  </a:lnTo>
                  <a:lnTo>
                    <a:pt x="2111370" y="75072"/>
                  </a:lnTo>
                  <a:lnTo>
                    <a:pt x="2111370" y="81655"/>
                  </a:lnTo>
                  <a:lnTo>
                    <a:pt x="2108322" y="103510"/>
                  </a:lnTo>
                  <a:lnTo>
                    <a:pt x="2107179" y="106436"/>
                  </a:lnTo>
                  <a:lnTo>
                    <a:pt x="2105905" y="108447"/>
                  </a:lnTo>
                  <a:lnTo>
                    <a:pt x="2104381" y="109849"/>
                  </a:lnTo>
                  <a:lnTo>
                    <a:pt x="2102726" y="111130"/>
                  </a:lnTo>
                  <a:lnTo>
                    <a:pt x="2100952" y="111892"/>
                  </a:lnTo>
                  <a:lnTo>
                    <a:pt x="2098916" y="111892"/>
                  </a:lnTo>
                  <a:lnTo>
                    <a:pt x="2095618" y="111892"/>
                  </a:lnTo>
                  <a:lnTo>
                    <a:pt x="2091427" y="109849"/>
                  </a:lnTo>
                  <a:lnTo>
                    <a:pt x="2086224" y="106039"/>
                  </a:lnTo>
                  <a:lnTo>
                    <a:pt x="2081140" y="102107"/>
                  </a:lnTo>
                  <a:lnTo>
                    <a:pt x="2074413" y="97779"/>
                  </a:lnTo>
                  <a:lnTo>
                    <a:pt x="2037194" y="79888"/>
                  </a:lnTo>
                  <a:lnTo>
                    <a:pt x="1996808" y="74035"/>
                  </a:lnTo>
                  <a:lnTo>
                    <a:pt x="1984286" y="74685"/>
                  </a:lnTo>
                  <a:lnTo>
                    <a:pt x="1941050" y="90388"/>
                  </a:lnTo>
                  <a:lnTo>
                    <a:pt x="1909602" y="125003"/>
                  </a:lnTo>
                  <a:lnTo>
                    <a:pt x="1894700" y="162062"/>
                  </a:lnTo>
                  <a:lnTo>
                    <a:pt x="1887796" y="207680"/>
                  </a:lnTo>
                  <a:lnTo>
                    <a:pt x="1887342" y="224668"/>
                  </a:lnTo>
                  <a:lnTo>
                    <a:pt x="1887840" y="243142"/>
                  </a:lnTo>
                  <a:lnTo>
                    <a:pt x="1895212" y="290840"/>
                  </a:lnTo>
                  <a:lnTo>
                    <a:pt x="1910787" y="327256"/>
                  </a:lnTo>
                  <a:lnTo>
                    <a:pt x="1942838" y="358837"/>
                  </a:lnTo>
                  <a:lnTo>
                    <a:pt x="1986621" y="372172"/>
                  </a:lnTo>
                  <a:lnTo>
                    <a:pt x="1999225" y="372739"/>
                  </a:lnTo>
                  <a:lnTo>
                    <a:pt x="2010539" y="372387"/>
                  </a:lnTo>
                  <a:lnTo>
                    <a:pt x="2047929" y="364326"/>
                  </a:lnTo>
                  <a:lnTo>
                    <a:pt x="2083807" y="346466"/>
                  </a:lnTo>
                  <a:lnTo>
                    <a:pt x="2094344" y="339333"/>
                  </a:lnTo>
                  <a:lnTo>
                    <a:pt x="2098416" y="337565"/>
                  </a:lnTo>
                  <a:lnTo>
                    <a:pt x="2101333" y="337565"/>
                  </a:lnTo>
                  <a:lnTo>
                    <a:pt x="2103488" y="337565"/>
                  </a:lnTo>
                  <a:lnTo>
                    <a:pt x="2105274" y="337962"/>
                  </a:lnTo>
                  <a:lnTo>
                    <a:pt x="2106667" y="338846"/>
                  </a:lnTo>
                  <a:lnTo>
                    <a:pt x="2108060" y="339730"/>
                  </a:lnTo>
                  <a:lnTo>
                    <a:pt x="2109084" y="341497"/>
                  </a:lnTo>
                  <a:lnTo>
                    <a:pt x="2109965" y="344302"/>
                  </a:lnTo>
                  <a:lnTo>
                    <a:pt x="2110858" y="346953"/>
                  </a:lnTo>
                  <a:lnTo>
                    <a:pt x="2111620" y="350641"/>
                  </a:lnTo>
                  <a:lnTo>
                    <a:pt x="2112001" y="355488"/>
                  </a:lnTo>
                  <a:lnTo>
                    <a:pt x="2112513" y="360304"/>
                  </a:lnTo>
                  <a:lnTo>
                    <a:pt x="2112632" y="366643"/>
                  </a:lnTo>
                  <a:lnTo>
                    <a:pt x="2112632" y="374782"/>
                  </a:lnTo>
                  <a:lnTo>
                    <a:pt x="2112632" y="380237"/>
                  </a:lnTo>
                  <a:lnTo>
                    <a:pt x="2112513" y="385053"/>
                  </a:lnTo>
                  <a:lnTo>
                    <a:pt x="2112132" y="389016"/>
                  </a:lnTo>
                  <a:lnTo>
                    <a:pt x="2111870" y="392826"/>
                  </a:lnTo>
                  <a:lnTo>
                    <a:pt x="2111370" y="396239"/>
                  </a:lnTo>
                  <a:lnTo>
                    <a:pt x="2102607" y="413003"/>
                  </a:lnTo>
                  <a:lnTo>
                    <a:pt x="2100190" y="415686"/>
                  </a:lnTo>
                  <a:lnTo>
                    <a:pt x="2062602" y="434461"/>
                  </a:lnTo>
                  <a:lnTo>
                    <a:pt x="2017795" y="445332"/>
                  </a:lnTo>
                  <a:lnTo>
                    <a:pt x="1985378" y="447415"/>
                  </a:lnTo>
                  <a:lnTo>
                    <a:pt x="1963713" y="446558"/>
                  </a:lnTo>
                  <a:lnTo>
                    <a:pt x="1923569" y="439700"/>
                  </a:lnTo>
                  <a:lnTo>
                    <a:pt x="1887880" y="425986"/>
                  </a:lnTo>
                  <a:lnTo>
                    <a:pt x="1844158" y="392673"/>
                  </a:lnTo>
                  <a:lnTo>
                    <a:pt x="1813085" y="344042"/>
                  </a:lnTo>
                  <a:lnTo>
                    <a:pt x="1799771" y="303248"/>
                  </a:lnTo>
                  <a:lnTo>
                    <a:pt x="1793048" y="255678"/>
                  </a:lnTo>
                  <a:lnTo>
                    <a:pt x="1792211" y="229361"/>
                  </a:lnTo>
                  <a:lnTo>
                    <a:pt x="1793138" y="202528"/>
                  </a:lnTo>
                  <a:lnTo>
                    <a:pt x="1800519" y="153512"/>
                  </a:lnTo>
                  <a:lnTo>
                    <a:pt x="1815040" y="110740"/>
                  </a:lnTo>
                  <a:lnTo>
                    <a:pt x="1835651" y="74737"/>
                  </a:lnTo>
                  <a:lnTo>
                    <a:pt x="1862000" y="45614"/>
                  </a:lnTo>
                  <a:lnTo>
                    <a:pt x="1893763" y="23519"/>
                  </a:lnTo>
                  <a:lnTo>
                    <a:pt x="1930548" y="8525"/>
                  </a:lnTo>
                  <a:lnTo>
                    <a:pt x="1971317" y="952"/>
                  </a:lnTo>
                  <a:lnTo>
                    <a:pt x="1993129" y="0"/>
                  </a:lnTo>
                  <a:close/>
                </a:path>
                <a:path w="6654800" h="562610">
                  <a:moveTo>
                    <a:pt x="200918" y="0"/>
                  </a:moveTo>
                  <a:lnTo>
                    <a:pt x="243974" y="4675"/>
                  </a:lnTo>
                  <a:lnTo>
                    <a:pt x="286472" y="19038"/>
                  </a:lnTo>
                  <a:lnTo>
                    <a:pt x="308241" y="33009"/>
                  </a:lnTo>
                  <a:lnTo>
                    <a:pt x="311252" y="35935"/>
                  </a:lnTo>
                  <a:lnTo>
                    <a:pt x="317123" y="48249"/>
                  </a:lnTo>
                  <a:lnTo>
                    <a:pt x="317802" y="51297"/>
                  </a:lnTo>
                  <a:lnTo>
                    <a:pt x="318290" y="54985"/>
                  </a:lnTo>
                  <a:lnTo>
                    <a:pt x="318622" y="59314"/>
                  </a:lnTo>
                  <a:lnTo>
                    <a:pt x="318967" y="63489"/>
                  </a:lnTo>
                  <a:lnTo>
                    <a:pt x="319134" y="68701"/>
                  </a:lnTo>
                  <a:lnTo>
                    <a:pt x="319134" y="75072"/>
                  </a:lnTo>
                  <a:lnTo>
                    <a:pt x="319134" y="81655"/>
                  </a:lnTo>
                  <a:lnTo>
                    <a:pt x="318896" y="87386"/>
                  </a:lnTo>
                  <a:lnTo>
                    <a:pt x="318455" y="92080"/>
                  </a:lnTo>
                  <a:lnTo>
                    <a:pt x="318016" y="96773"/>
                  </a:lnTo>
                  <a:lnTo>
                    <a:pt x="317241" y="100583"/>
                  </a:lnTo>
                  <a:lnTo>
                    <a:pt x="316123" y="103510"/>
                  </a:lnTo>
                  <a:lnTo>
                    <a:pt x="315004" y="106436"/>
                  </a:lnTo>
                  <a:lnTo>
                    <a:pt x="313657" y="108447"/>
                  </a:lnTo>
                  <a:lnTo>
                    <a:pt x="312096" y="109849"/>
                  </a:lnTo>
                  <a:lnTo>
                    <a:pt x="310527" y="111130"/>
                  </a:lnTo>
                  <a:lnTo>
                    <a:pt x="308753" y="111892"/>
                  </a:lnTo>
                  <a:lnTo>
                    <a:pt x="306741" y="111892"/>
                  </a:lnTo>
                  <a:lnTo>
                    <a:pt x="303394" y="111892"/>
                  </a:lnTo>
                  <a:lnTo>
                    <a:pt x="299155" y="109849"/>
                  </a:lnTo>
                  <a:lnTo>
                    <a:pt x="294025" y="106039"/>
                  </a:lnTo>
                  <a:lnTo>
                    <a:pt x="288880" y="102107"/>
                  </a:lnTo>
                  <a:lnTo>
                    <a:pt x="282238" y="97779"/>
                  </a:lnTo>
                  <a:lnTo>
                    <a:pt x="244958" y="79888"/>
                  </a:lnTo>
                  <a:lnTo>
                    <a:pt x="204596" y="74035"/>
                  </a:lnTo>
                  <a:lnTo>
                    <a:pt x="192054" y="74685"/>
                  </a:lnTo>
                  <a:lnTo>
                    <a:pt x="148814" y="90388"/>
                  </a:lnTo>
                  <a:lnTo>
                    <a:pt x="117386" y="125003"/>
                  </a:lnTo>
                  <a:lnTo>
                    <a:pt x="102464" y="162062"/>
                  </a:lnTo>
                  <a:lnTo>
                    <a:pt x="95568" y="207680"/>
                  </a:lnTo>
                  <a:lnTo>
                    <a:pt x="95106" y="224668"/>
                  </a:lnTo>
                  <a:lnTo>
                    <a:pt x="95597" y="243142"/>
                  </a:lnTo>
                  <a:lnTo>
                    <a:pt x="102976" y="290840"/>
                  </a:lnTo>
                  <a:lnTo>
                    <a:pt x="118551" y="327256"/>
                  </a:lnTo>
                  <a:lnTo>
                    <a:pt x="150649" y="358837"/>
                  </a:lnTo>
                  <a:lnTo>
                    <a:pt x="194388" y="372172"/>
                  </a:lnTo>
                  <a:lnTo>
                    <a:pt x="206953" y="372739"/>
                  </a:lnTo>
                  <a:lnTo>
                    <a:pt x="218278" y="372387"/>
                  </a:lnTo>
                  <a:lnTo>
                    <a:pt x="255699" y="364326"/>
                  </a:lnTo>
                  <a:lnTo>
                    <a:pt x="291620" y="346466"/>
                  </a:lnTo>
                  <a:lnTo>
                    <a:pt x="302108" y="339333"/>
                  </a:lnTo>
                  <a:lnTo>
                    <a:pt x="306192" y="337565"/>
                  </a:lnTo>
                  <a:lnTo>
                    <a:pt x="309085" y="337565"/>
                  </a:lnTo>
                  <a:lnTo>
                    <a:pt x="311325" y="337565"/>
                  </a:lnTo>
                  <a:lnTo>
                    <a:pt x="313099" y="337962"/>
                  </a:lnTo>
                  <a:lnTo>
                    <a:pt x="314443" y="338846"/>
                  </a:lnTo>
                  <a:lnTo>
                    <a:pt x="315778" y="339730"/>
                  </a:lnTo>
                  <a:lnTo>
                    <a:pt x="316897" y="341497"/>
                  </a:lnTo>
                  <a:lnTo>
                    <a:pt x="317802" y="344302"/>
                  </a:lnTo>
                  <a:lnTo>
                    <a:pt x="318683" y="346953"/>
                  </a:lnTo>
                  <a:lnTo>
                    <a:pt x="319360" y="350641"/>
                  </a:lnTo>
                  <a:lnTo>
                    <a:pt x="319802" y="355488"/>
                  </a:lnTo>
                  <a:lnTo>
                    <a:pt x="320241" y="360304"/>
                  </a:lnTo>
                  <a:lnTo>
                    <a:pt x="320478" y="366643"/>
                  </a:lnTo>
                  <a:lnTo>
                    <a:pt x="320478" y="374782"/>
                  </a:lnTo>
                  <a:lnTo>
                    <a:pt x="320478" y="380237"/>
                  </a:lnTo>
                  <a:lnTo>
                    <a:pt x="318455" y="399044"/>
                  </a:lnTo>
                  <a:lnTo>
                    <a:pt x="317802" y="401817"/>
                  </a:lnTo>
                  <a:lnTo>
                    <a:pt x="316897" y="404256"/>
                  </a:lnTo>
                  <a:lnTo>
                    <a:pt x="315778" y="406145"/>
                  </a:lnTo>
                  <a:lnTo>
                    <a:pt x="314657" y="408188"/>
                  </a:lnTo>
                  <a:lnTo>
                    <a:pt x="312883" y="410474"/>
                  </a:lnTo>
                  <a:lnTo>
                    <a:pt x="310432" y="413003"/>
                  </a:lnTo>
                  <a:lnTo>
                    <a:pt x="307966" y="415686"/>
                  </a:lnTo>
                  <a:lnTo>
                    <a:pt x="270415" y="434461"/>
                  </a:lnTo>
                  <a:lnTo>
                    <a:pt x="225582" y="445332"/>
                  </a:lnTo>
                  <a:lnTo>
                    <a:pt x="193224" y="447415"/>
                  </a:lnTo>
                  <a:lnTo>
                    <a:pt x="171499" y="446558"/>
                  </a:lnTo>
                  <a:lnTo>
                    <a:pt x="131316" y="439700"/>
                  </a:lnTo>
                  <a:lnTo>
                    <a:pt x="95607" y="425986"/>
                  </a:lnTo>
                  <a:lnTo>
                    <a:pt x="51910" y="392673"/>
                  </a:lnTo>
                  <a:lnTo>
                    <a:pt x="20835" y="344042"/>
                  </a:lnTo>
                  <a:lnTo>
                    <a:pt x="7544" y="303248"/>
                  </a:lnTo>
                  <a:lnTo>
                    <a:pt x="839" y="255678"/>
                  </a:lnTo>
                  <a:lnTo>
                    <a:pt x="0" y="229361"/>
                  </a:lnTo>
                  <a:lnTo>
                    <a:pt x="921" y="202528"/>
                  </a:lnTo>
                  <a:lnTo>
                    <a:pt x="8292" y="153512"/>
                  </a:lnTo>
                  <a:lnTo>
                    <a:pt x="22839" y="110740"/>
                  </a:lnTo>
                  <a:lnTo>
                    <a:pt x="43430" y="74737"/>
                  </a:lnTo>
                  <a:lnTo>
                    <a:pt x="69816" y="45614"/>
                  </a:lnTo>
                  <a:lnTo>
                    <a:pt x="101547" y="23519"/>
                  </a:lnTo>
                  <a:lnTo>
                    <a:pt x="138357" y="8525"/>
                  </a:lnTo>
                  <a:lnTo>
                    <a:pt x="179125" y="952"/>
                  </a:lnTo>
                  <a:lnTo>
                    <a:pt x="200918" y="0"/>
                  </a:lnTo>
                  <a:close/>
                </a:path>
              </a:pathLst>
            </a:custGeom>
            <a:ln w="10667">
              <a:solidFill>
                <a:srgbClr val="4579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17654" y="631941"/>
              <a:ext cx="107807" cy="990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38199" y="625845"/>
              <a:ext cx="5909310" cy="474345"/>
            </a:xfrm>
            <a:custGeom>
              <a:avLst/>
              <a:gdLst/>
              <a:ahLst/>
              <a:cxnLst/>
              <a:rect l="l" t="t" r="r" b="b"/>
              <a:pathLst>
                <a:path w="5909309" h="474344">
                  <a:moveTo>
                    <a:pt x="1146678" y="1036"/>
                  </a:moveTo>
                  <a:lnTo>
                    <a:pt x="1154942" y="1036"/>
                  </a:lnTo>
                  <a:lnTo>
                    <a:pt x="1161800" y="1402"/>
                  </a:lnTo>
                  <a:lnTo>
                    <a:pt x="1167134" y="2042"/>
                  </a:lnTo>
                  <a:lnTo>
                    <a:pt x="1172468" y="2682"/>
                  </a:lnTo>
                  <a:lnTo>
                    <a:pt x="1188588" y="13228"/>
                  </a:lnTo>
                  <a:lnTo>
                    <a:pt x="1188588" y="15361"/>
                  </a:lnTo>
                  <a:lnTo>
                    <a:pt x="1188588" y="454792"/>
                  </a:lnTo>
                  <a:lnTo>
                    <a:pt x="1188588" y="457199"/>
                  </a:lnTo>
                  <a:lnTo>
                    <a:pt x="1187957" y="459242"/>
                  </a:lnTo>
                  <a:lnTo>
                    <a:pt x="1186946" y="460888"/>
                  </a:lnTo>
                  <a:lnTo>
                    <a:pt x="1185803" y="462655"/>
                  </a:lnTo>
                  <a:lnTo>
                    <a:pt x="1183898" y="464057"/>
                  </a:lnTo>
                  <a:lnTo>
                    <a:pt x="1181231" y="465094"/>
                  </a:lnTo>
                  <a:lnTo>
                    <a:pt x="1178564" y="466222"/>
                  </a:lnTo>
                  <a:lnTo>
                    <a:pt x="1174872" y="466984"/>
                  </a:lnTo>
                  <a:lnTo>
                    <a:pt x="1170300" y="467502"/>
                  </a:lnTo>
                  <a:lnTo>
                    <a:pt x="1165728" y="467867"/>
                  </a:lnTo>
                  <a:lnTo>
                    <a:pt x="1160144" y="468142"/>
                  </a:lnTo>
                  <a:lnTo>
                    <a:pt x="1153418" y="468142"/>
                  </a:lnTo>
                  <a:lnTo>
                    <a:pt x="1146297" y="468142"/>
                  </a:lnTo>
                  <a:lnTo>
                    <a:pt x="1125092" y="465094"/>
                  </a:lnTo>
                  <a:lnTo>
                    <a:pt x="1122294" y="464057"/>
                  </a:lnTo>
                  <a:lnTo>
                    <a:pt x="1120271" y="462655"/>
                  </a:lnTo>
                  <a:lnTo>
                    <a:pt x="1119128" y="460888"/>
                  </a:lnTo>
                  <a:lnTo>
                    <a:pt x="1117853" y="459242"/>
                  </a:lnTo>
                  <a:lnTo>
                    <a:pt x="1117223" y="457199"/>
                  </a:lnTo>
                  <a:lnTo>
                    <a:pt x="1117223" y="454792"/>
                  </a:lnTo>
                  <a:lnTo>
                    <a:pt x="1117223" y="421660"/>
                  </a:lnTo>
                  <a:lnTo>
                    <a:pt x="1081357" y="452577"/>
                  </a:lnTo>
                  <a:lnTo>
                    <a:pt x="1042146" y="470413"/>
                  </a:lnTo>
                  <a:lnTo>
                    <a:pt x="1012697" y="473842"/>
                  </a:lnTo>
                  <a:lnTo>
                    <a:pt x="996314" y="473010"/>
                  </a:lnTo>
                  <a:lnTo>
                    <a:pt x="955035" y="460644"/>
                  </a:lnTo>
                  <a:lnTo>
                    <a:pt x="924483" y="435603"/>
                  </a:lnTo>
                  <a:lnTo>
                    <a:pt x="903592" y="400621"/>
                  </a:lnTo>
                  <a:lnTo>
                    <a:pt x="891933" y="357330"/>
                  </a:lnTo>
                  <a:lnTo>
                    <a:pt x="888242" y="309371"/>
                  </a:lnTo>
                  <a:lnTo>
                    <a:pt x="888766" y="289963"/>
                  </a:lnTo>
                  <a:lnTo>
                    <a:pt x="896742" y="237743"/>
                  </a:lnTo>
                  <a:lnTo>
                    <a:pt x="913946" y="195335"/>
                  </a:lnTo>
                  <a:lnTo>
                    <a:pt x="940083" y="163669"/>
                  </a:lnTo>
                  <a:lnTo>
                    <a:pt x="975201" y="143718"/>
                  </a:lnTo>
                  <a:lnTo>
                    <a:pt x="1018793" y="136916"/>
                  </a:lnTo>
                  <a:lnTo>
                    <a:pt x="1031058" y="137556"/>
                  </a:lnTo>
                  <a:lnTo>
                    <a:pt x="1074506" y="152855"/>
                  </a:lnTo>
                  <a:lnTo>
                    <a:pt x="1104899" y="177180"/>
                  </a:lnTo>
                  <a:lnTo>
                    <a:pt x="1104899" y="15361"/>
                  </a:lnTo>
                  <a:lnTo>
                    <a:pt x="1104899" y="13228"/>
                  </a:lnTo>
                  <a:lnTo>
                    <a:pt x="1105412" y="11186"/>
                  </a:lnTo>
                  <a:lnTo>
                    <a:pt x="1106673" y="9418"/>
                  </a:lnTo>
                  <a:lnTo>
                    <a:pt x="1107947" y="7619"/>
                  </a:lnTo>
                  <a:lnTo>
                    <a:pt x="1126235" y="2042"/>
                  </a:lnTo>
                  <a:lnTo>
                    <a:pt x="1131569" y="1402"/>
                  </a:lnTo>
                  <a:lnTo>
                    <a:pt x="1138427" y="1036"/>
                  </a:lnTo>
                  <a:lnTo>
                    <a:pt x="1146678" y="1036"/>
                  </a:lnTo>
                  <a:close/>
                </a:path>
                <a:path w="5909309" h="474344">
                  <a:moveTo>
                    <a:pt x="5665713" y="0"/>
                  </a:moveTo>
                  <a:lnTo>
                    <a:pt x="5673973" y="0"/>
                  </a:lnTo>
                  <a:lnTo>
                    <a:pt x="5680831" y="396"/>
                  </a:lnTo>
                  <a:lnTo>
                    <a:pt x="5686165" y="1036"/>
                  </a:lnTo>
                  <a:lnTo>
                    <a:pt x="5691499" y="1645"/>
                  </a:lnTo>
                  <a:lnTo>
                    <a:pt x="5707898" y="12191"/>
                  </a:lnTo>
                  <a:lnTo>
                    <a:pt x="5707898" y="14356"/>
                  </a:lnTo>
                  <a:lnTo>
                    <a:pt x="5707898" y="179466"/>
                  </a:lnTo>
                  <a:lnTo>
                    <a:pt x="5741069" y="153457"/>
                  </a:lnTo>
                  <a:lnTo>
                    <a:pt x="5787253" y="137582"/>
                  </a:lnTo>
                  <a:lnTo>
                    <a:pt x="5799338" y="136916"/>
                  </a:lnTo>
                  <a:lnTo>
                    <a:pt x="5813973" y="137554"/>
                  </a:lnTo>
                  <a:lnTo>
                    <a:pt x="5860741" y="152500"/>
                  </a:lnTo>
                  <a:lnTo>
                    <a:pt x="5890578" y="183542"/>
                  </a:lnTo>
                  <a:lnTo>
                    <a:pt x="5905716" y="227393"/>
                  </a:lnTo>
                  <a:lnTo>
                    <a:pt x="5908944" y="271546"/>
                  </a:lnTo>
                  <a:lnTo>
                    <a:pt x="5908944" y="454792"/>
                  </a:lnTo>
                  <a:lnTo>
                    <a:pt x="5908944" y="456956"/>
                  </a:lnTo>
                  <a:lnTo>
                    <a:pt x="5900165" y="464819"/>
                  </a:lnTo>
                  <a:lnTo>
                    <a:pt x="5896995" y="465978"/>
                  </a:lnTo>
                  <a:lnTo>
                    <a:pt x="5892789" y="466740"/>
                  </a:lnTo>
                  <a:lnTo>
                    <a:pt x="5887211" y="467380"/>
                  </a:lnTo>
                  <a:lnTo>
                    <a:pt x="5881755" y="467867"/>
                  </a:lnTo>
                  <a:lnTo>
                    <a:pt x="5875019" y="468142"/>
                  </a:lnTo>
                  <a:lnTo>
                    <a:pt x="5867034" y="468142"/>
                  </a:lnTo>
                  <a:lnTo>
                    <a:pt x="5858774" y="468142"/>
                  </a:lnTo>
                  <a:lnTo>
                    <a:pt x="5826891" y="460644"/>
                  </a:lnTo>
                  <a:lnTo>
                    <a:pt x="5825489" y="458998"/>
                  </a:lnTo>
                  <a:lnTo>
                    <a:pt x="5824849" y="456956"/>
                  </a:lnTo>
                  <a:lnTo>
                    <a:pt x="5824849" y="454792"/>
                  </a:lnTo>
                  <a:lnTo>
                    <a:pt x="5824849" y="284347"/>
                  </a:lnTo>
                  <a:lnTo>
                    <a:pt x="5819515" y="241950"/>
                  </a:lnTo>
                  <a:lnTo>
                    <a:pt x="5812413" y="228874"/>
                  </a:lnTo>
                  <a:lnTo>
                    <a:pt x="5808482" y="223022"/>
                  </a:lnTo>
                  <a:lnTo>
                    <a:pt x="5803269" y="218450"/>
                  </a:lnTo>
                  <a:lnTo>
                    <a:pt x="5796930" y="215158"/>
                  </a:lnTo>
                  <a:lnTo>
                    <a:pt x="5790437" y="211957"/>
                  </a:lnTo>
                  <a:lnTo>
                    <a:pt x="5783061" y="210311"/>
                  </a:lnTo>
                  <a:lnTo>
                    <a:pt x="5774557" y="210311"/>
                  </a:lnTo>
                  <a:lnTo>
                    <a:pt x="5733786" y="228563"/>
                  </a:lnTo>
                  <a:lnTo>
                    <a:pt x="5707898" y="256153"/>
                  </a:lnTo>
                  <a:lnTo>
                    <a:pt x="5707898" y="454792"/>
                  </a:lnTo>
                  <a:lnTo>
                    <a:pt x="5707898" y="456956"/>
                  </a:lnTo>
                  <a:lnTo>
                    <a:pt x="5673973" y="468142"/>
                  </a:lnTo>
                  <a:lnTo>
                    <a:pt x="5665713" y="468142"/>
                  </a:lnTo>
                  <a:lnTo>
                    <a:pt x="5657484" y="468142"/>
                  </a:lnTo>
                  <a:lnTo>
                    <a:pt x="5632460" y="464819"/>
                  </a:lnTo>
                  <a:lnTo>
                    <a:pt x="5629137" y="463692"/>
                  </a:lnTo>
                  <a:lnTo>
                    <a:pt x="5626851" y="462290"/>
                  </a:lnTo>
                  <a:lnTo>
                    <a:pt x="5625602" y="460644"/>
                  </a:lnTo>
                  <a:lnTo>
                    <a:pt x="5624199" y="458998"/>
                  </a:lnTo>
                  <a:lnTo>
                    <a:pt x="5623559" y="456956"/>
                  </a:lnTo>
                  <a:lnTo>
                    <a:pt x="5623559" y="454792"/>
                  </a:lnTo>
                  <a:lnTo>
                    <a:pt x="5623559" y="14356"/>
                  </a:lnTo>
                  <a:lnTo>
                    <a:pt x="5623559" y="12191"/>
                  </a:lnTo>
                  <a:lnTo>
                    <a:pt x="5624199" y="10180"/>
                  </a:lnTo>
                  <a:lnTo>
                    <a:pt x="5625602" y="8381"/>
                  </a:lnTo>
                  <a:lnTo>
                    <a:pt x="5626851" y="6614"/>
                  </a:lnTo>
                  <a:lnTo>
                    <a:pt x="5645292" y="1036"/>
                  </a:lnTo>
                  <a:lnTo>
                    <a:pt x="5650748" y="396"/>
                  </a:lnTo>
                  <a:lnTo>
                    <a:pt x="5657484" y="0"/>
                  </a:lnTo>
                  <a:lnTo>
                    <a:pt x="5665713" y="0"/>
                  </a:lnTo>
                  <a:close/>
                </a:path>
                <a:path w="5909309" h="474344">
                  <a:moveTo>
                    <a:pt x="42208" y="0"/>
                  </a:moveTo>
                  <a:lnTo>
                    <a:pt x="50459" y="0"/>
                  </a:lnTo>
                  <a:lnTo>
                    <a:pt x="57268" y="396"/>
                  </a:lnTo>
                  <a:lnTo>
                    <a:pt x="62627" y="1036"/>
                  </a:lnTo>
                  <a:lnTo>
                    <a:pt x="67985" y="1645"/>
                  </a:lnTo>
                  <a:lnTo>
                    <a:pt x="84393" y="12191"/>
                  </a:lnTo>
                  <a:lnTo>
                    <a:pt x="84393" y="14356"/>
                  </a:lnTo>
                  <a:lnTo>
                    <a:pt x="84393" y="454792"/>
                  </a:lnTo>
                  <a:lnTo>
                    <a:pt x="84393" y="456956"/>
                  </a:lnTo>
                  <a:lnTo>
                    <a:pt x="83713" y="458998"/>
                  </a:lnTo>
                  <a:lnTo>
                    <a:pt x="82378" y="460644"/>
                  </a:lnTo>
                  <a:lnTo>
                    <a:pt x="81034" y="462290"/>
                  </a:lnTo>
                  <a:lnTo>
                    <a:pt x="78748" y="463692"/>
                  </a:lnTo>
                  <a:lnTo>
                    <a:pt x="75508" y="464819"/>
                  </a:lnTo>
                  <a:lnTo>
                    <a:pt x="72271" y="465978"/>
                  </a:lnTo>
                  <a:lnTo>
                    <a:pt x="67985" y="466740"/>
                  </a:lnTo>
                  <a:lnTo>
                    <a:pt x="62627" y="467380"/>
                  </a:lnTo>
                  <a:lnTo>
                    <a:pt x="57268" y="467867"/>
                  </a:lnTo>
                  <a:lnTo>
                    <a:pt x="50459" y="468142"/>
                  </a:lnTo>
                  <a:lnTo>
                    <a:pt x="42208" y="468142"/>
                  </a:lnTo>
                  <a:lnTo>
                    <a:pt x="33933" y="468142"/>
                  </a:lnTo>
                  <a:lnTo>
                    <a:pt x="8881" y="464819"/>
                  </a:lnTo>
                  <a:lnTo>
                    <a:pt x="5644" y="463692"/>
                  </a:lnTo>
                  <a:lnTo>
                    <a:pt x="3358" y="462290"/>
                  </a:lnTo>
                  <a:lnTo>
                    <a:pt x="2023" y="460644"/>
                  </a:lnTo>
                  <a:lnTo>
                    <a:pt x="679" y="458998"/>
                  </a:lnTo>
                  <a:lnTo>
                    <a:pt x="0" y="456956"/>
                  </a:lnTo>
                  <a:lnTo>
                    <a:pt x="0" y="454792"/>
                  </a:lnTo>
                  <a:lnTo>
                    <a:pt x="0" y="14356"/>
                  </a:lnTo>
                  <a:lnTo>
                    <a:pt x="0" y="12191"/>
                  </a:lnTo>
                  <a:lnTo>
                    <a:pt x="679" y="10180"/>
                  </a:lnTo>
                  <a:lnTo>
                    <a:pt x="21765" y="1036"/>
                  </a:lnTo>
                  <a:lnTo>
                    <a:pt x="27121" y="396"/>
                  </a:lnTo>
                  <a:lnTo>
                    <a:pt x="33933" y="0"/>
                  </a:lnTo>
                  <a:lnTo>
                    <a:pt x="42208" y="0"/>
                  </a:lnTo>
                  <a:close/>
                </a:path>
              </a:pathLst>
            </a:custGeom>
            <a:ln w="10667">
              <a:solidFill>
                <a:srgbClr val="4579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732660" y="3665344"/>
            <a:ext cx="166306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6FC0"/>
                </a:solidFill>
              </a:rPr>
              <a:t>Module</a:t>
            </a:r>
            <a:r>
              <a:rPr sz="3200" spc="-15" dirty="0">
                <a:solidFill>
                  <a:srgbClr val="006FC0"/>
                </a:solidFill>
              </a:rPr>
              <a:t> </a:t>
            </a:r>
            <a:r>
              <a:rPr sz="3200" spc="-60" dirty="0">
                <a:solidFill>
                  <a:srgbClr val="006FC0"/>
                </a:solidFill>
              </a:rPr>
              <a:t>4</a:t>
            </a:r>
            <a:endParaRPr sz="320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1ACC9D1-047F-6054-4892-5B1F3005D2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Cloud</a:t>
            </a:r>
            <a:r>
              <a:rPr sz="2800" spc="-85" dirty="0"/>
              <a:t> </a:t>
            </a:r>
            <a:r>
              <a:rPr sz="2800" dirty="0"/>
              <a:t>Computing</a:t>
            </a:r>
            <a:r>
              <a:rPr sz="2800" spc="-80" dirty="0"/>
              <a:t> </a:t>
            </a:r>
            <a:r>
              <a:rPr sz="2800" spc="-10" dirty="0"/>
              <a:t>Infrastructure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02425" y="932802"/>
            <a:ext cx="85559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8680" algn="l"/>
                <a:tab pos="2589530" algn="l"/>
                <a:tab pos="3580765" algn="l"/>
                <a:tab pos="3984625" algn="l"/>
                <a:tab pos="4955540" algn="l"/>
                <a:tab pos="5877560" algn="l"/>
                <a:tab pos="6892925" algn="l"/>
                <a:tab pos="7979409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Cloud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infrastructure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consists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servers,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storage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devices,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network,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cloud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virtualization.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25" y="2628900"/>
            <a:ext cx="9033374" cy="27443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78B81-AA1C-D5AB-E8A5-BB4A3A2D20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052" y="139059"/>
            <a:ext cx="274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55" dirty="0"/>
              <a:t> </a:t>
            </a:r>
            <a:r>
              <a:rPr spc="-10" dirty="0"/>
              <a:t>infrastructure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58" y="716656"/>
            <a:ext cx="8388350" cy="5818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0670" indent="-63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Hypervisor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firmware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low-</a:t>
            </a:r>
            <a:r>
              <a:rPr sz="2000" b="1" dirty="0">
                <a:latin typeface="Times New Roman"/>
                <a:cs typeface="Times New Roman"/>
              </a:rPr>
              <a:t>level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Machine Manager.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several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tenants.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maintain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Deployment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20002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Network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deliver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</a:t>
            </a:r>
            <a:r>
              <a:rPr sz="2000" spc="-25" dirty="0">
                <a:latin typeface="Times New Roman"/>
                <a:cs typeface="Times New Roman"/>
              </a:rPr>
              <a:t> can </a:t>
            </a:r>
            <a:r>
              <a:rPr sz="2000" dirty="0">
                <a:latin typeface="Times New Roman"/>
                <a:cs typeface="Times New Roman"/>
              </a:rPr>
              <a:t>customize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protocol.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Server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allocation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de-allocation,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0541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Storage: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replicas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 </a:t>
            </a:r>
            <a:r>
              <a:rPr sz="2000" dirty="0">
                <a:latin typeface="Times New Roman"/>
                <a:cs typeface="Times New Roman"/>
              </a:rPr>
              <a:t>fails,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extracted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computing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reliable.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84E8E-16E9-2763-6F0D-1EB6A8B7A3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1152" y="139059"/>
            <a:ext cx="3606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Infrastructural</a:t>
            </a:r>
            <a:r>
              <a:rPr spc="-80" dirty="0"/>
              <a:t> </a:t>
            </a:r>
            <a:r>
              <a:rPr spc="-10" dirty="0"/>
              <a:t>Constraints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766" y="1045790"/>
            <a:ext cx="7878714" cy="51125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B72E9-8A5A-92D9-BF2A-E81CC66F59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1220846"/>
            <a:ext cx="843978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Transparency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Virtualization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 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 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satisfy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Therefore,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must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transparency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balancing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scale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demand.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Times New Roman"/>
                <a:cs typeface="Times New Roman"/>
              </a:rPr>
              <a:t>Scalability</a:t>
            </a:r>
            <a:endParaRPr sz="2000">
              <a:latin typeface="Times New Roman"/>
              <a:cs typeface="Times New Roman"/>
            </a:endParaRPr>
          </a:p>
          <a:p>
            <a:pPr marL="12700" marR="234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Scaling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overhead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re-architecting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provisioned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de-</a:t>
            </a:r>
            <a:r>
              <a:rPr sz="2000" spc="-10" dirty="0">
                <a:latin typeface="Times New Roman"/>
                <a:cs typeface="Times New Roman"/>
              </a:rPr>
              <a:t>provisioned easily.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Intelligent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Monitoring</a:t>
            </a:r>
            <a:endParaRPr sz="2000">
              <a:latin typeface="Times New Roman"/>
              <a:cs typeface="Times New Roman"/>
            </a:endParaRPr>
          </a:p>
          <a:p>
            <a:pPr marL="12700" marR="153670">
              <a:lnSpc>
                <a:spcPct val="100000"/>
              </a:lnSpc>
            </a:pPr>
            <a:r>
              <a:rPr sz="2000" spc="-35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achieve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transparency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scalability,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intelligent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monitoring.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Security</a:t>
            </a:r>
            <a:endParaRPr sz="2000">
              <a:latin typeface="Times New Roman"/>
              <a:cs typeface="Times New Roman"/>
            </a:endParaRPr>
          </a:p>
          <a:p>
            <a:pPr marL="12700" marR="10604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mega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securely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architected.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 </a:t>
            </a:r>
            <a:r>
              <a:rPr sz="2000" dirty="0">
                <a:latin typeface="Times New Roman"/>
                <a:cs typeface="Times New Roman"/>
              </a:rPr>
              <a:t>node,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mega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center,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51152" y="139064"/>
            <a:ext cx="3606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Infrastructural</a:t>
            </a:r>
            <a:r>
              <a:rPr spc="-8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DFD26-7B36-C46C-3AB0-03FA08EB53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375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Cloud </a:t>
            </a:r>
            <a:r>
              <a:rPr sz="2800" spc="-20" dirty="0"/>
              <a:t>Security</a:t>
            </a:r>
            <a:r>
              <a:rPr sz="2800" spc="-155" dirty="0"/>
              <a:t> </a:t>
            </a:r>
            <a:r>
              <a:rPr sz="2800" spc="-10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02425" y="775449"/>
            <a:ext cx="855154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271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structure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practices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within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 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solution.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written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visual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configure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such </a:t>
            </a:r>
            <a:r>
              <a:rPr sz="2000" dirty="0">
                <a:latin typeface="Times New Roman"/>
                <a:cs typeface="Times New Roman"/>
              </a:rPr>
              <a:t>things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identity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management;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data;</a:t>
            </a:r>
            <a:endParaRPr sz="2000">
              <a:latin typeface="Times New Roman"/>
              <a:cs typeface="Times New Roman"/>
            </a:endParaRPr>
          </a:p>
          <a:p>
            <a:pPr marL="355600" marR="24765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approaches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maintain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visibility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compliance,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posture,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overall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security;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instilling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principles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operations;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policies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governance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compliance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standards;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components.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440C4-6151-E0A5-1555-DCFB2CF4B8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Importance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Cloud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5" y="932802"/>
            <a:ext cx="827722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cyberthreats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rise,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becomes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important.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cyber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cybersecurity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malicious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seeks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damage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steal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disrupt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life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general.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Cyber-</a:t>
            </a:r>
            <a:r>
              <a:rPr sz="2000" dirty="0">
                <a:latin typeface="Times New Roman"/>
                <a:cs typeface="Times New Roman"/>
              </a:rPr>
              <a:t>attacks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 </a:t>
            </a:r>
            <a:r>
              <a:rPr sz="2000" dirty="0">
                <a:latin typeface="Times New Roman"/>
                <a:cs typeface="Times New Roman"/>
              </a:rPr>
              <a:t>viruses,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breaches,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Denial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(DoS)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attacks.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Common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types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cyber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attacks</a:t>
            </a:r>
            <a:endParaRPr sz="2000">
              <a:latin typeface="Times New Roman"/>
              <a:cs typeface="Times New Roman"/>
            </a:endParaRPr>
          </a:p>
          <a:p>
            <a:pPr marL="12700" marR="6216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Malware.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Malware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describe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malicious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including </a:t>
            </a:r>
            <a:r>
              <a:rPr sz="2000" dirty="0">
                <a:latin typeface="Times New Roman"/>
                <a:cs typeface="Times New Roman"/>
              </a:rPr>
              <a:t>spyware,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ransomware,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viruses,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worms.</a:t>
            </a:r>
            <a:r>
              <a:rPr sz="2000" spc="-25" dirty="0">
                <a:latin typeface="Times New Roman"/>
                <a:cs typeface="Times New Roman"/>
              </a:rPr>
              <a:t> ...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Phishing.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...</a:t>
            </a:r>
            <a:endParaRPr sz="2000">
              <a:latin typeface="Times New Roman"/>
              <a:cs typeface="Times New Roman"/>
            </a:endParaRPr>
          </a:p>
          <a:p>
            <a:pPr marL="12700" marR="534352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Man-in-the-</a:t>
            </a:r>
            <a:r>
              <a:rPr sz="2000" dirty="0">
                <a:latin typeface="Times New Roman"/>
                <a:cs typeface="Times New Roman"/>
              </a:rPr>
              <a:t>middle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attack. </a:t>
            </a:r>
            <a:r>
              <a:rPr sz="2000" spc="-25" dirty="0">
                <a:latin typeface="Times New Roman"/>
                <a:cs typeface="Times New Roman"/>
              </a:rPr>
              <a:t>... </a:t>
            </a:r>
            <a:r>
              <a:rPr sz="2000" spc="-10" dirty="0">
                <a:latin typeface="Times New Roman"/>
                <a:cs typeface="Times New Roman"/>
              </a:rPr>
              <a:t>Denial-of-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...</a:t>
            </a:r>
            <a:endParaRPr sz="2000">
              <a:latin typeface="Times New Roman"/>
              <a:cs typeface="Times New Roman"/>
            </a:endParaRPr>
          </a:p>
          <a:p>
            <a:pPr marL="12700" marR="624141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injection.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... </a:t>
            </a:r>
            <a:r>
              <a:rPr sz="2000" dirty="0">
                <a:latin typeface="Times New Roman"/>
                <a:cs typeface="Times New Roman"/>
              </a:rPr>
              <a:t>Zero-day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exploit.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... </a:t>
            </a:r>
            <a:r>
              <a:rPr sz="2000" dirty="0">
                <a:latin typeface="Times New Roman"/>
                <a:cs typeface="Times New Roman"/>
              </a:rPr>
              <a:t>DNS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Tunneling.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264DE-4140-565B-D265-8E3A512860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Importance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Cloud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5" y="932802"/>
            <a:ext cx="839406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protection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threats,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606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Malicious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activity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cybercriminals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including </a:t>
            </a:r>
            <a:r>
              <a:rPr sz="2000" dirty="0">
                <a:latin typeface="Times New Roman"/>
                <a:cs typeface="Times New Roman"/>
              </a:rPr>
              <a:t>ransomware,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malware,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phishing;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denial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(DoS)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attacks;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advanced </a:t>
            </a:r>
            <a:r>
              <a:rPr sz="2000" dirty="0">
                <a:latin typeface="Times New Roman"/>
                <a:cs typeface="Times New Roman"/>
              </a:rPr>
              <a:t>persistent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threats;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cryptojacking;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brute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hacking;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man-in-the-</a:t>
            </a:r>
            <a:r>
              <a:rPr sz="2000" dirty="0">
                <a:latin typeface="Times New Roman"/>
                <a:cs typeface="Times New Roman"/>
              </a:rPr>
              <a:t>middle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attacks; </a:t>
            </a:r>
            <a:r>
              <a:rPr sz="2000" dirty="0">
                <a:latin typeface="Times New Roman"/>
                <a:cs typeface="Times New Roman"/>
              </a:rPr>
              <a:t>zero-day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attacks;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breaches.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Insider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threats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rogue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disgruntled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staff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members;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error;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staff </a:t>
            </a:r>
            <a:r>
              <a:rPr sz="2000" dirty="0">
                <a:latin typeface="Times New Roman"/>
                <a:cs typeface="Times New Roman"/>
              </a:rPr>
              <a:t>negligence;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infiltration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actors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legitimate </a:t>
            </a:r>
            <a:r>
              <a:rPr sz="2000" dirty="0">
                <a:latin typeface="Times New Roman"/>
                <a:cs typeface="Times New Roman"/>
              </a:rPr>
              <a:t>credentials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authorization.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Vulnerabilities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weaknesses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procedures,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accidentally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intentionally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trigger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breach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violation.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9ED3E-749B-FF07-1E34-EA830C2A93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2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Technologies</a:t>
            </a:r>
            <a:r>
              <a:rPr spc="-8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Cloud</a:t>
            </a:r>
            <a:r>
              <a:rPr spc="-6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5" y="932802"/>
            <a:ext cx="852170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8415" indent="-63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Access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Security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Broker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(CASB):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broker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sits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enforce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policies.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A</a:t>
            </a:r>
            <a:r>
              <a:rPr sz="2000" b="1" i="1" spc="-114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CASB combines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multiple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types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 security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policy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enforcement, </a:t>
            </a:r>
            <a:r>
              <a:rPr sz="2000" b="1" i="1" dirty="0">
                <a:latin typeface="Times New Roman"/>
                <a:cs typeface="Times New Roman"/>
              </a:rPr>
              <a:t>such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as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authentication,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authorization,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single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sign-on,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credential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mapping,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device </a:t>
            </a:r>
            <a:r>
              <a:rPr sz="2000" b="1" i="1" dirty="0">
                <a:latin typeface="Times New Roman"/>
                <a:cs typeface="Times New Roman"/>
              </a:rPr>
              <a:t>profiling,</a:t>
            </a:r>
            <a:r>
              <a:rPr sz="2000" b="1" i="1" spc="-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encryption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tokenization,</a:t>
            </a:r>
            <a:r>
              <a:rPr sz="2000" b="1" i="1" spc="-5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logging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Encryption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encryption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 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indecipherable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possessing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encryption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keys.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Encryption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protects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accessed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intercepted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Service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Providers</a:t>
            </a:r>
            <a:r>
              <a:rPr sz="2000" b="1" i="1" spc="-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vendors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offer </a:t>
            </a:r>
            <a:r>
              <a:rPr sz="2000" b="1" i="1" dirty="0">
                <a:latin typeface="Times New Roman"/>
                <a:cs typeface="Times New Roman"/>
              </a:rPr>
              <a:t>unique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ways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to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provide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encryption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into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environment</a:t>
            </a:r>
            <a:r>
              <a:rPr sz="2000" b="1" i="1" spc="-5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with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Key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Management tools.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0CD3F-AC5F-1FF1-2A8C-CE90B87891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2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Technologies</a:t>
            </a:r>
            <a:r>
              <a:rPr spc="-8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Cloud</a:t>
            </a:r>
            <a:r>
              <a:rPr spc="-6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25" y="932802"/>
            <a:ext cx="8528050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Firewalls: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firewall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filters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out </a:t>
            </a:r>
            <a:r>
              <a:rPr sz="2000" dirty="0">
                <a:latin typeface="Times New Roman"/>
                <a:cs typeface="Times New Roman"/>
              </a:rPr>
              <a:t>malicious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firewalls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barriers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corporate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assets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exist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untrusted,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internet-connected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traffic.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firewalls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sometimes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firewall-</a:t>
            </a:r>
            <a:r>
              <a:rPr sz="2000" spc="-10" dirty="0">
                <a:latin typeface="Times New Roman"/>
                <a:cs typeface="Times New Roman"/>
              </a:rPr>
              <a:t>as-a-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(FWaaS).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968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Security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Posture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Management: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CSPM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continuously </a:t>
            </a:r>
            <a:r>
              <a:rPr sz="2000" dirty="0">
                <a:latin typeface="Times New Roman"/>
                <a:cs typeface="Times New Roman"/>
              </a:rPr>
              <a:t>monitor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dynamic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ever-</a:t>
            </a:r>
            <a:r>
              <a:rPr sz="2000" dirty="0">
                <a:latin typeface="Times New Roman"/>
                <a:cs typeface="Times New Roman"/>
              </a:rPr>
              <a:t>changing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gaps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policy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posture.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CSPM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comply 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specific </a:t>
            </a:r>
            <a:r>
              <a:rPr sz="2000" dirty="0">
                <a:latin typeface="Times New Roman"/>
                <a:cs typeface="Times New Roman"/>
              </a:rPr>
              <a:t>frameworks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SOC2,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v1.1,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HIPAA)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consolidate </a:t>
            </a:r>
            <a:r>
              <a:rPr sz="2000" dirty="0">
                <a:latin typeface="Times New Roman"/>
                <a:cs typeface="Times New Roman"/>
              </a:rPr>
              <a:t>misconfigurations,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safeguard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broaden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policies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beyond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in-house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C45C-B4E8-7640-9D46-D860357711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211068"/>
            <a:ext cx="8839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</a:rPr>
              <a:t>Cloud</a:t>
            </a:r>
            <a:r>
              <a:rPr sz="3200" spc="-6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Computing</a:t>
            </a:r>
            <a:r>
              <a:rPr sz="3200" spc="-5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Platforms</a:t>
            </a:r>
            <a:r>
              <a:rPr sz="3200" spc="-9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and</a:t>
            </a:r>
            <a:r>
              <a:rPr sz="3200" spc="-9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Technologies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88820"/>
            <a:ext cx="9144000" cy="29950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E7D56-F914-651A-5D1D-DC3BB409FD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8753" y="211068"/>
            <a:ext cx="6040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65" dirty="0"/>
              <a:t> </a:t>
            </a:r>
            <a:r>
              <a:rPr dirty="0"/>
              <a:t>Computing</a:t>
            </a:r>
            <a:r>
              <a:rPr spc="-55" dirty="0"/>
              <a:t> </a:t>
            </a:r>
            <a:r>
              <a:rPr dirty="0"/>
              <a:t>Platforms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914" y="1076951"/>
            <a:ext cx="8556625" cy="40530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Amazon</a:t>
            </a:r>
            <a:r>
              <a:rPr sz="2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Web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Services</a:t>
            </a:r>
            <a:r>
              <a:rPr sz="20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u="sng" spc="-20" dirty="0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</a:t>
            </a:r>
            <a:r>
              <a:rPr sz="2000" b="1" u="none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b="1" u="none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u="none" spc="-60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endParaRPr sz="2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 marR="628650">
              <a:lnSpc>
                <a:spcPct val="100000"/>
              </a:lnSpc>
            </a:pP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AWS</a:t>
            </a:r>
            <a:r>
              <a:rPr sz="2000" i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provides</a:t>
            </a:r>
            <a:r>
              <a:rPr sz="2000" i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different</a:t>
            </a:r>
            <a:r>
              <a:rPr sz="2000" i="1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wide-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ranging</a:t>
            </a:r>
            <a:r>
              <a:rPr sz="2000" i="1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clouds</a:t>
            </a:r>
            <a:r>
              <a:rPr sz="2000" i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IaaS</a:t>
            </a:r>
            <a:r>
              <a:rPr sz="2000" i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services,</a:t>
            </a:r>
            <a:r>
              <a:rPr sz="2000" i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which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ranges</a:t>
            </a:r>
            <a:r>
              <a:rPr sz="2000" i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from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virtual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compute,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storage,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networking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000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complete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computing</a:t>
            </a:r>
            <a:r>
              <a:rPr sz="2000" i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stacks.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40" dirty="0">
                <a:latin typeface="Times New Roman"/>
                <a:cs typeface="Times New Roman"/>
              </a:rPr>
              <a:t>AWS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named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Elastic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Compute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(EC2)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Simple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Storage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Service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(S3).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EC2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customizable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base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4114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Either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AWS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console,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wide-</a:t>
            </a:r>
            <a:r>
              <a:rPr sz="2000" dirty="0">
                <a:latin typeface="Times New Roman"/>
                <a:cs typeface="Times New Roman"/>
              </a:rPr>
              <a:t>ranged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Web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retrieving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AWS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 </a:t>
            </a:r>
            <a:r>
              <a:rPr sz="2000" spc="-10" dirty="0">
                <a:latin typeface="Times New Roman"/>
                <a:cs typeface="Times New Roman"/>
              </a:rPr>
              <a:t>services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several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EC2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instances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A250F-41D3-C40B-A8B8-8E2EF38877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337" y="284423"/>
            <a:ext cx="32200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</a:rPr>
              <a:t>Amazon</a:t>
            </a:r>
            <a:r>
              <a:rPr sz="2000" spc="-10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Web</a:t>
            </a:r>
            <a:r>
              <a:rPr sz="2000" spc="-5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Services</a:t>
            </a:r>
            <a:r>
              <a:rPr sz="2000" spc="-75" dirty="0">
                <a:solidFill>
                  <a:srgbClr val="FF0000"/>
                </a:solidFill>
              </a:rPr>
              <a:t> </a:t>
            </a:r>
            <a:r>
              <a:rPr sz="2000" spc="-20" dirty="0">
                <a:solidFill>
                  <a:srgbClr val="FF0000"/>
                </a:solidFill>
              </a:rPr>
              <a:t>(AWS)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3" y="894329"/>
            <a:ext cx="848677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EC2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capability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saving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explicit running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instance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thus </a:t>
            </a:r>
            <a:r>
              <a:rPr sz="2000" dirty="0">
                <a:latin typeface="Times New Roman"/>
                <a:cs typeface="Times New Roman"/>
              </a:rPr>
              <a:t>allowing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templates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S3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templates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persistent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demand.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S3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well </a:t>
            </a:r>
            <a:r>
              <a:rPr sz="2000" dirty="0">
                <a:latin typeface="Times New Roman"/>
                <a:cs typeface="Times New Roman"/>
              </a:rPr>
              <a:t>ordered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buckets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attributes.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store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size, from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 images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20" dirty="0">
                <a:latin typeface="Times New Roman"/>
                <a:cs typeface="Times New Roman"/>
              </a:rPr>
              <a:t>have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retrieval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anywhere.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EC2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S3,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range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leveraged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virtual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including: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networking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support,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caching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DNS,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database </a:t>
            </a:r>
            <a:r>
              <a:rPr sz="2000" dirty="0">
                <a:latin typeface="Times New Roman"/>
                <a:cs typeface="Times New Roman"/>
              </a:rPr>
              <a:t>support,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others.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D1C5-1A0A-035E-1344-5829577804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271723"/>
            <a:ext cx="22555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</a:rPr>
              <a:t>Google</a:t>
            </a:r>
            <a:r>
              <a:rPr sz="2000" spc="-17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AppEngine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spc="-50" dirty="0">
                <a:solidFill>
                  <a:srgbClr val="FF0000"/>
                </a:solidFill>
              </a:rPr>
              <a:t>–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00" y="881629"/>
            <a:ext cx="835152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9784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Google</a:t>
            </a:r>
            <a:r>
              <a:rPr sz="2000" i="1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AppEngine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000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scalable</a:t>
            </a:r>
            <a:r>
              <a:rPr sz="2000" i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runtime</a:t>
            </a:r>
            <a:r>
              <a:rPr sz="2000" i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environment</a:t>
            </a:r>
            <a:r>
              <a:rPr sz="2000" i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frequently</a:t>
            </a:r>
            <a:r>
              <a:rPr sz="2000" i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dedicated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to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executing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web</a:t>
            </a:r>
            <a:r>
              <a:rPr sz="2000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applications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benefits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Google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dynamically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demand.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AppEngine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which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simplifies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high-</a:t>
            </a:r>
            <a:r>
              <a:rPr sz="2000" spc="-10" dirty="0">
                <a:latin typeface="Times New Roman"/>
                <a:cs typeface="Times New Roman"/>
              </a:rPr>
              <a:t>performance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Web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5341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in-memory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queues, </a:t>
            </a:r>
            <a:r>
              <a:rPr sz="2000" dirty="0">
                <a:latin typeface="Times New Roman"/>
                <a:cs typeface="Times New Roman"/>
              </a:rPr>
              <a:t>messaging,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tasks.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Developers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Engineers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AppEngine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SDK,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replicates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runtime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environment,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profile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D05EE-1763-A80B-3A22-E8F167C546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435" y="212592"/>
            <a:ext cx="8333105" cy="34374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r>
              <a:rPr sz="2000" u="sng" spc="-1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</a:t>
            </a:r>
            <a:r>
              <a:rPr sz="2000" u="none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u="none" spc="-50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endParaRPr sz="2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05410">
              <a:lnSpc>
                <a:spcPct val="100000"/>
              </a:lnSpc>
            </a:pP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Microsoft</a:t>
            </a:r>
            <a:r>
              <a:rPr sz="2000" i="1" spc="-1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Azure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Cloud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operating</a:t>
            </a:r>
            <a:r>
              <a:rPr sz="2000" i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system</a:t>
            </a:r>
            <a:r>
              <a:rPr sz="2000" i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platform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2000" i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which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user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can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develop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applications</a:t>
            </a:r>
            <a:r>
              <a:rPr sz="2000" i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2000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cloud.</a:t>
            </a:r>
            <a:r>
              <a:rPr sz="2000" i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Generally,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000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scalable</a:t>
            </a:r>
            <a:r>
              <a:rPr sz="2000" i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runtime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environment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web applications</a:t>
            </a:r>
            <a:r>
              <a:rPr sz="2000" i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distributed</a:t>
            </a:r>
            <a:r>
              <a:rPr sz="2000" i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applications</a:t>
            </a:r>
            <a:r>
              <a:rPr sz="2000" i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provided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Azure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around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distribution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application’s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logic.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Azure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complement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caching,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delivery,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others.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78BBBA-B9F2-1AE8-2BCF-98D949F990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212592"/>
            <a:ext cx="8343900" cy="40530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dirty="0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Hadoop</a:t>
            </a:r>
            <a:r>
              <a:rPr sz="2000" u="none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u="none" spc="-50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endParaRPr sz="2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208915">
              <a:lnSpc>
                <a:spcPct val="100000"/>
              </a:lnSpc>
            </a:pP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Apache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Hadoop</a:t>
            </a:r>
            <a:r>
              <a:rPr sz="2000" i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000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an</a:t>
            </a:r>
            <a:r>
              <a:rPr sz="2000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open</a:t>
            </a:r>
            <a:r>
              <a:rPr sz="2000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source</a:t>
            </a:r>
            <a:r>
              <a:rPr sz="2000" i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framework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that</a:t>
            </a:r>
            <a:r>
              <a:rPr sz="2000" i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000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appropriate</a:t>
            </a:r>
            <a:r>
              <a:rPr sz="2000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processing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large</a:t>
            </a:r>
            <a:r>
              <a:rPr sz="2000" i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data</a:t>
            </a:r>
            <a:r>
              <a:rPr sz="2000" i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sets</a:t>
            </a:r>
            <a:r>
              <a:rPr sz="200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on</a:t>
            </a:r>
            <a:r>
              <a:rPr sz="2000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1F5F"/>
                </a:solidFill>
                <a:latin typeface="Times New Roman"/>
                <a:cs typeface="Times New Roman"/>
              </a:rPr>
              <a:t>commodity</a:t>
            </a:r>
            <a:r>
              <a:rPr sz="2000" i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hardware.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731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Hadoop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MapReduce,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Google.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fundamental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operations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processing: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 and </a:t>
            </a:r>
            <a:r>
              <a:rPr sz="2000" spc="-10" dirty="0">
                <a:latin typeface="Times New Roman"/>
                <a:cs typeface="Times New Roman"/>
              </a:rPr>
              <a:t>reduce.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Yahoo!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sponsor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Apache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Hadoop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considerable </a:t>
            </a:r>
            <a:r>
              <a:rPr sz="2000" dirty="0">
                <a:latin typeface="Times New Roman"/>
                <a:cs typeface="Times New Roman"/>
              </a:rPr>
              <a:t>effort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enterprise-</a:t>
            </a:r>
            <a:r>
              <a:rPr sz="2000" dirty="0">
                <a:latin typeface="Times New Roman"/>
                <a:cs typeface="Times New Roman"/>
              </a:rPr>
              <a:t>ready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Hadoop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Yahoo!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infrastructure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 business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corporates.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4612B-FCA6-9C42-CF0A-629C1BC838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55" rIns="0" bIns="0" rtlCol="0">
            <a:spAutoFit/>
          </a:bodyPr>
          <a:lstStyle/>
          <a:p>
            <a:pPr marL="2273935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0000"/>
                </a:solidFill>
              </a:rPr>
              <a:t>Web</a:t>
            </a:r>
            <a:r>
              <a:rPr spc="-12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49" y="932810"/>
            <a:ext cx="827087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Programming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Interface.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actually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kind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having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functions.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allow </a:t>
            </a:r>
            <a:r>
              <a:rPr sz="2000" dirty="0">
                <a:latin typeface="Times New Roman"/>
                <a:cs typeface="Times New Roman"/>
              </a:rPr>
              <a:t>programmers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acquire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 specific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application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suggests,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using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HTTP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protocol.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developed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technologies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java, </a:t>
            </a:r>
            <a:r>
              <a:rPr sz="2000" spc="-50" dirty="0">
                <a:latin typeface="Times New Roman"/>
                <a:cs typeface="Times New Roman"/>
              </a:rPr>
              <a:t>ASP.NET,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Web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either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browser.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Basically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Web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 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Application’s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client-</a:t>
            </a:r>
            <a:r>
              <a:rPr sz="2000" dirty="0">
                <a:latin typeface="Times New Roman"/>
                <a:cs typeface="Times New Roman"/>
              </a:rPr>
              <a:t>side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also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 server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 browser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details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B8876-727C-52E6-972D-3DC6D26FC9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2" y="211068"/>
            <a:ext cx="313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Where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use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45" dirty="0">
                <a:solidFill>
                  <a:srgbClr val="FF0000"/>
                </a:solidFill>
              </a:rPr>
              <a:t>Web</a:t>
            </a:r>
            <a:r>
              <a:rPr spc="-13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API?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2" y="944363"/>
            <a:ext cx="8488045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implementation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RESTFUL</a:t>
            </a:r>
            <a:r>
              <a:rPr sz="2000" u="sng" spc="2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web</a:t>
            </a:r>
            <a:r>
              <a:rPr sz="2000" u="sng" spc="3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services</a:t>
            </a:r>
            <a:r>
              <a:rPr sz="2000" u="sng" spc="3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none" spc="-10" dirty="0">
                <a:latin typeface="Times New Roman"/>
                <a:cs typeface="Times New Roman"/>
              </a:rPr>
              <a:t>using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.NET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framework.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Web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HTTP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client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entities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browser,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tablets.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ASP.NET</a:t>
            </a:r>
            <a:r>
              <a:rPr sz="2000" u="sng" spc="-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Web</a:t>
            </a:r>
            <a:r>
              <a:rPr sz="20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API</a:t>
            </a:r>
            <a:r>
              <a:rPr sz="20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can be</a:t>
            </a:r>
            <a:r>
              <a:rPr sz="2000" u="none" spc="-1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used</a:t>
            </a:r>
            <a:r>
              <a:rPr sz="2000" u="none" spc="-1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with</a:t>
            </a:r>
            <a:r>
              <a:rPr sz="2000" u="none" spc="-1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MVC</a:t>
            </a:r>
            <a:r>
              <a:rPr sz="2000" u="none" spc="-1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for</a:t>
            </a:r>
            <a:r>
              <a:rPr sz="2000" u="none" spc="-2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any</a:t>
            </a:r>
            <a:r>
              <a:rPr sz="2000" u="none" spc="-1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type</a:t>
            </a:r>
            <a:r>
              <a:rPr sz="2000" u="none" spc="-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of</a:t>
            </a:r>
            <a:r>
              <a:rPr sz="2000" u="none" spc="-20" dirty="0">
                <a:latin typeface="Times New Roman"/>
                <a:cs typeface="Times New Roman"/>
              </a:rPr>
              <a:t> </a:t>
            </a:r>
            <a:r>
              <a:rPr sz="2000" u="none" spc="-10" dirty="0">
                <a:latin typeface="Times New Roman"/>
                <a:cs typeface="Times New Roman"/>
              </a:rPr>
              <a:t>application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 </a:t>
            </a:r>
            <a:r>
              <a:rPr sz="2000" spc="-10" dirty="0">
                <a:latin typeface="Times New Roman"/>
                <a:cs typeface="Times New Roman"/>
              </a:rPr>
              <a:t>develop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ASP.NET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AJAX</a:t>
            </a:r>
            <a:r>
              <a:rPr sz="2000" u="none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882650" algn="l"/>
                <a:tab pos="1461770" algn="l"/>
                <a:tab pos="2030095" algn="l"/>
                <a:tab pos="2834005" algn="l"/>
                <a:tab pos="3129280" algn="l"/>
                <a:tab pos="3876040" algn="l"/>
                <a:tab pos="4329430" algn="l"/>
                <a:tab pos="4795520" algn="l"/>
                <a:tab pos="6050280" algn="l"/>
                <a:tab pos="6403975" algn="l"/>
                <a:tab pos="7082155" algn="l"/>
                <a:tab pos="7476490" algn="l"/>
              </a:tabLst>
            </a:pPr>
            <a:r>
              <a:rPr sz="2000" spc="-10" dirty="0">
                <a:latin typeface="Times New Roman"/>
                <a:cs typeface="Times New Roman"/>
              </a:rPr>
              <a:t>Hence,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web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API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makes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easier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developers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build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45" dirty="0">
                <a:latin typeface="Times New Roman"/>
                <a:cs typeface="Times New Roman"/>
              </a:rPr>
              <a:t>ASP.NET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compatible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browser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almost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47B29-8ADF-EA96-5336-7FEDD58127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139059"/>
            <a:ext cx="3408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Why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Choose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spc="-45" dirty="0">
                <a:solidFill>
                  <a:srgbClr val="FF0000"/>
                </a:solidFill>
              </a:rPr>
              <a:t>Web</a:t>
            </a:r>
            <a:r>
              <a:rPr spc="-13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API?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872180"/>
            <a:ext cx="855853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3215" algn="l"/>
                <a:tab pos="925194" algn="l"/>
                <a:tab pos="1473835" algn="l"/>
                <a:tab pos="2433320" algn="l"/>
                <a:tab pos="2882900" algn="l"/>
                <a:tab pos="4050029" algn="l"/>
                <a:tab pos="4643120" algn="l"/>
                <a:tab pos="5304790" algn="l"/>
                <a:tab pos="6263640" algn="l"/>
                <a:tab pos="6600190" algn="l"/>
                <a:tab pos="7080250" algn="l"/>
                <a:tab pos="7672070" algn="l"/>
                <a:tab pos="7924800" algn="l"/>
              </a:tabLst>
            </a:pP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Web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API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services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preferable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over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other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services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use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native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SOAP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 </a:t>
            </a:r>
            <a:r>
              <a:rPr sz="2000" spc="-10" dirty="0">
                <a:latin typeface="Times New Roman"/>
                <a:cs typeface="Times New Roman"/>
              </a:rPr>
              <a:t>services.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07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resource-oriented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web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choose.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HTTP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restful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established.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8135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 want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API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helpful.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4191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weighted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maintainable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really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helpful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text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JSON</a:t>
            </a:r>
            <a:r>
              <a:rPr sz="2000" u="none" dirty="0">
                <a:latin typeface="Times New Roman"/>
                <a:cs typeface="Times New Roman"/>
              </a:rPr>
              <a:t>,</a:t>
            </a:r>
            <a:r>
              <a:rPr sz="2000" u="none" spc="-10" dirty="0">
                <a:latin typeface="Times New Roman"/>
                <a:cs typeface="Times New Roman"/>
              </a:rPr>
              <a:t> </a:t>
            </a:r>
            <a:r>
              <a:rPr sz="20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XML</a:t>
            </a:r>
            <a:r>
              <a:rPr sz="2000" u="none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u="none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636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tight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25" dirty="0">
                <a:latin typeface="Times New Roman"/>
                <a:cs typeface="Times New Roman"/>
              </a:rPr>
              <a:t> the </a:t>
            </a:r>
            <a:r>
              <a:rPr sz="2000" spc="-55" dirty="0">
                <a:latin typeface="Times New Roman"/>
                <a:cs typeface="Times New Roman"/>
              </a:rPr>
              <a:t>Web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91DF8-08C5-CA6E-9BCE-D79D53CB09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211068"/>
            <a:ext cx="2866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How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use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45" dirty="0">
                <a:solidFill>
                  <a:srgbClr val="FF0000"/>
                </a:solidFill>
              </a:rPr>
              <a:t>Web</a:t>
            </a:r>
            <a:r>
              <a:rPr spc="-135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API?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883407"/>
            <a:ext cx="841438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mobile, </a:t>
            </a:r>
            <a:r>
              <a:rPr sz="2000" dirty="0">
                <a:latin typeface="Times New Roman"/>
                <a:cs typeface="Times New Roman"/>
              </a:rPr>
              <a:t>laptop,  etc,  and  then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sends  those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  webserver  to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  </a:t>
            </a:r>
            <a:r>
              <a:rPr sz="2000" spc="-10" dirty="0">
                <a:latin typeface="Times New Roman"/>
                <a:cs typeface="Times New Roman"/>
              </a:rPr>
              <a:t>those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returns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client.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interaction,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data or information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from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accessed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execution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resultant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viewer.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programmers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made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outside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users.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programmers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they </a:t>
            </a:r>
            <a:r>
              <a:rPr sz="2000" dirty="0">
                <a:latin typeface="Times New Roman"/>
                <a:cs typeface="Times New Roman"/>
              </a:rPr>
              <a:t>“expose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endpoints,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”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meaning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publish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portion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have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programmers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building </a:t>
            </a:r>
            <a:r>
              <a:rPr sz="2000" dirty="0">
                <a:latin typeface="Times New Roman"/>
                <a:cs typeface="Times New Roman"/>
              </a:rPr>
              <a:t>URLs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HTTP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endpoints.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9DCB3-DF2C-BC25-FD23-D8170410AD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9" y="0"/>
            <a:ext cx="912283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6CCABB-F961-2D01-59B9-4AC4609B92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171698"/>
            <a:ext cx="1898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Cloud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844037"/>
            <a:ext cx="855980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digital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said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pools.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located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country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world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factors.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maintenance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owned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private companies.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accessible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24x7,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safeguard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run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user,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entity,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information,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individuals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organizations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purchase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C3623-34A2-4366-BE01-C9B226D473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5" y="282899"/>
            <a:ext cx="1847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Cloud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5" y="1016249"/>
            <a:ext cx="8414385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several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distributed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one,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either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federated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cooperative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storage.</a:t>
            </a:r>
            <a:endParaRPr sz="2000">
              <a:latin typeface="Times New Roman"/>
              <a:cs typeface="Times New Roman"/>
            </a:endParaRPr>
          </a:p>
          <a:p>
            <a:pPr marL="12700" marR="1720214" algn="just">
              <a:lnSpc>
                <a:spcPct val="200000"/>
              </a:lnSpc>
            </a:pPr>
            <a:r>
              <a:rPr sz="2000" dirty="0">
                <a:latin typeface="Times New Roman"/>
                <a:cs typeface="Times New Roman"/>
              </a:rPr>
              <a:t>Highly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fault-tolerant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redundancy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distribution. </a:t>
            </a:r>
            <a:r>
              <a:rPr sz="2000" dirty="0">
                <a:latin typeface="Times New Roman"/>
                <a:cs typeface="Times New Roman"/>
              </a:rPr>
              <a:t>Extremely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durable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manufacture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copies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versions.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Companies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just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pay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actually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normally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average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month's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consumption.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indicate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costly,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incurred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capital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expenses.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companies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cut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energy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usage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70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percent,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making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greener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company.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provision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inherent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object </a:t>
            </a:r>
            <a:r>
              <a:rPr sz="2000" dirty="0">
                <a:latin typeface="Times New Roman"/>
                <a:cs typeface="Times New Roman"/>
              </a:rPr>
              <a:t>storage,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1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additional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infrastructure,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effort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expense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incorporate </a:t>
            </a:r>
            <a:r>
              <a:rPr sz="2000" dirty="0">
                <a:latin typeface="Times New Roman"/>
                <a:cs typeface="Times New Roman"/>
              </a:rPr>
              <a:t>accessibility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security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removed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application.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C6336-C920-24C8-B4BE-7796814C60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912" y="209544"/>
            <a:ext cx="594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Cloud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storage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provider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932802"/>
            <a:ext cx="856043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managed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MSP</a:t>
            </a:r>
            <a:r>
              <a:rPr sz="2000" u="none" dirty="0">
                <a:latin typeface="Times New Roman"/>
                <a:cs typeface="Times New Roman"/>
              </a:rPr>
              <a:t>),</a:t>
            </a:r>
            <a:r>
              <a:rPr sz="2000" u="none" spc="21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is</a:t>
            </a:r>
            <a:r>
              <a:rPr sz="2000" u="none" spc="204" dirty="0">
                <a:latin typeface="Times New Roman"/>
                <a:cs typeface="Times New Roman"/>
              </a:rPr>
              <a:t> </a:t>
            </a:r>
            <a:r>
              <a:rPr sz="2000" u="none" spc="-50" dirty="0">
                <a:latin typeface="Times New Roman"/>
                <a:cs typeface="Times New Roman"/>
              </a:rPr>
              <a:t>a </a:t>
            </a:r>
            <a:r>
              <a:rPr sz="2000" u="none" dirty="0">
                <a:latin typeface="Times New Roman"/>
                <a:cs typeface="Times New Roman"/>
              </a:rPr>
              <a:t>company</a:t>
            </a:r>
            <a:r>
              <a:rPr sz="2000" u="none" spc="28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that</a:t>
            </a:r>
            <a:r>
              <a:rPr sz="2000" u="none" spc="28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offers</a:t>
            </a:r>
            <a:r>
              <a:rPr sz="2000" u="none" spc="28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organizations</a:t>
            </a:r>
            <a:r>
              <a:rPr sz="2000" u="none" spc="29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and</a:t>
            </a:r>
            <a:r>
              <a:rPr sz="2000" u="none" spc="30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individuals</a:t>
            </a:r>
            <a:r>
              <a:rPr sz="2000" u="none" spc="29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the</a:t>
            </a:r>
            <a:r>
              <a:rPr sz="2000" u="none" spc="30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ability</a:t>
            </a:r>
            <a:r>
              <a:rPr sz="2000" u="none" spc="28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to</a:t>
            </a:r>
            <a:r>
              <a:rPr sz="2000" u="none" spc="29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place</a:t>
            </a:r>
            <a:r>
              <a:rPr sz="2000" u="none" spc="28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and</a:t>
            </a:r>
            <a:r>
              <a:rPr sz="2000" u="none" spc="275" dirty="0">
                <a:latin typeface="Times New Roman"/>
                <a:cs typeface="Times New Roman"/>
              </a:rPr>
              <a:t> </a:t>
            </a:r>
            <a:r>
              <a:rPr sz="2000" u="none" spc="-10" dirty="0">
                <a:latin typeface="Times New Roman"/>
                <a:cs typeface="Times New Roman"/>
              </a:rPr>
              <a:t>retain </a:t>
            </a:r>
            <a:r>
              <a:rPr sz="2000" u="none" dirty="0">
                <a:latin typeface="Times New Roman"/>
                <a:cs typeface="Times New Roman"/>
              </a:rPr>
              <a:t>data</a:t>
            </a:r>
            <a:r>
              <a:rPr sz="2000" u="none" spc="15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in</a:t>
            </a:r>
            <a:r>
              <a:rPr sz="2000" u="none" spc="17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an</a:t>
            </a:r>
            <a:r>
              <a:rPr sz="2000" u="none" spc="150" dirty="0">
                <a:latin typeface="Times New Roman"/>
                <a:cs typeface="Times New Roman"/>
              </a:rPr>
              <a:t> </a:t>
            </a:r>
            <a:r>
              <a:rPr sz="2000" u="none" spc="-15" dirty="0">
                <a:latin typeface="Times New Roman"/>
                <a:cs typeface="Times New Roman"/>
              </a:rPr>
              <a:t>off-</a:t>
            </a:r>
            <a:r>
              <a:rPr sz="2000" u="none" dirty="0">
                <a:latin typeface="Times New Roman"/>
                <a:cs typeface="Times New Roman"/>
              </a:rPr>
              <a:t>site</a:t>
            </a:r>
            <a:r>
              <a:rPr sz="2000" u="none" spc="16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storage</a:t>
            </a:r>
            <a:r>
              <a:rPr sz="2000" u="none" spc="17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system.</a:t>
            </a:r>
            <a:r>
              <a:rPr sz="2000" u="none" spc="16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Customers</a:t>
            </a:r>
            <a:r>
              <a:rPr sz="2000" u="none" spc="16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can</a:t>
            </a:r>
            <a:r>
              <a:rPr sz="2000" u="none" spc="17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lease</a:t>
            </a:r>
            <a:r>
              <a:rPr sz="2000" u="none" spc="16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cloud</a:t>
            </a:r>
            <a:r>
              <a:rPr sz="2000" u="none" spc="15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storage</a:t>
            </a:r>
            <a:r>
              <a:rPr sz="2000" u="none" spc="165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capacity</a:t>
            </a:r>
            <a:r>
              <a:rPr sz="2000" u="none" spc="145" dirty="0">
                <a:latin typeface="Times New Roman"/>
                <a:cs typeface="Times New Roman"/>
              </a:rPr>
              <a:t> </a:t>
            </a:r>
            <a:r>
              <a:rPr sz="2000" u="none" spc="-25" dirty="0">
                <a:latin typeface="Times New Roman"/>
                <a:cs typeface="Times New Roman"/>
              </a:rPr>
              <a:t>per </a:t>
            </a:r>
            <a:r>
              <a:rPr sz="2000" u="none" dirty="0">
                <a:latin typeface="Times New Roman"/>
                <a:cs typeface="Times New Roman"/>
              </a:rPr>
              <a:t>month</a:t>
            </a:r>
            <a:r>
              <a:rPr sz="2000" u="none" spc="-1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or</a:t>
            </a:r>
            <a:r>
              <a:rPr sz="2000" u="none" spc="-20" dirty="0">
                <a:latin typeface="Times New Roman"/>
                <a:cs typeface="Times New Roman"/>
              </a:rPr>
              <a:t> </a:t>
            </a:r>
            <a:r>
              <a:rPr sz="2000" u="none" dirty="0">
                <a:latin typeface="Times New Roman"/>
                <a:cs typeface="Times New Roman"/>
              </a:rPr>
              <a:t>on</a:t>
            </a:r>
            <a:r>
              <a:rPr sz="2000" u="none" spc="-15" dirty="0">
                <a:latin typeface="Times New Roman"/>
                <a:cs typeface="Times New Roman"/>
              </a:rPr>
              <a:t> </a:t>
            </a:r>
            <a:r>
              <a:rPr sz="2000" u="none" spc="-10" dirty="0">
                <a:latin typeface="Times New Roman"/>
                <a:cs typeface="Times New Roman"/>
              </a:rPr>
              <a:t>demand.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customer's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center,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providing fee-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networking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infrastructure.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individual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corporate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unlimited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provider's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-10" dirty="0">
                <a:latin typeface="Times New Roman"/>
                <a:cs typeface="Times New Roman"/>
              </a:rPr>
              <a:t> per-</a:t>
            </a:r>
            <a:r>
              <a:rPr sz="2000" dirty="0">
                <a:latin typeface="Times New Roman"/>
                <a:cs typeface="Times New Roman"/>
              </a:rPr>
              <a:t>gigabyte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price.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devices,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drive,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flash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tape,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host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remote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center.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files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internet connection.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C9600-5AF4-987F-741C-0BA517BB7B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549" y="1161300"/>
            <a:ext cx="8052181" cy="44363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7912" y="209544"/>
            <a:ext cx="594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Cloud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storage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provider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4373" y="6230817"/>
            <a:ext cx="462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https://www.cloudwards.net/best-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cloud-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storage/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A3641-1FC4-8041-F45E-EC7A00CEB9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912" y="209544"/>
            <a:ext cx="594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564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Cloud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standards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90" y="932802"/>
            <a:ext cx="827024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indent="-63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Common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goals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portability,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migration,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security.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interoperability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platforms,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balance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workloads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underpin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protection.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assurance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force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computing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kinds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objectives,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vendors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still </a:t>
            </a:r>
            <a:r>
              <a:rPr sz="2000" dirty="0">
                <a:latin typeface="Times New Roman"/>
                <a:cs typeface="Times New Roman"/>
              </a:rPr>
              <a:t>fiercely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innovating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won’t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emerge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stabilize.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Open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formalised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accepted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parties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basis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joint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(usually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commercial)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action,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usually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jurisdiction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some </a:t>
            </a:r>
            <a:r>
              <a:rPr sz="2000" dirty="0">
                <a:latin typeface="Times New Roman"/>
                <a:cs typeface="Times New Roman"/>
              </a:rPr>
              <a:t>governing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authority.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implementations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ways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achieving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outcome.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NIST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standard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describes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aspects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serves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benchmark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10" dirty="0">
                <a:latin typeface="Times New Roman"/>
                <a:cs typeface="Times New Roman"/>
              </a:rPr>
              <a:t> strategies.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64876-82AB-AACB-026C-DAF9BE8F4B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912" y="209544"/>
            <a:ext cx="594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564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Cloud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standards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90" y="932802"/>
            <a:ext cx="827087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Standards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Customer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Council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(CSCC)</a:t>
            </a: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CSCC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end-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focused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adoption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technology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examining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interoperability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issues.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has </a:t>
            </a:r>
            <a:r>
              <a:rPr sz="2000" dirty="0">
                <a:latin typeface="Times New Roman"/>
                <a:cs typeface="Times New Roman"/>
              </a:rPr>
              <a:t>been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superseded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addresses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standards </a:t>
            </a:r>
            <a:r>
              <a:rPr sz="2000" dirty="0">
                <a:latin typeface="Times New Roman"/>
                <a:cs typeface="Times New Roman"/>
              </a:rPr>
              <a:t>issues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Working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Group.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20" dirty="0">
                <a:latin typeface="Times New Roman"/>
                <a:cs typeface="Times New Roman"/>
              </a:rPr>
              <a:t>DMTF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DMTF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technologies,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cloud,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developing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appropriate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standards.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groups,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Open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Incubator,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Cloud </a:t>
            </a:r>
            <a:r>
              <a:rPr sz="2000" dirty="0">
                <a:latin typeface="Times New Roman"/>
                <a:cs typeface="Times New Roman"/>
              </a:rPr>
              <a:t>Auditing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Federation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Working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detail.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European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Telecommunications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Standards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(ETSI)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ETSI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primarily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develops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telecommunications</a:t>
            </a:r>
            <a:r>
              <a:rPr sz="2000" spc="1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standards.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Among</a:t>
            </a:r>
            <a:r>
              <a:rPr sz="2000" spc="1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cloud- </a:t>
            </a:r>
            <a:r>
              <a:rPr sz="2000" dirty="0">
                <a:latin typeface="Times New Roman"/>
                <a:cs typeface="Times New Roman"/>
              </a:rPr>
              <a:t>focused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Technical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Committee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CLOUD,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Standards </a:t>
            </a:r>
            <a:r>
              <a:rPr sz="2000" dirty="0">
                <a:latin typeface="Times New Roman"/>
                <a:cs typeface="Times New Roman"/>
              </a:rPr>
              <a:t>Coordination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initiative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Global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Inter-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Technology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Forum,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issues.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17880-0BCA-3AE4-61C3-E9085DC3E7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912" y="209544"/>
            <a:ext cx="594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Cloud </a:t>
            </a:r>
            <a:r>
              <a:rPr spc="-20" dirty="0">
                <a:solidFill>
                  <a:srgbClr val="FF0000"/>
                </a:solidFill>
              </a:rPr>
              <a:t>Computing</a:t>
            </a:r>
            <a:r>
              <a:rPr spc="-1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201" y="1337680"/>
            <a:ext cx="6889377" cy="47507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13F33-D5D0-66E2-06EB-E89BB7B830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211068"/>
            <a:ext cx="2186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</a:rPr>
              <a:t>Art</a:t>
            </a:r>
            <a:r>
              <a:rPr spc="-14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944363"/>
            <a:ext cx="848677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art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quickly</a:t>
            </a:r>
            <a:r>
              <a:rPr sz="2000" spc="3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easily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attractive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cards,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booklets,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images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commonly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 </a:t>
            </a:r>
            <a:r>
              <a:rPr sz="2000" dirty="0">
                <a:latin typeface="Times New Roman"/>
                <a:cs typeface="Times New Roman"/>
              </a:rPr>
              <a:t>art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below: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Vistaprint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952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Vistaprint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easily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printed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marketing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cards,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Postcards,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Booklets,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wedding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invitations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cards.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Adobe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Creative</a:t>
            </a:r>
            <a:r>
              <a:rPr sz="2000" spc="-20" dirty="0">
                <a:latin typeface="Times New Roman"/>
                <a:cs typeface="Times New Roman"/>
              </a:rPr>
              <a:t> Cloud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Adobe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creative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made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designers,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artists,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filmmakers,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creative </a:t>
            </a:r>
            <a:r>
              <a:rPr sz="2000" dirty="0">
                <a:latin typeface="Times New Roman"/>
                <a:cs typeface="Times New Roman"/>
              </a:rPr>
              <a:t>professionals.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suite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apps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PhotoShop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image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editing </a:t>
            </a:r>
            <a:r>
              <a:rPr sz="2000" dirty="0">
                <a:latin typeface="Times New Roman"/>
                <a:cs typeface="Times New Roman"/>
              </a:rPr>
              <a:t>programming,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Illustrator,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InDesign,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TypeKit,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Dreamweaver,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Audition.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636" y="5980174"/>
            <a:ext cx="6624828" cy="4937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BFB40-FF72-50E5-ADB8-41B022F849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211068"/>
            <a:ext cx="2847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</a:rPr>
              <a:t>Business</a:t>
            </a:r>
            <a:r>
              <a:rPr spc="-14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944363"/>
            <a:ext cx="848614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1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1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1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providers.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Today,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every </a:t>
            </a:r>
            <a:r>
              <a:rPr sz="2000" dirty="0">
                <a:latin typeface="Times New Roman"/>
                <a:cs typeface="Times New Roman"/>
              </a:rPr>
              <a:t>organization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grow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business.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also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24*7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users.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indent="230504">
              <a:lnSpc>
                <a:spcPct val="100000"/>
              </a:lnSpc>
              <a:buAutoNum type="romanLcPeriod"/>
              <a:tabLst>
                <a:tab pos="243204" algn="l"/>
              </a:tabLst>
            </a:pPr>
            <a:r>
              <a:rPr sz="2000" dirty="0">
                <a:latin typeface="Times New Roman"/>
                <a:cs typeface="Times New Roman"/>
              </a:rPr>
              <a:t>MailChimp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email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publishing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design,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save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templates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emails.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romanLcPeriod"/>
            </a:pPr>
            <a:endParaRPr sz="2000">
              <a:latin typeface="Times New Roman"/>
              <a:cs typeface="Times New Roman"/>
            </a:endParaRPr>
          </a:p>
          <a:p>
            <a:pPr marL="278130" indent="-265430">
              <a:lnSpc>
                <a:spcPct val="100000"/>
              </a:lnSpc>
              <a:spcBef>
                <a:spcPts val="5"/>
              </a:spcBef>
              <a:buAutoNum type="romanLcPeriod"/>
              <a:tabLst>
                <a:tab pos="278130" algn="l"/>
              </a:tabLst>
            </a:pPr>
            <a:r>
              <a:rPr sz="2000" spc="-10" dirty="0">
                <a:latin typeface="Times New Roman"/>
                <a:cs typeface="Times New Roman"/>
              </a:rPr>
              <a:t>Salesforce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Salesforce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sales,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service,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marketing,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e-</a:t>
            </a:r>
            <a:r>
              <a:rPr sz="2000" dirty="0">
                <a:latin typeface="Times New Roman"/>
                <a:cs typeface="Times New Roman"/>
              </a:rPr>
              <a:t>commerce,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more.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iv.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Chatter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Chatter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9A38C-7CF5-BC42-93F1-6F83492744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211068"/>
            <a:ext cx="5077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Data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Storage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-10" dirty="0">
                <a:solidFill>
                  <a:srgbClr val="FF0000"/>
                </a:solidFill>
              </a:rPr>
              <a:t> Backup</a:t>
            </a:r>
            <a:r>
              <a:rPr spc="-14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860793"/>
            <a:ext cx="855916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(data,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files,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images,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audios,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videos)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connection.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the  cloud  provider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security,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  they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  </a:t>
            </a:r>
            <a:r>
              <a:rPr sz="2000" spc="-10" dirty="0">
                <a:latin typeface="Times New Roman"/>
                <a:cs typeface="Times New Roman"/>
              </a:rPr>
              <a:t>various </a:t>
            </a:r>
            <a:r>
              <a:rPr sz="2000" dirty="0">
                <a:latin typeface="Times New Roman"/>
                <a:cs typeface="Times New Roman"/>
              </a:rPr>
              <a:t>backup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recovery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retrieving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backup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–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Box.com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Box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online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management, </a:t>
            </a:r>
            <a:r>
              <a:rPr sz="2000" dirty="0">
                <a:latin typeface="Times New Roman"/>
                <a:cs typeface="Times New Roman"/>
              </a:rPr>
              <a:t>workflow,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collaboration.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files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Excel, </a:t>
            </a:r>
            <a:r>
              <a:rPr sz="2000" spc="-20" dirty="0">
                <a:latin typeface="Times New Roman"/>
                <a:cs typeface="Times New Roman"/>
              </a:rPr>
              <a:t>Word,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PDF,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985" indent="-63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advantage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box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drop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files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easily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integrates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Office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365,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Suite,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Salesforce,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1400 </a:t>
            </a:r>
            <a:r>
              <a:rPr sz="2000" spc="-10" dirty="0">
                <a:latin typeface="Times New Roman"/>
                <a:cs typeface="Times New Roman"/>
              </a:rPr>
              <a:t>tools.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6AB7-E69B-485F-C850-DBDE2F0919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212592"/>
            <a:ext cx="89979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ii.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Mozy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200" y="517342"/>
            <a:ext cx="84855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latin typeface="Times New Roman"/>
                <a:cs typeface="Times New Roman"/>
              </a:rPr>
              <a:t>Mozy</a:t>
            </a:r>
            <a:r>
              <a:rPr sz="2000" b="0" spc="19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provides</a:t>
            </a:r>
            <a:r>
              <a:rPr sz="2000" b="0" spc="20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powerful</a:t>
            </a:r>
            <a:r>
              <a:rPr sz="2000" b="0" spc="204" dirty="0">
                <a:latin typeface="Times New Roman"/>
                <a:cs typeface="Times New Roman"/>
              </a:rPr>
              <a:t> </a:t>
            </a:r>
            <a:r>
              <a:rPr sz="2000" dirty="0"/>
              <a:t>online</a:t>
            </a:r>
            <a:r>
              <a:rPr sz="2000" spc="215" dirty="0"/>
              <a:t> </a:t>
            </a:r>
            <a:r>
              <a:rPr sz="2000" dirty="0"/>
              <a:t>backup</a:t>
            </a:r>
            <a:r>
              <a:rPr sz="2000" spc="210" dirty="0"/>
              <a:t> </a:t>
            </a:r>
            <a:r>
              <a:rPr sz="2000" dirty="0"/>
              <a:t>solutions</a:t>
            </a:r>
            <a:r>
              <a:rPr sz="2000" spc="204" dirty="0"/>
              <a:t> </a:t>
            </a:r>
            <a:r>
              <a:rPr sz="2000" b="0" dirty="0">
                <a:latin typeface="Times New Roman"/>
                <a:cs typeface="Times New Roman"/>
              </a:rPr>
              <a:t>for</a:t>
            </a:r>
            <a:r>
              <a:rPr sz="2000" b="0" spc="21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our</a:t>
            </a:r>
            <a:r>
              <a:rPr sz="2000" b="0" spc="2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personal</a:t>
            </a:r>
            <a:r>
              <a:rPr sz="2000" b="0" spc="204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and</a:t>
            </a:r>
            <a:r>
              <a:rPr sz="2000" b="0" spc="200" dirty="0">
                <a:latin typeface="Times New Roman"/>
                <a:cs typeface="Times New Roman"/>
              </a:rPr>
              <a:t> </a:t>
            </a:r>
            <a:r>
              <a:rPr sz="2000" b="0" spc="-10" dirty="0">
                <a:latin typeface="Times New Roman"/>
                <a:cs typeface="Times New Roman"/>
              </a:rPr>
              <a:t>business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data.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It</a:t>
            </a:r>
            <a:r>
              <a:rPr sz="2000" b="0" spc="-2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schedules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automatically</a:t>
            </a:r>
            <a:r>
              <a:rPr sz="2000" b="0" spc="-3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back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up</a:t>
            </a:r>
            <a:r>
              <a:rPr sz="2000" b="0" spc="-2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for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each</a:t>
            </a:r>
            <a:r>
              <a:rPr sz="2000" b="0" spc="-2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day at</a:t>
            </a:r>
            <a:r>
              <a:rPr sz="2000" b="0" spc="-2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a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specific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spc="-1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192" y="1432047"/>
            <a:ext cx="8484870" cy="3500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5"/>
              </a:spcBef>
              <a:buAutoNum type="romanLcPeriod" startAt="3"/>
              <a:tabLst>
                <a:tab pos="34798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Joukuu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Joukuu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simplest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share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track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cloud-</a:t>
            </a:r>
            <a:r>
              <a:rPr sz="2000" b="1" dirty="0">
                <a:latin typeface="Times New Roman"/>
                <a:cs typeface="Times New Roman"/>
              </a:rPr>
              <a:t>based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backup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files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joukuu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search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folders,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collaborate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documents.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21310" indent="-308610" algn="just">
              <a:lnSpc>
                <a:spcPct val="100000"/>
              </a:lnSpc>
              <a:buAutoNum type="romanLcPeriod" startAt="4"/>
              <a:tabLst>
                <a:tab pos="321310" algn="l"/>
              </a:tabLst>
            </a:pPr>
            <a:r>
              <a:rPr sz="2000" b="1" dirty="0">
                <a:latin typeface="Times New Roman"/>
                <a:cs typeface="Times New Roman"/>
              </a:rPr>
              <a:t>Google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 </a:t>
            </a:r>
            <a:r>
              <a:rPr sz="2000" b="1" spc="-10" dirty="0">
                <a:latin typeface="Times New Roman"/>
                <a:cs typeface="Times New Roman"/>
              </a:rPr>
              <a:t>Suite</a:t>
            </a: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Google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Suite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storage</a:t>
            </a:r>
            <a:r>
              <a:rPr sz="2000" b="1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backup</a:t>
            </a:r>
            <a:r>
              <a:rPr sz="2000" b="1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application.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Google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Calendar,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Docs,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Forms,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Google+,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Hangouts,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well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</a:pPr>
            <a:r>
              <a:rPr sz="2400" b="1" i="1" dirty="0">
                <a:latin typeface="Times New Roman"/>
                <a:cs typeface="Times New Roman"/>
              </a:rPr>
              <a:t>The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most</a:t>
            </a:r>
            <a:r>
              <a:rPr sz="2400" b="1" i="1" spc="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popular</a:t>
            </a:r>
            <a:r>
              <a:rPr sz="2400" b="1" i="1" spc="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app</a:t>
            </a:r>
            <a:r>
              <a:rPr sz="2400" b="1" i="1" spc="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in</a:t>
            </a:r>
            <a:r>
              <a:rPr sz="2400" b="1" i="1" spc="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the</a:t>
            </a:r>
            <a:r>
              <a:rPr sz="2400" b="1" i="1" spc="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Google</a:t>
            </a:r>
            <a:r>
              <a:rPr sz="2400" b="1" i="1" spc="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G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Suite</a:t>
            </a:r>
            <a:r>
              <a:rPr sz="2400" b="1" i="1" spc="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is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Gmail.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Gmail</a:t>
            </a:r>
            <a:r>
              <a:rPr sz="2400" b="1" i="1" spc="1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offers </a:t>
            </a:r>
            <a:r>
              <a:rPr sz="2400" b="1" i="1" dirty="0">
                <a:latin typeface="Times New Roman"/>
                <a:cs typeface="Times New Roman"/>
              </a:rPr>
              <a:t>free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email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services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to</a:t>
            </a:r>
            <a:r>
              <a:rPr sz="2400" b="1" i="1" spc="-10" dirty="0">
                <a:latin typeface="Times New Roman"/>
                <a:cs typeface="Times New Roman"/>
              </a:rPr>
              <a:t> users.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6C851-545E-1EDC-8F17-AB45B05B80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212592"/>
            <a:ext cx="2561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</a:rPr>
              <a:t>Education</a:t>
            </a:r>
            <a:r>
              <a:rPr sz="2000" spc="-13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Applications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00" y="822446"/>
            <a:ext cx="8484870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education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sector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becomes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1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popular.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offers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online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distance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learning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platforms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student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information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portals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students.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208279" indent="-195580">
              <a:lnSpc>
                <a:spcPct val="100000"/>
              </a:lnSpc>
              <a:buAutoNum type="romanLcPeriod"/>
              <a:tabLst>
                <a:tab pos="208279" algn="l"/>
              </a:tabLst>
            </a:pPr>
            <a:r>
              <a:rPr sz="2000" dirty="0">
                <a:latin typeface="Times New Roman"/>
                <a:cs typeface="Times New Roman"/>
              </a:rPr>
              <a:t>Google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Education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romanLcPeriod"/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Google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Education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widely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free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web-based </a:t>
            </a:r>
            <a:r>
              <a:rPr sz="2000" dirty="0">
                <a:latin typeface="Times New Roman"/>
                <a:cs typeface="Times New Roman"/>
              </a:rPr>
              <a:t>email,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calendar,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documents,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collaborative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278130" indent="-265430">
              <a:lnSpc>
                <a:spcPct val="100000"/>
              </a:lnSpc>
              <a:spcBef>
                <a:spcPts val="5"/>
              </a:spcBef>
              <a:buAutoNum type="romanLcPeriod" startAt="2"/>
              <a:tabLst>
                <a:tab pos="278130" algn="l"/>
              </a:tabLst>
            </a:pPr>
            <a:r>
              <a:rPr sz="2000" dirty="0">
                <a:latin typeface="Times New Roman"/>
                <a:cs typeface="Times New Roman"/>
              </a:rPr>
              <a:t>Chromebooks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Education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AutoNum type="romanLcPeriod" startAt="2"/>
            </a:pPr>
            <a:endParaRPr sz="2000">
              <a:latin typeface="Times New Roman"/>
              <a:cs typeface="Times New Roman"/>
            </a:endParaRPr>
          </a:p>
          <a:p>
            <a:pPr marL="12700" marR="8255" indent="-63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Chromebook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Education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Google's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projects.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purpose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enhances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education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innovation.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buAutoNum type="romanLcPeriod" startAt="3"/>
              <a:tabLst>
                <a:tab pos="334010" algn="l"/>
              </a:tabLst>
            </a:pPr>
            <a:r>
              <a:rPr sz="2000" spc="-35" dirty="0">
                <a:latin typeface="Times New Roman"/>
                <a:cs typeface="Times New Roman"/>
              </a:rPr>
              <a:t>AWS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Education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AWS</a:t>
            </a:r>
            <a:r>
              <a:rPr sz="2000" spc="40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40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40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1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education-</a:t>
            </a:r>
            <a:r>
              <a:rPr sz="2000" dirty="0">
                <a:latin typeface="Times New Roman"/>
                <a:cs typeface="Times New Roman"/>
              </a:rPr>
              <a:t>friendly</a:t>
            </a:r>
            <a:r>
              <a:rPr sz="2000" spc="40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40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9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universities,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community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colleges,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schools.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04CC4-6102-70D0-6648-8A1465BA9A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212592"/>
            <a:ext cx="26377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</a:rPr>
              <a:t>What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is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</a:t>
            </a:r>
            <a:r>
              <a:rPr sz="2000" spc="-1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Cloud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Client?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00" y="822446"/>
            <a:ext cx="8486140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service.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systems,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tablets,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navigation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devices,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home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automation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devices,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mobile </a:t>
            </a:r>
            <a:r>
              <a:rPr sz="2000" dirty="0">
                <a:latin typeface="Times New Roman"/>
                <a:cs typeface="Times New Roman"/>
              </a:rPr>
              <a:t>phones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devices,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systems,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browsers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 clients.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capabilities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access </a:t>
            </a:r>
            <a:r>
              <a:rPr sz="2000" dirty="0">
                <a:latin typeface="Times New Roman"/>
                <a:cs typeface="Times New Roman"/>
              </a:rPr>
              <a:t>specified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services.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essential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accessing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completely </a:t>
            </a:r>
            <a:r>
              <a:rPr sz="2000" dirty="0">
                <a:latin typeface="Times New Roman"/>
                <a:cs typeface="Times New Roman"/>
              </a:rPr>
              <a:t>functional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services.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cloud </a:t>
            </a:r>
            <a:r>
              <a:rPr sz="2000" dirty="0">
                <a:latin typeface="Times New Roman"/>
                <a:cs typeface="Times New Roman"/>
              </a:rPr>
              <a:t>computing: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SaaS,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PaaS,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IaaS.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securely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connecting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such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desktop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laptops,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smartphones.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Some</a:t>
            </a:r>
            <a:r>
              <a:rPr sz="2000" b="1" i="1" spc="2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3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clients</a:t>
            </a:r>
            <a:r>
              <a:rPr sz="2000" b="1" i="1" spc="2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rely</a:t>
            </a:r>
            <a:r>
              <a:rPr sz="2000" b="1" i="1" spc="2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on</a:t>
            </a:r>
            <a:r>
              <a:rPr sz="2000" b="1" i="1" spc="3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3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computing</a:t>
            </a:r>
            <a:r>
              <a:rPr sz="2000" b="1" i="1" spc="2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for</a:t>
            </a:r>
            <a:r>
              <a:rPr sz="2000" b="1" i="1" spc="3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all</a:t>
            </a:r>
            <a:r>
              <a:rPr sz="2000" b="1" i="1" spc="2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or</a:t>
            </a:r>
            <a:r>
              <a:rPr sz="2000" b="1" i="1" spc="3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30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majority</a:t>
            </a:r>
            <a:r>
              <a:rPr sz="2000" b="1" i="1" spc="2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30" dirty="0">
                <a:latin typeface="Times New Roman"/>
                <a:cs typeface="Times New Roman"/>
              </a:rPr>
              <a:t>  </a:t>
            </a:r>
            <a:r>
              <a:rPr sz="2000" b="1" i="1" spc="-10" dirty="0">
                <a:latin typeface="Times New Roman"/>
                <a:cs typeface="Times New Roman"/>
              </a:rPr>
              <a:t>their </a:t>
            </a:r>
            <a:r>
              <a:rPr sz="2000" b="1" i="1" dirty="0">
                <a:latin typeface="Times New Roman"/>
                <a:cs typeface="Times New Roman"/>
              </a:rPr>
              <a:t>applications</a:t>
            </a:r>
            <a:r>
              <a:rPr sz="2000" b="1" i="1" spc="-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may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essentially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useless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without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their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cloud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services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BF130-A435-068E-6D76-7E2B3412FC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10781</Words>
  <Application>Microsoft Office PowerPoint</Application>
  <PresentationFormat>On-screen Show (4:3)</PresentationFormat>
  <Paragraphs>1030</Paragraphs>
  <Slides>112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8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Virtualization Basics</vt:lpstr>
      <vt:lpstr>Virtualization Basics</vt:lpstr>
      <vt:lpstr>What is a hypervisor?</vt:lpstr>
      <vt:lpstr>PowerPoint Presentation</vt:lpstr>
      <vt:lpstr>BENEFITS OF VIRTUALIZATION</vt:lpstr>
      <vt:lpstr>Types of Virtualization</vt:lpstr>
      <vt:lpstr>Application Virtualization</vt:lpstr>
      <vt:lpstr>Network Virtualization</vt:lpstr>
      <vt:lpstr>Desktop Virtualization</vt:lpstr>
      <vt:lpstr>Storage Virtualization</vt:lpstr>
      <vt:lpstr>Server Virtualization</vt:lpstr>
      <vt:lpstr>Data Virtualization</vt:lpstr>
      <vt:lpstr>Components of Modern Virtualization</vt:lpstr>
      <vt:lpstr>Components of Modern Virtualization</vt:lpstr>
      <vt:lpstr>Components of Modern Virtualization</vt:lpstr>
      <vt:lpstr>RAID?</vt:lpstr>
      <vt:lpstr>Components of Modern Virtualization</vt:lpstr>
      <vt:lpstr>IMPLEMENTATION LEVELS OF VIRTUALIZATION</vt:lpstr>
      <vt:lpstr>Instruction Set Architecture Level (ISA)</vt:lpstr>
      <vt:lpstr>Hardware Abstraction Level (HAL)</vt:lpstr>
      <vt:lpstr>Operating System Level</vt:lpstr>
      <vt:lpstr>Library Level</vt:lpstr>
      <vt:lpstr>API?</vt:lpstr>
      <vt:lpstr>API calls and hooks</vt:lpstr>
      <vt:lpstr>Application Level</vt:lpstr>
      <vt:lpstr>VIRTUALIZATION STRUCTURES/TOOLS AND MECHANISMS</vt:lpstr>
      <vt:lpstr>Hypervisor and Xen Architecture</vt:lpstr>
      <vt:lpstr>Hypervisor and Xen Architecture</vt:lpstr>
      <vt:lpstr>Xen Architecture</vt:lpstr>
      <vt:lpstr>Xen Architecture</vt:lpstr>
      <vt:lpstr>Xen Architecture</vt:lpstr>
      <vt:lpstr>Xen Architecture</vt:lpstr>
      <vt:lpstr>Binary Translation with Full Virtualization</vt:lpstr>
      <vt:lpstr>Binary Translation with Full Virtualization</vt:lpstr>
      <vt:lpstr>Binary Translation with Full Virtualization</vt:lpstr>
      <vt:lpstr>Binary Translation with Full Virtualization</vt:lpstr>
      <vt:lpstr>Para-Virtualization with Compiler Support</vt:lpstr>
      <vt:lpstr>Para-Virtualization Architecture</vt:lpstr>
      <vt:lpstr>VIRTUALIZATION OF CPU, MEMORY, AND I/O DEVICES</vt:lpstr>
      <vt:lpstr>CPU Virtualization</vt:lpstr>
      <vt:lpstr>CPU Virtualization</vt:lpstr>
      <vt:lpstr>Memory Virtualization</vt:lpstr>
      <vt:lpstr>Memory Virtualization</vt:lpstr>
      <vt:lpstr>Two-level memory mapping procedure</vt:lpstr>
      <vt:lpstr>I/O Virtualization</vt:lpstr>
      <vt:lpstr>I/O Virtualization</vt:lpstr>
      <vt:lpstr>I/O Virtualization</vt:lpstr>
      <vt:lpstr>PowerPoint Presentation</vt:lpstr>
      <vt:lpstr>Architecture of Cloud Computing</vt:lpstr>
      <vt:lpstr>Architecture of Cloud Computing</vt:lpstr>
      <vt:lpstr>Architecture of Cloud Computing</vt:lpstr>
      <vt:lpstr>PowerPoint Presentation</vt:lpstr>
      <vt:lpstr>Layered Cloud Architecture Development</vt:lpstr>
      <vt:lpstr>Infrastructure cloud</vt:lpstr>
      <vt:lpstr>Content cloud</vt:lpstr>
      <vt:lpstr>Information cloud</vt:lpstr>
      <vt:lpstr>Cloud Computing Design Challenges</vt:lpstr>
      <vt:lpstr>Data Security and Privacy</vt:lpstr>
      <vt:lpstr>Cost Management</vt:lpstr>
      <vt:lpstr>Multi-Cloud Environments</vt:lpstr>
      <vt:lpstr>Performance Challenges</vt:lpstr>
      <vt:lpstr>Interoperability and Flexibility</vt:lpstr>
      <vt:lpstr>High Dependence on Network</vt:lpstr>
      <vt:lpstr>Lack of Knowledge and Expertise</vt:lpstr>
      <vt:lpstr>Cloud of Clouds (Intercloud)</vt:lpstr>
      <vt:lpstr>Cloud of Clouds (Intercloud)</vt:lpstr>
      <vt:lpstr>Cloud of Clouds (Intercloud)</vt:lpstr>
      <vt:lpstr>Inter Cloud Resource Management</vt:lpstr>
      <vt:lpstr>Inter Cloud Resource Management</vt:lpstr>
      <vt:lpstr>Inter Cloud Resource Management</vt:lpstr>
      <vt:lpstr>Inter-cloud Challenges</vt:lpstr>
      <vt:lpstr>Global Exchange of Cloud Resources</vt:lpstr>
      <vt:lpstr>Global Exchange of Cloud Resources</vt:lpstr>
      <vt:lpstr>Market oriented Cloud</vt:lpstr>
      <vt:lpstr>Cloud Exchange Components</vt:lpstr>
      <vt:lpstr>Cloud Exchange Components</vt:lpstr>
      <vt:lpstr>Cloud Exchange Components</vt:lpstr>
      <vt:lpstr>Module 4</vt:lpstr>
      <vt:lpstr>Cloud Computing Infrastructure</vt:lpstr>
      <vt:lpstr>Cloud infrastructure</vt:lpstr>
      <vt:lpstr>Infrastructural Constraints</vt:lpstr>
      <vt:lpstr>Infrastructural Constraints</vt:lpstr>
      <vt:lpstr>Cloud Security Architecture</vt:lpstr>
      <vt:lpstr>The Importance of Cloud Security</vt:lpstr>
      <vt:lpstr>The Importance of Cloud Security</vt:lpstr>
      <vt:lpstr>Technologies for Cloud Security</vt:lpstr>
      <vt:lpstr>Technologies for Cloud Security</vt:lpstr>
      <vt:lpstr>Cloud Computing Platforms and Technologies</vt:lpstr>
      <vt:lpstr>Cloud Computing Platforms and Technologies</vt:lpstr>
      <vt:lpstr>Amazon Web Services (AWS)</vt:lpstr>
      <vt:lpstr>Google AppEngine –</vt:lpstr>
      <vt:lpstr>PowerPoint Presentation</vt:lpstr>
      <vt:lpstr>PowerPoint Presentation</vt:lpstr>
      <vt:lpstr>Web API</vt:lpstr>
      <vt:lpstr>Where to use Web API?</vt:lpstr>
      <vt:lpstr>Why to Choose Web API?</vt:lpstr>
      <vt:lpstr>How to use Web API?</vt:lpstr>
      <vt:lpstr>PowerPoint Presentation</vt:lpstr>
      <vt:lpstr>Cloud Storage</vt:lpstr>
      <vt:lpstr>Cloud storage</vt:lpstr>
      <vt:lpstr>Cloud storage provider</vt:lpstr>
      <vt:lpstr>Cloud storage provider</vt:lpstr>
      <vt:lpstr>Cloud standards</vt:lpstr>
      <vt:lpstr>Cloud standards</vt:lpstr>
      <vt:lpstr>Cloud Computing Applications</vt:lpstr>
      <vt:lpstr>Art Applications</vt:lpstr>
      <vt:lpstr>Business Applications</vt:lpstr>
      <vt:lpstr>Data Storage and Backup Applications</vt:lpstr>
      <vt:lpstr>Mozy provides powerful online backup solutions for our personal and business data. It schedules automatically back up for each day at a specific time.</vt:lpstr>
      <vt:lpstr>Education Applications</vt:lpstr>
      <vt:lpstr>What is a Cloud Client?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Hoàng Đình Hạnh</cp:lastModifiedBy>
  <cp:revision>6</cp:revision>
  <dcterms:created xsi:type="dcterms:W3CDTF">2025-02-18T02:43:36Z</dcterms:created>
  <dcterms:modified xsi:type="dcterms:W3CDTF">2025-09-14T03:37:03Z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2022-12-22T00:00:00Z</vt:filetime>
  </property>
  <property fmtid="{D5CDD505-2E9C-101B-9397-08002B2CF9AE}" pid="3" name="Creator">
    <vt:lpwstr>Online2PDF.com</vt:lpwstr>
  </property>
  <property fmtid="{D5CDD505-2E9C-101B-9397-08002B2CF9AE}" pid="4" name="Producer">
    <vt:lpwstr>Online2PDF.com</vt:lpwstr>
  </property>
  <property fmtid="{D5CDD505-2E9C-101B-9397-08002B2CF9AE}" pid="5" name="LastSaved">
    <vt:filetime>2022-12-22T00:00:00Z</vt:filetime>
  </property>
</Properties>
</file>