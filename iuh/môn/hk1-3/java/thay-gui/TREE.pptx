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3" r:id="rId4"/>
    <p:sldId id="292" r:id="rId5"/>
    <p:sldId id="293" r:id="rId6"/>
    <p:sldId id="294" r:id="rId7"/>
    <p:sldId id="290" r:id="rId8"/>
    <p:sldId id="291" r:id="rId9"/>
    <p:sldId id="296" r:id="rId10"/>
    <p:sldId id="295" r:id="rId11"/>
    <p:sldId id="303" r:id="rId12"/>
    <p:sldId id="297" r:id="rId13"/>
    <p:sldId id="298" r:id="rId14"/>
    <p:sldId id="302" r:id="rId15"/>
    <p:sldId id="30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00EF6-D6D0-478A-A953-A72EC593E54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2D467-478B-46E3-BC00-292D5A9E756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0A853-713D-413B-9E54-776354ECD37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FE996-ADC1-423F-83B4-C8D3E09CA0D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 (LO)</a:t>
            </a: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259" y="1916318"/>
          <a:ext cx="11222183" cy="4016165"/>
        </p:xfrm>
        <a:graphic>
          <a:graphicData uri="http://schemas.openxmlformats.org/drawingml/2006/table">
            <a:tbl>
              <a:tblPr firstRow="1" firstCol="1" bandRow="1"/>
              <a:tblGrid>
                <a:gridCol w="1325086"/>
                <a:gridCol w="8572012"/>
                <a:gridCol w="1325085"/>
              </a:tblGrid>
              <a:tr h="4996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SO/PI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danh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cây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toán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cây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nhị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6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 thực các bài toán tìm kiếm tối</a:t>
                      </a:r>
                      <a:r>
                        <a:rPr lang="en-US" sz="3200" baseline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ưu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3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Hiện thực một số bài toán trong Trí tuệ nhân tạo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" y="176212"/>
            <a:ext cx="11391900" cy="6505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3675" y="523875"/>
            <a:ext cx="5324475" cy="3076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11" y="3702050"/>
            <a:ext cx="6965777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1" y="1362869"/>
            <a:ext cx="9015412" cy="4291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Chuyển đổi cấu trúc dữ liệu ArrayList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 err="1"/>
              <a:t>sinhvien</a:t>
            </a:r>
            <a:r>
              <a:rPr lang="en-US" dirty="0"/>
              <a:t>&gt; </a:t>
            </a:r>
            <a:r>
              <a:rPr lang="en-US" dirty="0" err="1"/>
              <a:t>danhsachsv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 err="1"/>
              <a:t>sinhvien</a:t>
            </a:r>
            <a:r>
              <a:rPr lang="en-US" dirty="0"/>
              <a:t>&gt;();</a:t>
            </a:r>
            <a:endParaRPr lang="en-US" dirty="0"/>
          </a:p>
          <a:p>
            <a:r>
              <a:rPr lang="en-US" dirty="0" err="1"/>
              <a:t>Soluongsv</a:t>
            </a:r>
            <a:r>
              <a:rPr lang="en-US" dirty="0"/>
              <a:t> -&gt; </a:t>
            </a:r>
            <a:r>
              <a:rPr lang="en-US" dirty="0" err="1"/>
              <a:t>danhsachsv.size</a:t>
            </a:r>
            <a:r>
              <a:rPr lang="en-US" dirty="0"/>
              <a:t>()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71826" y="3087556"/>
          <a:ext cx="10515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add(</a:t>
                      </a:r>
                      <a:r>
                        <a:rPr lang="en-US" dirty="0" err="1"/>
                        <a:t>sinhvien</a:t>
                      </a:r>
                      <a:r>
                        <a:rPr lang="en-US" dirty="0"/>
                        <a:t> 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Thêm sinhvien e vào cuối danh sách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add(int index, </a:t>
                      </a:r>
                      <a:r>
                        <a:rPr lang="en-US" dirty="0" err="1"/>
                        <a:t>sinhvien</a:t>
                      </a:r>
                      <a:r>
                        <a:rPr lang="en-US" dirty="0"/>
                        <a:t> 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Chèn sinhvien e vào vị trí index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get(int index)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Lấy đối tượng sinh viên vị trí index trong danh sách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set(int index, sinhvien element)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Thay thế đối tượng ở vị trí index bằng đối tượng sinhvien element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size()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Số phần tử danh sách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indexOf(Object o), lastIndexOf(Object 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Trả về vị trí đầu tiên, vị trí cuối, -1 nếu không thấy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remove(int index)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Gở bỏ phần tử tại vị trí index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clear(),clone()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Xoá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tử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tạo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831"/>
            <a:ext cx="10515600" cy="1325563"/>
          </a:xfrm>
        </p:spPr>
        <p:txBody>
          <a:bodyPr/>
          <a:lstStyle/>
          <a:p>
            <a:r>
              <a:rPr lang="en-US" b="1"/>
              <a:t>Chuyển đổi cấu trúc dữ liệu Linked List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321" y="1189522"/>
            <a:ext cx="10515600" cy="4351338"/>
          </a:xfrm>
        </p:spPr>
        <p:txBody>
          <a:bodyPr/>
          <a:lstStyle/>
          <a:p>
            <a:r>
              <a:rPr lang="en-US"/>
              <a:t>List&lt;sinhvien&gt; danhsachsv = new LinkedList&lt;&gt;();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38200" y="1813093"/>
          <a:ext cx="81280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6513"/>
                <a:gridCol w="15714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add(int index, Object element)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addFirst(Object 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addLast(Object 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addAll(Collection 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addAll(int index, Collection 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get(int index)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getFirst()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getLast()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removeObject(Object o),remove(int index), removeFirst(),removeLast()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clear(),size()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Contains(Object o), indexOf(Object o), lastIndexOf(Object o)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TREE IN JAVA</a:t>
            </a:r>
            <a:endParaRPr 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1590675"/>
            <a:ext cx="5105400" cy="3190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2" y="1921668"/>
            <a:ext cx="5381625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25" y="1257300"/>
            <a:ext cx="972432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8675" y="476249"/>
            <a:ext cx="2781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BINARY TREE</a:t>
            </a:r>
            <a:endParaRPr lang="en-US" sz="32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37" y="1320702"/>
            <a:ext cx="10983550" cy="4216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62" y="781050"/>
            <a:ext cx="2409825" cy="2400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087" y="133350"/>
            <a:ext cx="8296275" cy="5791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98600" y="37465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NLR,NRL, LNR, RNL, LRN, RLN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512" y="104775"/>
            <a:ext cx="9324975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461963"/>
            <a:ext cx="8353424" cy="5934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625" y="0"/>
            <a:ext cx="830421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0525" y="142875"/>
            <a:ext cx="2781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 CASE STUDY</a:t>
            </a:r>
            <a:endParaRPr lang="en-US" sz="32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800100"/>
            <a:ext cx="2409825" cy="2400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12" y="3657600"/>
            <a:ext cx="3643313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NRL: 7 12 15 17 13 9 10 8 5 6 3 4 1  </a:t>
            </a:r>
            <a:endParaRPr lang="en-US" dirty="0"/>
          </a:p>
          <a:p>
            <a:r>
              <a:rPr lang="en-US" dirty="0"/>
              <a:t>NLR: 7 5 3 1 4 6 12 9 8 10 15 13 17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LNR: 1 3 4 5 6 7 8 9 10 12 13 15 17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LRN:</a:t>
            </a:r>
            <a:endParaRPr lang="en-US" dirty="0"/>
          </a:p>
          <a:p>
            <a:r>
              <a:rPr lang="en-US" dirty="0"/>
              <a:t>RNL:</a:t>
            </a:r>
            <a:endParaRPr lang="en-US" dirty="0"/>
          </a:p>
          <a:p>
            <a:r>
              <a:rPr lang="en-US" dirty="0"/>
              <a:t>RLN: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Application>WPS Presentation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Calibri Light</vt:lpstr>
      <vt:lpstr>Microsoft YaHei</vt:lpstr>
      <vt:lpstr>Arial Unicode MS</vt:lpstr>
      <vt:lpstr>Office Theme</vt:lpstr>
      <vt:lpstr>1_Office Theme</vt:lpstr>
      <vt:lpstr>Learning Outcome (LO)</vt:lpstr>
      <vt:lpstr>PowerPoint 演示文稿</vt:lpstr>
      <vt:lpstr>PowerPoint 演示文稿</vt:lpstr>
      <vt:lpstr>PowerPoint 演示文稿</vt:lpstr>
      <vt:lpstr>Chuyển đổi cấu trúc dữ liệu ArrayList</vt:lpstr>
      <vt:lpstr>Chuyển đổi cấu trúc dữ liệu Linked List</vt:lpstr>
      <vt:lpstr>TREE IN JAVA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Outcome (LO)</dc:title>
  <dc:creator>Phuong Do Ha</dc:creator>
  <cp:lastModifiedBy>GVDoHaPhuong</cp:lastModifiedBy>
  <cp:revision>10</cp:revision>
  <dcterms:created xsi:type="dcterms:W3CDTF">2021-10-20T07:12:00Z</dcterms:created>
  <dcterms:modified xsi:type="dcterms:W3CDTF">2025-03-09T00:11:05Z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6A257D3E127140768CA19A0E87A04C57_12</vt:lpwstr>
  </property>
  <property fmtid="{D5CDD505-2E9C-101B-9397-08002B2CF9AE}" pid="3" name="KSOProductBuildVer">
    <vt:lpwstr>1033-12.2.0.20326</vt:lpwstr>
  </property>
</Properties>
</file>